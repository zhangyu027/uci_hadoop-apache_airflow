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84"/>
  </p:notesMasterIdLst>
  <p:sldIdLst>
    <p:sldId id="256" r:id="rId2"/>
    <p:sldId id="257" r:id="rId3"/>
    <p:sldId id="422" r:id="rId4"/>
    <p:sldId id="258" r:id="rId5"/>
    <p:sldId id="259" r:id="rId6"/>
    <p:sldId id="260" r:id="rId7"/>
    <p:sldId id="348" r:id="rId8"/>
    <p:sldId id="352" r:id="rId9"/>
    <p:sldId id="353" r:id="rId10"/>
    <p:sldId id="351" r:id="rId11"/>
    <p:sldId id="354" r:id="rId12"/>
    <p:sldId id="350" r:id="rId13"/>
    <p:sldId id="355" r:id="rId14"/>
    <p:sldId id="356" r:id="rId15"/>
    <p:sldId id="357" r:id="rId16"/>
    <p:sldId id="358" r:id="rId17"/>
    <p:sldId id="359" r:id="rId18"/>
    <p:sldId id="364" r:id="rId19"/>
    <p:sldId id="365" r:id="rId20"/>
    <p:sldId id="366" r:id="rId21"/>
    <p:sldId id="369" r:id="rId22"/>
    <p:sldId id="370" r:id="rId23"/>
    <p:sldId id="371" r:id="rId24"/>
    <p:sldId id="293" r:id="rId25"/>
    <p:sldId id="307" r:id="rId26"/>
    <p:sldId id="300" r:id="rId27"/>
    <p:sldId id="294" r:id="rId28"/>
    <p:sldId id="295" r:id="rId29"/>
    <p:sldId id="296" r:id="rId30"/>
    <p:sldId id="297" r:id="rId31"/>
    <p:sldId id="298" r:id="rId32"/>
    <p:sldId id="317" r:id="rId33"/>
    <p:sldId id="318" r:id="rId34"/>
    <p:sldId id="319" r:id="rId35"/>
    <p:sldId id="299" r:id="rId36"/>
    <p:sldId id="301" r:id="rId37"/>
    <p:sldId id="302" r:id="rId38"/>
    <p:sldId id="303" r:id="rId39"/>
    <p:sldId id="304" r:id="rId40"/>
    <p:sldId id="305" r:id="rId41"/>
    <p:sldId id="306" r:id="rId42"/>
    <p:sldId id="308" r:id="rId43"/>
    <p:sldId id="309" r:id="rId44"/>
    <p:sldId id="394" r:id="rId45"/>
    <p:sldId id="393" r:id="rId46"/>
    <p:sldId id="395" r:id="rId47"/>
    <p:sldId id="396" r:id="rId48"/>
    <p:sldId id="397" r:id="rId49"/>
    <p:sldId id="398" r:id="rId50"/>
    <p:sldId id="399" r:id="rId51"/>
    <p:sldId id="400" r:id="rId52"/>
    <p:sldId id="401" r:id="rId53"/>
    <p:sldId id="402" r:id="rId54"/>
    <p:sldId id="403" r:id="rId55"/>
    <p:sldId id="404" r:id="rId56"/>
    <p:sldId id="405" r:id="rId57"/>
    <p:sldId id="406" r:id="rId58"/>
    <p:sldId id="407" r:id="rId59"/>
    <p:sldId id="409" r:id="rId60"/>
    <p:sldId id="410" r:id="rId61"/>
    <p:sldId id="310" r:id="rId62"/>
    <p:sldId id="311" r:id="rId63"/>
    <p:sldId id="312" r:id="rId64"/>
    <p:sldId id="313" r:id="rId65"/>
    <p:sldId id="414" r:id="rId66"/>
    <p:sldId id="415" r:id="rId67"/>
    <p:sldId id="314" r:id="rId68"/>
    <p:sldId id="315" r:id="rId69"/>
    <p:sldId id="316" r:id="rId70"/>
    <p:sldId id="320" r:id="rId71"/>
    <p:sldId id="321" r:id="rId72"/>
    <p:sldId id="322" r:id="rId73"/>
    <p:sldId id="323" r:id="rId74"/>
    <p:sldId id="324" r:id="rId75"/>
    <p:sldId id="325" r:id="rId76"/>
    <p:sldId id="326" r:id="rId77"/>
    <p:sldId id="331" r:id="rId78"/>
    <p:sldId id="332" r:id="rId79"/>
    <p:sldId id="333" r:id="rId80"/>
    <p:sldId id="334" r:id="rId81"/>
    <p:sldId id="327" r:id="rId82"/>
    <p:sldId id="328" r:id="rId83"/>
  </p:sldIdLst>
  <p:sldSz cx="13004800" cy="9753600"/>
  <p:notesSz cx="13004800" cy="9753600"/>
  <p:embeddedFontLst>
    <p:embeddedFont>
      <p:font typeface="Arial Narrow" panose="020B0604020202020204" pitchFamily="34" charset="0"/>
      <p:regular r:id="rId85"/>
      <p:bold r:id="rId86"/>
      <p:italic r:id="rId87"/>
      <p:boldItalic r:id="rId88"/>
    </p:embeddedFont>
    <p:embeddedFont>
      <p:font typeface="Helvetica Neue" panose="02000503000000020004" pitchFamily="2" charset="0"/>
      <p:regular r:id="rId89"/>
      <p:bold r:id="rId90"/>
      <p:italic r:id="rId91"/>
      <p:boldItalic r:id="rId92"/>
    </p:embeddedFont>
    <p:embeddedFont>
      <p:font typeface="Merriweather Sans" pitchFamily="2" charset="77"/>
      <p:regular r:id="rId93"/>
      <p:bold r:id="rId94"/>
      <p:italic r:id="rId95"/>
      <p:boldItalic r:id="rId96"/>
    </p:embeddedFont>
    <p:embeddedFont>
      <p:font typeface="Noto Sans Symbols" pitchFamily="2" charset="0"/>
      <p:regular r:id="rId97"/>
      <p:bold r:id="rId98"/>
    </p:embeddedFont>
    <p:embeddedFont>
      <p:font typeface="Trebuchet MS" panose="020B0703020202090204" pitchFamily="34" charset="0"/>
      <p:regular r:id="rId99"/>
      <p:bold r:id="rId100"/>
      <p:italic r:id="rId101"/>
      <p:boldItalic r:id="rId10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88" roundtripDataSignature="AMtx7mhfpFuxxOkBfqtnfBMjrE2SpekZO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D887611-A821-4409-BF31-FEF9CEBD26EA}">
  <a:tblStyle styleId="{1D887611-A821-4409-BF31-FEF9CEBD26EA}"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C5B4AFF-993F-4502-B965-DDCA323FC03E}"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62"/>
    <p:restoredTop sz="94692"/>
  </p:normalViewPr>
  <p:slideViewPr>
    <p:cSldViewPr snapToGrid="0">
      <p:cViewPr varScale="1">
        <p:scale>
          <a:sx n="66" d="100"/>
          <a:sy n="66" d="100"/>
        </p:scale>
        <p:origin x="216" y="208"/>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openxmlformats.org/officeDocument/2006/relationships/font" Target="fonts/font5.fntdata"/><Relationship Id="rId191"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18.fntdata"/><Relationship Id="rId5" Type="http://schemas.openxmlformats.org/officeDocument/2006/relationships/slide" Target="slides/slide4.xml"/><Relationship Id="rId90" Type="http://schemas.openxmlformats.org/officeDocument/2006/relationships/font" Target="fonts/font6.fntdata"/><Relationship Id="rId95" Type="http://schemas.openxmlformats.org/officeDocument/2006/relationships/font" Target="fonts/font11.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font" Target="fonts/font1.fntdata"/><Relationship Id="rId192"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font" Target="fonts/font4.fntdata"/><Relationship Id="rId91" Type="http://schemas.openxmlformats.org/officeDocument/2006/relationships/font" Target="fonts/font7.fntdata"/><Relationship Id="rId96"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90" Type="http://schemas.openxmlformats.org/officeDocument/2006/relationships/viewProps" Target="viewProps.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2.fntdata"/><Relationship Id="rId94" Type="http://schemas.openxmlformats.org/officeDocument/2006/relationships/font" Target="fonts/font10.fntdata"/><Relationship Id="rId99" Type="http://schemas.openxmlformats.org/officeDocument/2006/relationships/font" Target="fonts/font15.fntdata"/><Relationship Id="rId101"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13.fntdata"/><Relationship Id="rId188" Type="http://customschemas.google.com/relationships/presentationmetadata" Target="meta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8.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3.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9.fntdata"/><Relationship Id="rId98" Type="http://schemas.openxmlformats.org/officeDocument/2006/relationships/font" Target="fonts/font14.fntdata"/><Relationship Id="rId189"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iagrams/_rels/data4.xml.rels><?xml version="1.0" encoding="UTF-8" standalone="yes"?>
<Relationships xmlns="http://schemas.openxmlformats.org/package/2006/relationships"><Relationship Id="rId3" Type="http://schemas.openxmlformats.org/officeDocument/2006/relationships/image" Target="../media/image235.svg"/><Relationship Id="rId2" Type="http://schemas.openxmlformats.org/officeDocument/2006/relationships/image" Target="../media/image234.svg"/><Relationship Id="rId1" Type="http://schemas.openxmlformats.org/officeDocument/2006/relationships/image" Target="../media/image233.svg"/><Relationship Id="rId4" Type="http://schemas.openxmlformats.org/officeDocument/2006/relationships/image" Target="../media/image236.svg"/></Relationships>
</file>

<file path=ppt/diagrams/_rels/drawing4.xml.rels><?xml version="1.0" encoding="UTF-8" standalone="yes"?>
<Relationships xmlns="http://schemas.openxmlformats.org/package/2006/relationships"><Relationship Id="rId3" Type="http://schemas.openxmlformats.org/officeDocument/2006/relationships/image" Target="../media/image235.svg"/><Relationship Id="rId2" Type="http://schemas.openxmlformats.org/officeDocument/2006/relationships/image" Target="../media/image234.svg"/><Relationship Id="rId1" Type="http://schemas.openxmlformats.org/officeDocument/2006/relationships/image" Target="../media/image233.svg"/><Relationship Id="rId4" Type="http://schemas.openxmlformats.org/officeDocument/2006/relationships/image" Target="../media/image236.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FCFFBC3-6D94-4494-8C7F-E031F1575CA1}" type="doc">
      <dgm:prSet loTypeId="urn:microsoft.com/office/officeart/2005/8/layout/vList5" loCatId="list" qsTypeId="urn:microsoft.com/office/officeart/2005/8/quickstyle/simple4" qsCatId="simple" csTypeId="urn:microsoft.com/office/officeart/2005/8/colors/colorful1" csCatId="colorful"/>
      <dgm:spPr/>
      <dgm:t>
        <a:bodyPr/>
        <a:lstStyle/>
        <a:p>
          <a:endParaRPr lang="en-US"/>
        </a:p>
      </dgm:t>
    </dgm:pt>
    <dgm:pt modelId="{FB4C95E2-40F8-4365-8A25-0D51DFC5E4B0}">
      <dgm:prSet custT="1"/>
      <dgm:spPr/>
      <dgm:t>
        <a:bodyPr/>
        <a:lstStyle/>
        <a:p>
          <a:r>
            <a:rPr lang="en-US" sz="2400" b="0" i="0"/>
            <a:t>Techniques for Machine Learning. There are 3 common categories of techniques:</a:t>
          </a:r>
          <a:endParaRPr lang="en-US" sz="2400"/>
        </a:p>
      </dgm:t>
    </dgm:pt>
    <dgm:pt modelId="{ED9F901D-7DE5-4DFB-82C9-94ED88B68962}" type="parTrans" cxnId="{EF2D6F31-2BF0-4B43-ABA3-E4EF3E60A5AC}">
      <dgm:prSet/>
      <dgm:spPr/>
      <dgm:t>
        <a:bodyPr/>
        <a:lstStyle/>
        <a:p>
          <a:endParaRPr lang="en-US" sz="2400"/>
        </a:p>
      </dgm:t>
    </dgm:pt>
    <dgm:pt modelId="{0CDC60A8-424E-453F-A221-B3807128E85B}" type="sibTrans" cxnId="{EF2D6F31-2BF0-4B43-ABA3-E4EF3E60A5AC}">
      <dgm:prSet/>
      <dgm:spPr/>
      <dgm:t>
        <a:bodyPr/>
        <a:lstStyle/>
        <a:p>
          <a:endParaRPr lang="en-US" sz="2400"/>
        </a:p>
      </dgm:t>
    </dgm:pt>
    <dgm:pt modelId="{11B9B0F8-1A6F-4AC3-ADE8-06AD22FBC72C}">
      <dgm:prSet custT="1"/>
      <dgm:spPr/>
      <dgm:t>
        <a:bodyPr/>
        <a:lstStyle/>
        <a:p>
          <a:r>
            <a:rPr lang="en-US" sz="2400" b="0" i="0"/>
            <a:t>Classification</a:t>
          </a:r>
          <a:endParaRPr lang="en-US" sz="2400"/>
        </a:p>
      </dgm:t>
    </dgm:pt>
    <dgm:pt modelId="{49EDEDAF-6268-4318-9425-69E637150C5B}" type="parTrans" cxnId="{86C832D7-4E73-401D-85DA-7F1737E76496}">
      <dgm:prSet/>
      <dgm:spPr/>
      <dgm:t>
        <a:bodyPr/>
        <a:lstStyle/>
        <a:p>
          <a:endParaRPr lang="en-US" sz="2400"/>
        </a:p>
      </dgm:t>
    </dgm:pt>
    <dgm:pt modelId="{706B977A-1575-4ADA-ACDF-6503028EDFB4}" type="sibTrans" cxnId="{86C832D7-4E73-401D-85DA-7F1737E76496}">
      <dgm:prSet/>
      <dgm:spPr/>
      <dgm:t>
        <a:bodyPr/>
        <a:lstStyle/>
        <a:p>
          <a:endParaRPr lang="en-US" sz="2400"/>
        </a:p>
      </dgm:t>
    </dgm:pt>
    <dgm:pt modelId="{CFFF4240-A4B3-4CEA-B21C-2CCC9274A806}">
      <dgm:prSet custT="1"/>
      <dgm:spPr/>
      <dgm:t>
        <a:bodyPr/>
        <a:lstStyle/>
        <a:p>
          <a:r>
            <a:rPr lang="en-US" sz="2400" b="0" i="0"/>
            <a:t>Clustering</a:t>
          </a:r>
          <a:endParaRPr lang="en-US" sz="2400"/>
        </a:p>
      </dgm:t>
    </dgm:pt>
    <dgm:pt modelId="{52D0F52E-604F-46A8-9F1C-C118E3A6C2D9}" type="parTrans" cxnId="{3AF33812-ABDC-4FE2-8122-D32A0BE2A042}">
      <dgm:prSet/>
      <dgm:spPr/>
      <dgm:t>
        <a:bodyPr/>
        <a:lstStyle/>
        <a:p>
          <a:endParaRPr lang="en-US" sz="2400"/>
        </a:p>
      </dgm:t>
    </dgm:pt>
    <dgm:pt modelId="{787FA078-528C-481D-AA60-93F9C3632049}" type="sibTrans" cxnId="{3AF33812-ABDC-4FE2-8122-D32A0BE2A042}">
      <dgm:prSet/>
      <dgm:spPr/>
      <dgm:t>
        <a:bodyPr/>
        <a:lstStyle/>
        <a:p>
          <a:endParaRPr lang="en-US" sz="2400"/>
        </a:p>
      </dgm:t>
    </dgm:pt>
    <dgm:pt modelId="{4B8D90E3-33CC-4400-AC30-D2852FD3D11D}">
      <dgm:prSet custT="1"/>
      <dgm:spPr/>
      <dgm:t>
        <a:bodyPr/>
        <a:lstStyle/>
        <a:p>
          <a:r>
            <a:rPr lang="en-US" sz="2400" b="0" i="0"/>
            <a:t>Collaborative Filtering</a:t>
          </a:r>
          <a:endParaRPr lang="en-US" sz="2400"/>
        </a:p>
      </dgm:t>
    </dgm:pt>
    <dgm:pt modelId="{DED88F23-C1E2-43C0-B9AB-872E4D90EC95}" type="parTrans" cxnId="{C433DDD0-4A80-4872-9568-D968CF30CD80}">
      <dgm:prSet/>
      <dgm:spPr/>
      <dgm:t>
        <a:bodyPr/>
        <a:lstStyle/>
        <a:p>
          <a:endParaRPr lang="en-US" sz="2400"/>
        </a:p>
      </dgm:t>
    </dgm:pt>
    <dgm:pt modelId="{7774A3E5-5DCC-4BF9-9EFA-D888EBF8D1DA}" type="sibTrans" cxnId="{C433DDD0-4A80-4872-9568-D968CF30CD80}">
      <dgm:prSet/>
      <dgm:spPr/>
      <dgm:t>
        <a:bodyPr/>
        <a:lstStyle/>
        <a:p>
          <a:endParaRPr lang="en-US" sz="2400"/>
        </a:p>
      </dgm:t>
    </dgm:pt>
    <dgm:pt modelId="{5DF674E0-EAE5-6A47-8D09-FED9652C8CE6}" type="pres">
      <dgm:prSet presAssocID="{BFCFFBC3-6D94-4494-8C7F-E031F1575CA1}" presName="Name0" presStyleCnt="0">
        <dgm:presLayoutVars>
          <dgm:dir/>
          <dgm:animLvl val="lvl"/>
          <dgm:resizeHandles val="exact"/>
        </dgm:presLayoutVars>
      </dgm:prSet>
      <dgm:spPr/>
    </dgm:pt>
    <dgm:pt modelId="{AEEE5B36-CC1E-FB4A-98D0-B386FC2652A8}" type="pres">
      <dgm:prSet presAssocID="{FB4C95E2-40F8-4365-8A25-0D51DFC5E4B0}" presName="linNode" presStyleCnt="0"/>
      <dgm:spPr/>
    </dgm:pt>
    <dgm:pt modelId="{F608C9D5-60FE-004D-BB60-DBAF9ECDE604}" type="pres">
      <dgm:prSet presAssocID="{FB4C95E2-40F8-4365-8A25-0D51DFC5E4B0}" presName="parentText" presStyleLbl="node1" presStyleIdx="0" presStyleCnt="1">
        <dgm:presLayoutVars>
          <dgm:chMax val="1"/>
          <dgm:bulletEnabled val="1"/>
        </dgm:presLayoutVars>
      </dgm:prSet>
      <dgm:spPr/>
    </dgm:pt>
    <dgm:pt modelId="{5900BB31-A57C-974E-9667-9EFE4BA0616A}" type="pres">
      <dgm:prSet presAssocID="{FB4C95E2-40F8-4365-8A25-0D51DFC5E4B0}" presName="descendantText" presStyleLbl="alignAccFollowNode1" presStyleIdx="0" presStyleCnt="1">
        <dgm:presLayoutVars>
          <dgm:bulletEnabled val="1"/>
        </dgm:presLayoutVars>
      </dgm:prSet>
      <dgm:spPr/>
    </dgm:pt>
  </dgm:ptLst>
  <dgm:cxnLst>
    <dgm:cxn modelId="{3AF33812-ABDC-4FE2-8122-D32A0BE2A042}" srcId="{FB4C95E2-40F8-4365-8A25-0D51DFC5E4B0}" destId="{CFFF4240-A4B3-4CEA-B21C-2CCC9274A806}" srcOrd="1" destOrd="0" parTransId="{52D0F52E-604F-46A8-9F1C-C118E3A6C2D9}" sibTransId="{787FA078-528C-481D-AA60-93F9C3632049}"/>
    <dgm:cxn modelId="{E516F718-BCC3-434C-B22B-77A32E7F19C5}" type="presOf" srcId="{CFFF4240-A4B3-4CEA-B21C-2CCC9274A806}" destId="{5900BB31-A57C-974E-9667-9EFE4BA0616A}" srcOrd="0" destOrd="1" presId="urn:microsoft.com/office/officeart/2005/8/layout/vList5"/>
    <dgm:cxn modelId="{6CB1851D-A9EC-8449-9AEC-F747C53FFA11}" type="presOf" srcId="{BFCFFBC3-6D94-4494-8C7F-E031F1575CA1}" destId="{5DF674E0-EAE5-6A47-8D09-FED9652C8CE6}" srcOrd="0" destOrd="0" presId="urn:microsoft.com/office/officeart/2005/8/layout/vList5"/>
    <dgm:cxn modelId="{EF2D6F31-2BF0-4B43-ABA3-E4EF3E60A5AC}" srcId="{BFCFFBC3-6D94-4494-8C7F-E031F1575CA1}" destId="{FB4C95E2-40F8-4365-8A25-0D51DFC5E4B0}" srcOrd="0" destOrd="0" parTransId="{ED9F901D-7DE5-4DFB-82C9-94ED88B68962}" sibTransId="{0CDC60A8-424E-453F-A221-B3807128E85B}"/>
    <dgm:cxn modelId="{D0456C61-CF7D-7F42-9B8D-65BA50871059}" type="presOf" srcId="{FB4C95E2-40F8-4365-8A25-0D51DFC5E4B0}" destId="{F608C9D5-60FE-004D-BB60-DBAF9ECDE604}" srcOrd="0" destOrd="0" presId="urn:microsoft.com/office/officeart/2005/8/layout/vList5"/>
    <dgm:cxn modelId="{2A7DAC80-418B-C24A-B966-2A03FD181FFC}" type="presOf" srcId="{4B8D90E3-33CC-4400-AC30-D2852FD3D11D}" destId="{5900BB31-A57C-974E-9667-9EFE4BA0616A}" srcOrd="0" destOrd="2" presId="urn:microsoft.com/office/officeart/2005/8/layout/vList5"/>
    <dgm:cxn modelId="{922E9CB7-6DCB-EC42-A48B-13113D64259D}" type="presOf" srcId="{11B9B0F8-1A6F-4AC3-ADE8-06AD22FBC72C}" destId="{5900BB31-A57C-974E-9667-9EFE4BA0616A}" srcOrd="0" destOrd="0" presId="urn:microsoft.com/office/officeart/2005/8/layout/vList5"/>
    <dgm:cxn modelId="{C433DDD0-4A80-4872-9568-D968CF30CD80}" srcId="{FB4C95E2-40F8-4365-8A25-0D51DFC5E4B0}" destId="{4B8D90E3-33CC-4400-AC30-D2852FD3D11D}" srcOrd="2" destOrd="0" parTransId="{DED88F23-C1E2-43C0-B9AB-872E4D90EC95}" sibTransId="{7774A3E5-5DCC-4BF9-9EFA-D888EBF8D1DA}"/>
    <dgm:cxn modelId="{86C832D7-4E73-401D-85DA-7F1737E76496}" srcId="{FB4C95E2-40F8-4365-8A25-0D51DFC5E4B0}" destId="{11B9B0F8-1A6F-4AC3-ADE8-06AD22FBC72C}" srcOrd="0" destOrd="0" parTransId="{49EDEDAF-6268-4318-9425-69E637150C5B}" sibTransId="{706B977A-1575-4ADA-ACDF-6503028EDFB4}"/>
    <dgm:cxn modelId="{2DB666E4-6FE8-474E-AA9C-143B009875E7}" type="presParOf" srcId="{5DF674E0-EAE5-6A47-8D09-FED9652C8CE6}" destId="{AEEE5B36-CC1E-FB4A-98D0-B386FC2652A8}" srcOrd="0" destOrd="0" presId="urn:microsoft.com/office/officeart/2005/8/layout/vList5"/>
    <dgm:cxn modelId="{4E54F497-86B0-994F-827B-007B853B1032}" type="presParOf" srcId="{AEEE5B36-CC1E-FB4A-98D0-B386FC2652A8}" destId="{F608C9D5-60FE-004D-BB60-DBAF9ECDE604}" srcOrd="0" destOrd="0" presId="urn:microsoft.com/office/officeart/2005/8/layout/vList5"/>
    <dgm:cxn modelId="{C5E18FBE-0058-014F-B6E2-B4BF1EF3D2EC}" type="presParOf" srcId="{AEEE5B36-CC1E-FB4A-98D0-B386FC2652A8}" destId="{5900BB31-A57C-974E-9667-9EFE4BA0616A}"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5E21053-4F1F-4BF9-B9C3-028A0D19D19F}"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E73D645A-4440-49D9-B688-E5FBCF9735A4}">
      <dgm:prSet/>
      <dgm:spPr/>
      <dgm:t>
        <a:bodyPr/>
        <a:lstStyle/>
        <a:p>
          <a:r>
            <a:rPr lang="en-US" b="0" i="0"/>
            <a:t>We refer to the 𝜃 variables as the </a:t>
          </a:r>
          <a:r>
            <a:rPr lang="en-US" b="0" i="1"/>
            <a:t>parameters </a:t>
          </a:r>
          <a:r>
            <a:rPr lang="en-US" b="0" i="0"/>
            <a:t>of the machine learning algorithm</a:t>
          </a:r>
          <a:endParaRPr lang="en-US"/>
        </a:p>
      </dgm:t>
    </dgm:pt>
    <dgm:pt modelId="{0A1F5036-C05A-42D1-BE0C-8EFD8568BADA}" type="parTrans" cxnId="{4986AB53-444A-406E-83FE-B561E4DDF91F}">
      <dgm:prSet/>
      <dgm:spPr/>
      <dgm:t>
        <a:bodyPr/>
        <a:lstStyle/>
        <a:p>
          <a:endParaRPr lang="en-US"/>
        </a:p>
      </dgm:t>
    </dgm:pt>
    <dgm:pt modelId="{5E0BA496-E3FF-46B5-9986-FD6CF32047D8}" type="sibTrans" cxnId="{4986AB53-444A-406E-83FE-B561E4DDF91F}">
      <dgm:prSet/>
      <dgm:spPr/>
      <dgm:t>
        <a:bodyPr/>
        <a:lstStyle/>
        <a:p>
          <a:endParaRPr lang="en-US"/>
        </a:p>
      </dgm:t>
    </dgm:pt>
    <dgm:pt modelId="{D3176BFE-0F79-4D08-A104-131A40E003FB}">
      <dgm:prSet/>
      <dgm:spPr/>
      <dgm:t>
        <a:bodyPr/>
        <a:lstStyle/>
        <a:p>
          <a:r>
            <a:rPr lang="en-US" b="0" i="0"/>
            <a:t>But there are other quantities that also affect the classifier: degree of polynomial, amount of regularization, etc; these are collectively referred to as the </a:t>
          </a:r>
          <a:r>
            <a:rPr lang="en-US" b="0" i="1"/>
            <a:t>hyperparameters </a:t>
          </a:r>
          <a:r>
            <a:rPr lang="en-US" b="0" i="0"/>
            <a:t>of the algorithm</a:t>
          </a:r>
          <a:endParaRPr lang="en-US"/>
        </a:p>
      </dgm:t>
    </dgm:pt>
    <dgm:pt modelId="{94CB3FEB-D0D0-48E0-9A45-C3BEA42E243F}" type="parTrans" cxnId="{CF69CFAA-32BE-4E14-A5E9-2596428E4008}">
      <dgm:prSet/>
      <dgm:spPr/>
      <dgm:t>
        <a:bodyPr/>
        <a:lstStyle/>
        <a:p>
          <a:endParaRPr lang="en-US"/>
        </a:p>
      </dgm:t>
    </dgm:pt>
    <dgm:pt modelId="{B5951EE0-5189-468C-8A2E-BD9A88E11CF1}" type="sibTrans" cxnId="{CF69CFAA-32BE-4E14-A5E9-2596428E4008}">
      <dgm:prSet/>
      <dgm:spPr/>
      <dgm:t>
        <a:bodyPr/>
        <a:lstStyle/>
        <a:p>
          <a:endParaRPr lang="en-US"/>
        </a:p>
      </dgm:t>
    </dgm:pt>
    <dgm:pt modelId="{1B708259-CD66-4814-BADA-1DF86CA57181}">
      <dgm:prSet/>
      <dgm:spPr/>
      <dgm:t>
        <a:bodyPr/>
        <a:lstStyle/>
        <a:p>
          <a:r>
            <a:rPr lang="en-US" b="0" i="0"/>
            <a:t>Basic idea of cross-validation: use training set to determine the parameters, use holdout set to determine the hyperparameters</a:t>
          </a:r>
          <a:endParaRPr lang="en-US"/>
        </a:p>
      </dgm:t>
    </dgm:pt>
    <dgm:pt modelId="{9D863207-741C-4FC2-99FC-608DA2D95FE0}" type="parTrans" cxnId="{C15B9B9D-C323-4135-879C-DCEAE1238D86}">
      <dgm:prSet/>
      <dgm:spPr/>
      <dgm:t>
        <a:bodyPr/>
        <a:lstStyle/>
        <a:p>
          <a:endParaRPr lang="en-US"/>
        </a:p>
      </dgm:t>
    </dgm:pt>
    <dgm:pt modelId="{BB20B086-BC8A-4583-B2F8-807662DC670C}" type="sibTrans" cxnId="{C15B9B9D-C323-4135-879C-DCEAE1238D86}">
      <dgm:prSet/>
      <dgm:spPr/>
      <dgm:t>
        <a:bodyPr/>
        <a:lstStyle/>
        <a:p>
          <a:endParaRPr lang="en-US"/>
        </a:p>
      </dgm:t>
    </dgm:pt>
    <dgm:pt modelId="{550EBADE-8EC1-EB4F-8B29-1DD273A47382}" type="pres">
      <dgm:prSet presAssocID="{65E21053-4F1F-4BF9-B9C3-028A0D19D19F}" presName="linear" presStyleCnt="0">
        <dgm:presLayoutVars>
          <dgm:animLvl val="lvl"/>
          <dgm:resizeHandles val="exact"/>
        </dgm:presLayoutVars>
      </dgm:prSet>
      <dgm:spPr/>
    </dgm:pt>
    <dgm:pt modelId="{0093FAA7-F3CE-FA4C-8E49-66EB216EA84D}" type="pres">
      <dgm:prSet presAssocID="{E73D645A-4440-49D9-B688-E5FBCF9735A4}" presName="parentText" presStyleLbl="node1" presStyleIdx="0" presStyleCnt="3">
        <dgm:presLayoutVars>
          <dgm:chMax val="0"/>
          <dgm:bulletEnabled val="1"/>
        </dgm:presLayoutVars>
      </dgm:prSet>
      <dgm:spPr/>
    </dgm:pt>
    <dgm:pt modelId="{724AF218-E340-A845-A195-43741DC0594F}" type="pres">
      <dgm:prSet presAssocID="{5E0BA496-E3FF-46B5-9986-FD6CF32047D8}" presName="spacer" presStyleCnt="0"/>
      <dgm:spPr/>
    </dgm:pt>
    <dgm:pt modelId="{7AB8619D-64A0-984C-817B-A38F32B5430A}" type="pres">
      <dgm:prSet presAssocID="{D3176BFE-0F79-4D08-A104-131A40E003FB}" presName="parentText" presStyleLbl="node1" presStyleIdx="1" presStyleCnt="3">
        <dgm:presLayoutVars>
          <dgm:chMax val="0"/>
          <dgm:bulletEnabled val="1"/>
        </dgm:presLayoutVars>
      </dgm:prSet>
      <dgm:spPr/>
    </dgm:pt>
    <dgm:pt modelId="{6797A66A-BB9D-284F-B84A-DB5FF6332291}" type="pres">
      <dgm:prSet presAssocID="{B5951EE0-5189-468C-8A2E-BD9A88E11CF1}" presName="spacer" presStyleCnt="0"/>
      <dgm:spPr/>
    </dgm:pt>
    <dgm:pt modelId="{BA50B391-3F69-DA4D-A5EB-ADAD53292D3F}" type="pres">
      <dgm:prSet presAssocID="{1B708259-CD66-4814-BADA-1DF86CA57181}" presName="parentText" presStyleLbl="node1" presStyleIdx="2" presStyleCnt="3">
        <dgm:presLayoutVars>
          <dgm:chMax val="0"/>
          <dgm:bulletEnabled val="1"/>
        </dgm:presLayoutVars>
      </dgm:prSet>
      <dgm:spPr/>
    </dgm:pt>
  </dgm:ptLst>
  <dgm:cxnLst>
    <dgm:cxn modelId="{F2CFE631-D005-824C-9560-2B6004FB8F69}" type="presOf" srcId="{1B708259-CD66-4814-BADA-1DF86CA57181}" destId="{BA50B391-3F69-DA4D-A5EB-ADAD53292D3F}" srcOrd="0" destOrd="0" presId="urn:microsoft.com/office/officeart/2005/8/layout/vList2"/>
    <dgm:cxn modelId="{4986AB53-444A-406E-83FE-B561E4DDF91F}" srcId="{65E21053-4F1F-4BF9-B9C3-028A0D19D19F}" destId="{E73D645A-4440-49D9-B688-E5FBCF9735A4}" srcOrd="0" destOrd="0" parTransId="{0A1F5036-C05A-42D1-BE0C-8EFD8568BADA}" sibTransId="{5E0BA496-E3FF-46B5-9986-FD6CF32047D8}"/>
    <dgm:cxn modelId="{3EB0CC88-66C0-7042-8430-5CE74A455406}" type="presOf" srcId="{E73D645A-4440-49D9-B688-E5FBCF9735A4}" destId="{0093FAA7-F3CE-FA4C-8E49-66EB216EA84D}" srcOrd="0" destOrd="0" presId="urn:microsoft.com/office/officeart/2005/8/layout/vList2"/>
    <dgm:cxn modelId="{C15B9B9D-C323-4135-879C-DCEAE1238D86}" srcId="{65E21053-4F1F-4BF9-B9C3-028A0D19D19F}" destId="{1B708259-CD66-4814-BADA-1DF86CA57181}" srcOrd="2" destOrd="0" parTransId="{9D863207-741C-4FC2-99FC-608DA2D95FE0}" sibTransId="{BB20B086-BC8A-4583-B2F8-807662DC670C}"/>
    <dgm:cxn modelId="{CF69CFAA-32BE-4E14-A5E9-2596428E4008}" srcId="{65E21053-4F1F-4BF9-B9C3-028A0D19D19F}" destId="{D3176BFE-0F79-4D08-A104-131A40E003FB}" srcOrd="1" destOrd="0" parTransId="{94CB3FEB-D0D0-48E0-9A45-C3BEA42E243F}" sibTransId="{B5951EE0-5189-468C-8A2E-BD9A88E11CF1}"/>
    <dgm:cxn modelId="{F05507C9-166A-3341-90A5-5FFAF81BC5D1}" type="presOf" srcId="{D3176BFE-0F79-4D08-A104-131A40E003FB}" destId="{7AB8619D-64A0-984C-817B-A38F32B5430A}" srcOrd="0" destOrd="0" presId="urn:microsoft.com/office/officeart/2005/8/layout/vList2"/>
    <dgm:cxn modelId="{962E8ED6-1FB3-C944-956A-F4B786ED9CDC}" type="presOf" srcId="{65E21053-4F1F-4BF9-B9C3-028A0D19D19F}" destId="{550EBADE-8EC1-EB4F-8B29-1DD273A47382}" srcOrd="0" destOrd="0" presId="urn:microsoft.com/office/officeart/2005/8/layout/vList2"/>
    <dgm:cxn modelId="{751B606C-3B13-B442-8526-98D1831FE7BD}" type="presParOf" srcId="{550EBADE-8EC1-EB4F-8B29-1DD273A47382}" destId="{0093FAA7-F3CE-FA4C-8E49-66EB216EA84D}" srcOrd="0" destOrd="0" presId="urn:microsoft.com/office/officeart/2005/8/layout/vList2"/>
    <dgm:cxn modelId="{F108AE90-58BA-1D42-802E-0A36D3FB0A41}" type="presParOf" srcId="{550EBADE-8EC1-EB4F-8B29-1DD273A47382}" destId="{724AF218-E340-A845-A195-43741DC0594F}" srcOrd="1" destOrd="0" presId="urn:microsoft.com/office/officeart/2005/8/layout/vList2"/>
    <dgm:cxn modelId="{2F03B527-A886-254A-9165-7C4274C196E0}" type="presParOf" srcId="{550EBADE-8EC1-EB4F-8B29-1DD273A47382}" destId="{7AB8619D-64A0-984C-817B-A38F32B5430A}" srcOrd="2" destOrd="0" presId="urn:microsoft.com/office/officeart/2005/8/layout/vList2"/>
    <dgm:cxn modelId="{3F8FE176-79E9-A849-917A-8E42FBEC8839}" type="presParOf" srcId="{550EBADE-8EC1-EB4F-8B29-1DD273A47382}" destId="{6797A66A-BB9D-284F-B84A-DB5FF6332291}" srcOrd="3" destOrd="0" presId="urn:microsoft.com/office/officeart/2005/8/layout/vList2"/>
    <dgm:cxn modelId="{5E553602-4EEE-EA4E-8DBF-E45125D10415}" type="presParOf" srcId="{550EBADE-8EC1-EB4F-8B29-1DD273A47382}" destId="{BA50B391-3F69-DA4D-A5EB-ADAD53292D3F}"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592F6D0-2B3E-4E21-9C8C-4E13CCEEF88B}"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D4241964-AA53-40B0-9350-06F16F53BB5F}">
      <dgm:prSet custT="1"/>
      <dgm:spPr/>
      <dgm:t>
        <a:bodyPr/>
        <a:lstStyle/>
        <a:p>
          <a:r>
            <a:rPr lang="en-US" sz="2400" b="0" i="0"/>
            <a:t>Overview</a:t>
          </a:r>
          <a:endParaRPr lang="en-US" sz="2400"/>
        </a:p>
      </dgm:t>
    </dgm:pt>
    <dgm:pt modelId="{B6E37FBB-7054-4A5B-B78A-0E6D87E633D5}" type="parTrans" cxnId="{50199CC0-0E8A-417B-9478-EDC945B16151}">
      <dgm:prSet/>
      <dgm:spPr/>
      <dgm:t>
        <a:bodyPr/>
        <a:lstStyle/>
        <a:p>
          <a:endParaRPr lang="en-US" sz="2400"/>
        </a:p>
      </dgm:t>
    </dgm:pt>
    <dgm:pt modelId="{72BA7A8D-8FDE-4522-986C-96008432ED33}" type="sibTrans" cxnId="{50199CC0-0E8A-417B-9478-EDC945B16151}">
      <dgm:prSet/>
      <dgm:spPr/>
      <dgm:t>
        <a:bodyPr/>
        <a:lstStyle/>
        <a:p>
          <a:endParaRPr lang="en-US" sz="2400"/>
        </a:p>
      </dgm:t>
    </dgm:pt>
    <dgm:pt modelId="{14E370F1-3C39-459D-93C9-A30FC9AAEE86}">
      <dgm:prSet custT="1"/>
      <dgm:spPr/>
      <dgm:t>
        <a:bodyPr/>
        <a:lstStyle/>
        <a:p>
          <a:r>
            <a:rPr lang="en-US" sz="2400" b="0" i="0"/>
            <a:t>Classification Models</a:t>
          </a:r>
          <a:endParaRPr lang="en-US" sz="2400"/>
        </a:p>
      </dgm:t>
    </dgm:pt>
    <dgm:pt modelId="{11C9B4A9-ED90-4BED-AF85-C2F37319DC2A}" type="parTrans" cxnId="{C82D3CF6-A590-44AD-90DC-E28F3A726918}">
      <dgm:prSet/>
      <dgm:spPr/>
      <dgm:t>
        <a:bodyPr/>
        <a:lstStyle/>
        <a:p>
          <a:endParaRPr lang="en-US" sz="2400"/>
        </a:p>
      </dgm:t>
    </dgm:pt>
    <dgm:pt modelId="{54286DC4-C2E9-4040-820C-E6FA63D5D8C3}" type="sibTrans" cxnId="{C82D3CF6-A590-44AD-90DC-E28F3A726918}">
      <dgm:prSet/>
      <dgm:spPr/>
      <dgm:t>
        <a:bodyPr/>
        <a:lstStyle/>
        <a:p>
          <a:endParaRPr lang="en-US" sz="2400"/>
        </a:p>
      </dgm:t>
    </dgm:pt>
    <dgm:pt modelId="{6508CF35-1F6A-48DF-9C86-610E08D80733}">
      <dgm:prSet custT="1"/>
      <dgm:spPr/>
      <dgm:t>
        <a:bodyPr/>
        <a:lstStyle/>
        <a:p>
          <a:r>
            <a:rPr lang="en-US" sz="2400" b="0" i="0"/>
            <a:t>Comparison of Classification Models</a:t>
          </a:r>
          <a:endParaRPr lang="en-US" sz="2400"/>
        </a:p>
      </dgm:t>
    </dgm:pt>
    <dgm:pt modelId="{DB475DFC-B6B1-40E0-8700-893204745C43}" type="parTrans" cxnId="{435ED1D4-0BC7-43B1-91AC-71B8E26A14A6}">
      <dgm:prSet/>
      <dgm:spPr/>
      <dgm:t>
        <a:bodyPr/>
        <a:lstStyle/>
        <a:p>
          <a:endParaRPr lang="en-US" sz="2400"/>
        </a:p>
      </dgm:t>
    </dgm:pt>
    <dgm:pt modelId="{1F7139A9-2F34-4095-8039-5A1407681253}" type="sibTrans" cxnId="{435ED1D4-0BC7-43B1-91AC-71B8E26A14A6}">
      <dgm:prSet/>
      <dgm:spPr/>
      <dgm:t>
        <a:bodyPr/>
        <a:lstStyle/>
        <a:p>
          <a:endParaRPr lang="en-US" sz="2400"/>
        </a:p>
      </dgm:t>
    </dgm:pt>
    <dgm:pt modelId="{E7C2E114-BA4E-4F13-B01B-0FF56D866E45}">
      <dgm:prSet custT="1"/>
      <dgm:spPr/>
      <dgm:t>
        <a:bodyPr/>
        <a:lstStyle/>
        <a:p>
          <a:r>
            <a:rPr lang="en-US" sz="2400" b="0" i="0"/>
            <a:t>Summary</a:t>
          </a:r>
          <a:endParaRPr lang="en-US" sz="2400"/>
        </a:p>
      </dgm:t>
    </dgm:pt>
    <dgm:pt modelId="{657116DC-E3DF-44FF-A5E6-0EBFE25AB177}" type="parTrans" cxnId="{32FDCBA6-436B-4236-BE35-7C02BD76F381}">
      <dgm:prSet/>
      <dgm:spPr/>
      <dgm:t>
        <a:bodyPr/>
        <a:lstStyle/>
        <a:p>
          <a:endParaRPr lang="en-US" sz="2400"/>
        </a:p>
      </dgm:t>
    </dgm:pt>
    <dgm:pt modelId="{D0FD6655-F6AA-4191-A66B-CE045DF9E2FB}" type="sibTrans" cxnId="{32FDCBA6-436B-4236-BE35-7C02BD76F381}">
      <dgm:prSet/>
      <dgm:spPr/>
      <dgm:t>
        <a:bodyPr/>
        <a:lstStyle/>
        <a:p>
          <a:endParaRPr lang="en-US" sz="2400"/>
        </a:p>
      </dgm:t>
    </dgm:pt>
    <dgm:pt modelId="{54F977FF-7008-4C47-8DF7-9378B8CCADAC}" type="pres">
      <dgm:prSet presAssocID="{6592F6D0-2B3E-4E21-9C8C-4E13CCEEF88B}" presName="linear" presStyleCnt="0">
        <dgm:presLayoutVars>
          <dgm:animLvl val="lvl"/>
          <dgm:resizeHandles val="exact"/>
        </dgm:presLayoutVars>
      </dgm:prSet>
      <dgm:spPr/>
    </dgm:pt>
    <dgm:pt modelId="{9A14102D-A342-724F-B647-19E3662E8EE5}" type="pres">
      <dgm:prSet presAssocID="{D4241964-AA53-40B0-9350-06F16F53BB5F}" presName="parentText" presStyleLbl="node1" presStyleIdx="0" presStyleCnt="4">
        <dgm:presLayoutVars>
          <dgm:chMax val="0"/>
          <dgm:bulletEnabled val="1"/>
        </dgm:presLayoutVars>
      </dgm:prSet>
      <dgm:spPr/>
    </dgm:pt>
    <dgm:pt modelId="{965BA438-19AD-CB4A-9BFF-578259ACF418}" type="pres">
      <dgm:prSet presAssocID="{72BA7A8D-8FDE-4522-986C-96008432ED33}" presName="spacer" presStyleCnt="0"/>
      <dgm:spPr/>
    </dgm:pt>
    <dgm:pt modelId="{BE17C5FB-E328-1240-9857-F6CF4E20BE6E}" type="pres">
      <dgm:prSet presAssocID="{14E370F1-3C39-459D-93C9-A30FC9AAEE86}" presName="parentText" presStyleLbl="node1" presStyleIdx="1" presStyleCnt="4">
        <dgm:presLayoutVars>
          <dgm:chMax val="0"/>
          <dgm:bulletEnabled val="1"/>
        </dgm:presLayoutVars>
      </dgm:prSet>
      <dgm:spPr/>
    </dgm:pt>
    <dgm:pt modelId="{CC339351-8B36-5644-9221-641FEE7D4D71}" type="pres">
      <dgm:prSet presAssocID="{54286DC4-C2E9-4040-820C-E6FA63D5D8C3}" presName="spacer" presStyleCnt="0"/>
      <dgm:spPr/>
    </dgm:pt>
    <dgm:pt modelId="{62985207-1F7B-084E-93D8-9AEB4A2D7D8C}" type="pres">
      <dgm:prSet presAssocID="{6508CF35-1F6A-48DF-9C86-610E08D80733}" presName="parentText" presStyleLbl="node1" presStyleIdx="2" presStyleCnt="4">
        <dgm:presLayoutVars>
          <dgm:chMax val="0"/>
          <dgm:bulletEnabled val="1"/>
        </dgm:presLayoutVars>
      </dgm:prSet>
      <dgm:spPr/>
    </dgm:pt>
    <dgm:pt modelId="{D6BA369C-A0C7-564D-884D-2B49FA1BFB00}" type="pres">
      <dgm:prSet presAssocID="{1F7139A9-2F34-4095-8039-5A1407681253}" presName="spacer" presStyleCnt="0"/>
      <dgm:spPr/>
    </dgm:pt>
    <dgm:pt modelId="{027CFF48-37A7-D648-947B-DD3569590B54}" type="pres">
      <dgm:prSet presAssocID="{E7C2E114-BA4E-4F13-B01B-0FF56D866E45}" presName="parentText" presStyleLbl="node1" presStyleIdx="3" presStyleCnt="4">
        <dgm:presLayoutVars>
          <dgm:chMax val="0"/>
          <dgm:bulletEnabled val="1"/>
        </dgm:presLayoutVars>
      </dgm:prSet>
      <dgm:spPr/>
    </dgm:pt>
  </dgm:ptLst>
  <dgm:cxnLst>
    <dgm:cxn modelId="{F8FE7B3B-B83A-D44B-A68E-4C3DC5C4F364}" type="presOf" srcId="{E7C2E114-BA4E-4F13-B01B-0FF56D866E45}" destId="{027CFF48-37A7-D648-947B-DD3569590B54}" srcOrd="0" destOrd="0" presId="urn:microsoft.com/office/officeart/2005/8/layout/vList2"/>
    <dgm:cxn modelId="{66BE1A6A-EA27-6449-A86F-4E418A4B22BD}" type="presOf" srcId="{D4241964-AA53-40B0-9350-06F16F53BB5F}" destId="{9A14102D-A342-724F-B647-19E3662E8EE5}" srcOrd="0" destOrd="0" presId="urn:microsoft.com/office/officeart/2005/8/layout/vList2"/>
    <dgm:cxn modelId="{8AD40692-55B6-2D41-B445-F6011DCFE177}" type="presOf" srcId="{6592F6D0-2B3E-4E21-9C8C-4E13CCEEF88B}" destId="{54F977FF-7008-4C47-8DF7-9378B8CCADAC}" srcOrd="0" destOrd="0" presId="urn:microsoft.com/office/officeart/2005/8/layout/vList2"/>
    <dgm:cxn modelId="{32FDCBA6-436B-4236-BE35-7C02BD76F381}" srcId="{6592F6D0-2B3E-4E21-9C8C-4E13CCEEF88B}" destId="{E7C2E114-BA4E-4F13-B01B-0FF56D866E45}" srcOrd="3" destOrd="0" parTransId="{657116DC-E3DF-44FF-A5E6-0EBFE25AB177}" sibTransId="{D0FD6655-F6AA-4191-A66B-CE045DF9E2FB}"/>
    <dgm:cxn modelId="{50199CC0-0E8A-417B-9478-EDC945B16151}" srcId="{6592F6D0-2B3E-4E21-9C8C-4E13CCEEF88B}" destId="{D4241964-AA53-40B0-9350-06F16F53BB5F}" srcOrd="0" destOrd="0" parTransId="{B6E37FBB-7054-4A5B-B78A-0E6D87E633D5}" sibTransId="{72BA7A8D-8FDE-4522-986C-96008432ED33}"/>
    <dgm:cxn modelId="{C55401C2-EFE5-7E4F-8281-1C322F2B9A8B}" type="presOf" srcId="{14E370F1-3C39-459D-93C9-A30FC9AAEE86}" destId="{BE17C5FB-E328-1240-9857-F6CF4E20BE6E}" srcOrd="0" destOrd="0" presId="urn:microsoft.com/office/officeart/2005/8/layout/vList2"/>
    <dgm:cxn modelId="{435ED1D4-0BC7-43B1-91AC-71B8E26A14A6}" srcId="{6592F6D0-2B3E-4E21-9C8C-4E13CCEEF88B}" destId="{6508CF35-1F6A-48DF-9C86-610E08D80733}" srcOrd="2" destOrd="0" parTransId="{DB475DFC-B6B1-40E0-8700-893204745C43}" sibTransId="{1F7139A9-2F34-4095-8039-5A1407681253}"/>
    <dgm:cxn modelId="{F66ECEDB-FB76-5149-B280-F2638CDD1528}" type="presOf" srcId="{6508CF35-1F6A-48DF-9C86-610E08D80733}" destId="{62985207-1F7B-084E-93D8-9AEB4A2D7D8C}" srcOrd="0" destOrd="0" presId="urn:microsoft.com/office/officeart/2005/8/layout/vList2"/>
    <dgm:cxn modelId="{C82D3CF6-A590-44AD-90DC-E28F3A726918}" srcId="{6592F6D0-2B3E-4E21-9C8C-4E13CCEEF88B}" destId="{14E370F1-3C39-459D-93C9-A30FC9AAEE86}" srcOrd="1" destOrd="0" parTransId="{11C9B4A9-ED90-4BED-AF85-C2F37319DC2A}" sibTransId="{54286DC4-C2E9-4040-820C-E6FA63D5D8C3}"/>
    <dgm:cxn modelId="{B77B4979-4347-2141-8F64-BD659F9E8819}" type="presParOf" srcId="{54F977FF-7008-4C47-8DF7-9378B8CCADAC}" destId="{9A14102D-A342-724F-B647-19E3662E8EE5}" srcOrd="0" destOrd="0" presId="urn:microsoft.com/office/officeart/2005/8/layout/vList2"/>
    <dgm:cxn modelId="{6A22DED8-1784-5744-A375-DD11C9302D79}" type="presParOf" srcId="{54F977FF-7008-4C47-8DF7-9378B8CCADAC}" destId="{965BA438-19AD-CB4A-9BFF-578259ACF418}" srcOrd="1" destOrd="0" presId="urn:microsoft.com/office/officeart/2005/8/layout/vList2"/>
    <dgm:cxn modelId="{C22E4CC6-EAF9-824D-A0C8-142BD7449217}" type="presParOf" srcId="{54F977FF-7008-4C47-8DF7-9378B8CCADAC}" destId="{BE17C5FB-E328-1240-9857-F6CF4E20BE6E}" srcOrd="2" destOrd="0" presId="urn:microsoft.com/office/officeart/2005/8/layout/vList2"/>
    <dgm:cxn modelId="{25BD7FA8-7F33-A14B-9F6E-5FCABBCD7623}" type="presParOf" srcId="{54F977FF-7008-4C47-8DF7-9378B8CCADAC}" destId="{CC339351-8B36-5644-9221-641FEE7D4D71}" srcOrd="3" destOrd="0" presId="urn:microsoft.com/office/officeart/2005/8/layout/vList2"/>
    <dgm:cxn modelId="{8B05B2E4-B4F3-6541-AAB9-D9125E883B20}" type="presParOf" srcId="{54F977FF-7008-4C47-8DF7-9378B8CCADAC}" destId="{62985207-1F7B-084E-93D8-9AEB4A2D7D8C}" srcOrd="4" destOrd="0" presId="urn:microsoft.com/office/officeart/2005/8/layout/vList2"/>
    <dgm:cxn modelId="{41624771-00F0-A840-B9DD-CFA7C29F1B47}" type="presParOf" srcId="{54F977FF-7008-4C47-8DF7-9378B8CCADAC}" destId="{D6BA369C-A0C7-564D-884D-2B49FA1BFB00}" srcOrd="5" destOrd="0" presId="urn:microsoft.com/office/officeart/2005/8/layout/vList2"/>
    <dgm:cxn modelId="{0CF7F39C-47A2-794E-818F-4A17B6145F56}" type="presParOf" srcId="{54F977FF-7008-4C47-8DF7-9378B8CCADAC}" destId="{027CFF48-37A7-D648-947B-DD3569590B54}"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BDCC1AC-A1FF-4881-92C6-03A522FA6B0E}"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3E690B5-CDC1-4BCE-A148-0287DDB7E753}">
      <dgm:prSet/>
      <dgm:spPr/>
      <dgm:t>
        <a:bodyPr/>
        <a:lstStyle/>
        <a:p>
          <a:r>
            <a:rPr lang="en-US"/>
            <a:t>Boosting originated as an idea in theoretical machine learning, for “boosting” the performance of weak classifiers (i.e., combining many classifiers that each had modest accuracy to one that had high accuracy)</a:t>
          </a:r>
        </a:p>
      </dgm:t>
    </dgm:pt>
    <dgm:pt modelId="{C7DD7659-E431-4727-AE6C-33AA1547ABD7}" type="parTrans" cxnId="{C3119E71-FC3A-45F6-B7FC-C1875600B0ED}">
      <dgm:prSet/>
      <dgm:spPr/>
      <dgm:t>
        <a:bodyPr/>
        <a:lstStyle/>
        <a:p>
          <a:endParaRPr lang="en-US"/>
        </a:p>
      </dgm:t>
    </dgm:pt>
    <dgm:pt modelId="{1DDB3549-468B-45F9-8DFB-3EAA16479C91}" type="sibTrans" cxnId="{C3119E71-FC3A-45F6-B7FC-C1875600B0ED}">
      <dgm:prSet/>
      <dgm:spPr/>
      <dgm:t>
        <a:bodyPr/>
        <a:lstStyle/>
        <a:p>
          <a:endParaRPr lang="en-US"/>
        </a:p>
      </dgm:t>
    </dgm:pt>
    <dgm:pt modelId="{36F09562-924F-4CDC-AE5A-52F2FD5CAF6C}">
      <dgm:prSet/>
      <dgm:spPr/>
      <dgm:t>
        <a:bodyPr/>
        <a:lstStyle/>
        <a:p>
          <a:r>
            <a:rPr lang="en-US"/>
            <a:t>After some initial success in theory, during the 90s there came to be several practical applications of boosting methods</a:t>
          </a:r>
        </a:p>
      </dgm:t>
    </dgm:pt>
    <dgm:pt modelId="{50E0675B-D5CC-40BA-BBE0-C7EE03227E2A}" type="parTrans" cxnId="{059FF346-0728-4C65-99C5-796FBEC0F5A4}">
      <dgm:prSet/>
      <dgm:spPr/>
      <dgm:t>
        <a:bodyPr/>
        <a:lstStyle/>
        <a:p>
          <a:endParaRPr lang="en-US"/>
        </a:p>
      </dgm:t>
    </dgm:pt>
    <dgm:pt modelId="{6FE0D08D-5D11-41A7-880B-E0842AE92BE0}" type="sibTrans" cxnId="{059FF346-0728-4C65-99C5-796FBEC0F5A4}">
      <dgm:prSet/>
      <dgm:spPr/>
      <dgm:t>
        <a:bodyPr/>
        <a:lstStyle/>
        <a:p>
          <a:endParaRPr lang="en-US"/>
        </a:p>
      </dgm:t>
    </dgm:pt>
    <dgm:pt modelId="{E67CBD83-ECF4-47B1-BEB2-480FBAD5ACE7}">
      <dgm:prSet/>
      <dgm:spPr/>
      <dgm:t>
        <a:bodyPr/>
        <a:lstStyle/>
        <a:p>
          <a:r>
            <a:rPr lang="en-US"/>
            <a:t>There are </a:t>
          </a:r>
          <a:r>
            <a:rPr lang="en-US" i="1"/>
            <a:t>many </a:t>
          </a:r>
          <a:r>
            <a:rPr lang="en-US"/>
            <a:t>interpretations of boosting (experts still disagree on the “right” one!), and I’m going to highlight one:</a:t>
          </a:r>
        </a:p>
      </dgm:t>
    </dgm:pt>
    <dgm:pt modelId="{15EC465A-1D2A-45C7-85A3-6B2EEF68AB92}" type="parTrans" cxnId="{2027593E-3BC8-4E09-9635-C03C44A3F863}">
      <dgm:prSet/>
      <dgm:spPr/>
      <dgm:t>
        <a:bodyPr/>
        <a:lstStyle/>
        <a:p>
          <a:endParaRPr lang="en-US"/>
        </a:p>
      </dgm:t>
    </dgm:pt>
    <dgm:pt modelId="{6A11C7BE-1297-4DBA-9BFC-904502EF567A}" type="sibTrans" cxnId="{2027593E-3BC8-4E09-9635-C03C44A3F863}">
      <dgm:prSet/>
      <dgm:spPr/>
      <dgm:t>
        <a:bodyPr/>
        <a:lstStyle/>
        <a:p>
          <a:endParaRPr lang="en-US"/>
        </a:p>
      </dgm:t>
    </dgm:pt>
    <dgm:pt modelId="{90A102FD-68FA-4FD5-914B-169F8141C9D4}">
      <dgm:prSet/>
      <dgm:spPr/>
      <dgm:t>
        <a:bodyPr/>
        <a:lstStyle/>
        <a:p>
          <a:r>
            <a:rPr lang="en-US"/>
            <a:t>We focus on the Gradient Boosted Regression Trees (GBRT) algorithm</a:t>
          </a:r>
        </a:p>
      </dgm:t>
    </dgm:pt>
    <dgm:pt modelId="{C6422B3B-D23F-4AAE-84D5-78F1482879FA}" type="parTrans" cxnId="{41FE234F-2697-4A05-9751-8FEC3E280444}">
      <dgm:prSet/>
      <dgm:spPr/>
      <dgm:t>
        <a:bodyPr/>
        <a:lstStyle/>
        <a:p>
          <a:endParaRPr lang="en-US"/>
        </a:p>
      </dgm:t>
    </dgm:pt>
    <dgm:pt modelId="{C2C5E5F3-9666-42F9-9431-31895FBD9FAB}" type="sibTrans" cxnId="{41FE234F-2697-4A05-9751-8FEC3E280444}">
      <dgm:prSet/>
      <dgm:spPr/>
      <dgm:t>
        <a:bodyPr/>
        <a:lstStyle/>
        <a:p>
          <a:endParaRPr lang="en-US"/>
        </a:p>
      </dgm:t>
    </dgm:pt>
    <dgm:pt modelId="{3DE9BEB6-644B-4ECF-A9BA-E713AE37809D}" type="pres">
      <dgm:prSet presAssocID="{7BDCC1AC-A1FF-4881-92C6-03A522FA6B0E}" presName="root" presStyleCnt="0">
        <dgm:presLayoutVars>
          <dgm:dir/>
          <dgm:resizeHandles val="exact"/>
        </dgm:presLayoutVars>
      </dgm:prSet>
      <dgm:spPr/>
    </dgm:pt>
    <dgm:pt modelId="{58E33990-A5FB-4D76-B666-F11539E13EE8}" type="pres">
      <dgm:prSet presAssocID="{53E690B5-CDC1-4BCE-A148-0287DDB7E753}" presName="compNode" presStyleCnt="0"/>
      <dgm:spPr/>
    </dgm:pt>
    <dgm:pt modelId="{809A1806-BB21-458F-8917-96256C31E367}" type="pres">
      <dgm:prSet presAssocID="{53E690B5-CDC1-4BCE-A148-0287DDB7E753}"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erson with Idea"/>
        </a:ext>
      </dgm:extLst>
    </dgm:pt>
    <dgm:pt modelId="{07B012FA-3FBA-4756-977E-AE89D7E8B8F6}" type="pres">
      <dgm:prSet presAssocID="{53E690B5-CDC1-4BCE-A148-0287DDB7E753}" presName="spaceRect" presStyleCnt="0"/>
      <dgm:spPr/>
    </dgm:pt>
    <dgm:pt modelId="{33125907-E65B-4492-8D9E-141DBB07C6F5}" type="pres">
      <dgm:prSet presAssocID="{53E690B5-CDC1-4BCE-A148-0287DDB7E753}" presName="textRect" presStyleLbl="revTx" presStyleIdx="0" presStyleCnt="4">
        <dgm:presLayoutVars>
          <dgm:chMax val="1"/>
          <dgm:chPref val="1"/>
        </dgm:presLayoutVars>
      </dgm:prSet>
      <dgm:spPr/>
    </dgm:pt>
    <dgm:pt modelId="{2DD2ECEC-8247-423D-9B7C-0FFB5F3EEF79}" type="pres">
      <dgm:prSet presAssocID="{1DDB3549-468B-45F9-8DFB-3EAA16479C91}" presName="sibTrans" presStyleCnt="0"/>
      <dgm:spPr/>
    </dgm:pt>
    <dgm:pt modelId="{A2419EF1-5F5A-40B5-9889-F8892A5630D2}" type="pres">
      <dgm:prSet presAssocID="{36F09562-924F-4CDC-AE5A-52F2FD5CAF6C}" presName="compNode" presStyleCnt="0"/>
      <dgm:spPr/>
    </dgm:pt>
    <dgm:pt modelId="{5C1EF315-5A6C-49D8-BC9A-8D15295355F2}" type="pres">
      <dgm:prSet presAssocID="{36F09562-924F-4CDC-AE5A-52F2FD5CAF6C}"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ght Bulb and Gear"/>
        </a:ext>
      </dgm:extLst>
    </dgm:pt>
    <dgm:pt modelId="{3DE3BC78-4453-4725-9FCB-2FB1D6F85A91}" type="pres">
      <dgm:prSet presAssocID="{36F09562-924F-4CDC-AE5A-52F2FD5CAF6C}" presName="spaceRect" presStyleCnt="0"/>
      <dgm:spPr/>
    </dgm:pt>
    <dgm:pt modelId="{C4CC3939-4A69-48CF-95B0-0599510B79E5}" type="pres">
      <dgm:prSet presAssocID="{36F09562-924F-4CDC-AE5A-52F2FD5CAF6C}" presName="textRect" presStyleLbl="revTx" presStyleIdx="1" presStyleCnt="4">
        <dgm:presLayoutVars>
          <dgm:chMax val="1"/>
          <dgm:chPref val="1"/>
        </dgm:presLayoutVars>
      </dgm:prSet>
      <dgm:spPr/>
    </dgm:pt>
    <dgm:pt modelId="{C090690C-235E-4F3D-BC9D-C15973B391B5}" type="pres">
      <dgm:prSet presAssocID="{6FE0D08D-5D11-41A7-880B-E0842AE92BE0}" presName="sibTrans" presStyleCnt="0"/>
      <dgm:spPr/>
    </dgm:pt>
    <dgm:pt modelId="{3C3B876E-C549-4F4A-A038-CBFA3C1A0E99}" type="pres">
      <dgm:prSet presAssocID="{E67CBD83-ECF4-47B1-BEB2-480FBAD5ACE7}" presName="compNode" presStyleCnt="0"/>
      <dgm:spPr/>
    </dgm:pt>
    <dgm:pt modelId="{5CC0928A-28D8-4BF5-8112-F8680DDF291E}" type="pres">
      <dgm:prSet presAssocID="{E67CBD83-ECF4-47B1-BEB2-480FBAD5ACE7}"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ustomer Review"/>
        </a:ext>
      </dgm:extLst>
    </dgm:pt>
    <dgm:pt modelId="{BD3E4333-6999-4F20-818F-A3DE0B4A7E67}" type="pres">
      <dgm:prSet presAssocID="{E67CBD83-ECF4-47B1-BEB2-480FBAD5ACE7}" presName="spaceRect" presStyleCnt="0"/>
      <dgm:spPr/>
    </dgm:pt>
    <dgm:pt modelId="{9DEBCE6C-4F5A-4884-B363-5ECEE5FAA91E}" type="pres">
      <dgm:prSet presAssocID="{E67CBD83-ECF4-47B1-BEB2-480FBAD5ACE7}" presName="textRect" presStyleLbl="revTx" presStyleIdx="2" presStyleCnt="4">
        <dgm:presLayoutVars>
          <dgm:chMax val="1"/>
          <dgm:chPref val="1"/>
        </dgm:presLayoutVars>
      </dgm:prSet>
      <dgm:spPr/>
    </dgm:pt>
    <dgm:pt modelId="{B2D1EA2F-5FDA-4ADF-8667-1B20B21981B3}" type="pres">
      <dgm:prSet presAssocID="{6A11C7BE-1297-4DBA-9BFC-904502EF567A}" presName="sibTrans" presStyleCnt="0"/>
      <dgm:spPr/>
    </dgm:pt>
    <dgm:pt modelId="{A54C9A8B-9320-4565-942F-3442F425BA4E}" type="pres">
      <dgm:prSet presAssocID="{90A102FD-68FA-4FD5-914B-169F8141C9D4}" presName="compNode" presStyleCnt="0"/>
      <dgm:spPr/>
    </dgm:pt>
    <dgm:pt modelId="{2D1CCD65-C147-4F9D-AADD-54785A3173BA}" type="pres">
      <dgm:prSet presAssocID="{90A102FD-68FA-4FD5-914B-169F8141C9D4}"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eciduous tree"/>
        </a:ext>
      </dgm:extLst>
    </dgm:pt>
    <dgm:pt modelId="{E72010B5-012F-4259-A9D0-9B9AC42BD469}" type="pres">
      <dgm:prSet presAssocID="{90A102FD-68FA-4FD5-914B-169F8141C9D4}" presName="spaceRect" presStyleCnt="0"/>
      <dgm:spPr/>
    </dgm:pt>
    <dgm:pt modelId="{E14536A7-5744-473D-B530-5200BE5F6E36}" type="pres">
      <dgm:prSet presAssocID="{90A102FD-68FA-4FD5-914B-169F8141C9D4}" presName="textRect" presStyleLbl="revTx" presStyleIdx="3" presStyleCnt="4">
        <dgm:presLayoutVars>
          <dgm:chMax val="1"/>
          <dgm:chPref val="1"/>
        </dgm:presLayoutVars>
      </dgm:prSet>
      <dgm:spPr/>
    </dgm:pt>
  </dgm:ptLst>
  <dgm:cxnLst>
    <dgm:cxn modelId="{48239B3C-7EEB-4418-BC3F-D9231FDA2FE6}" type="presOf" srcId="{36F09562-924F-4CDC-AE5A-52F2FD5CAF6C}" destId="{C4CC3939-4A69-48CF-95B0-0599510B79E5}" srcOrd="0" destOrd="0" presId="urn:microsoft.com/office/officeart/2018/2/layout/IconLabelList"/>
    <dgm:cxn modelId="{2027593E-3BC8-4E09-9635-C03C44A3F863}" srcId="{7BDCC1AC-A1FF-4881-92C6-03A522FA6B0E}" destId="{E67CBD83-ECF4-47B1-BEB2-480FBAD5ACE7}" srcOrd="2" destOrd="0" parTransId="{15EC465A-1D2A-45C7-85A3-6B2EEF68AB92}" sibTransId="{6A11C7BE-1297-4DBA-9BFC-904502EF567A}"/>
    <dgm:cxn modelId="{059FF346-0728-4C65-99C5-796FBEC0F5A4}" srcId="{7BDCC1AC-A1FF-4881-92C6-03A522FA6B0E}" destId="{36F09562-924F-4CDC-AE5A-52F2FD5CAF6C}" srcOrd="1" destOrd="0" parTransId="{50E0675B-D5CC-40BA-BBE0-C7EE03227E2A}" sibTransId="{6FE0D08D-5D11-41A7-880B-E0842AE92BE0}"/>
    <dgm:cxn modelId="{41FE234F-2697-4A05-9751-8FEC3E280444}" srcId="{7BDCC1AC-A1FF-4881-92C6-03A522FA6B0E}" destId="{90A102FD-68FA-4FD5-914B-169F8141C9D4}" srcOrd="3" destOrd="0" parTransId="{C6422B3B-D23F-4AAE-84D5-78F1482879FA}" sibTransId="{C2C5E5F3-9666-42F9-9431-31895FBD9FAB}"/>
    <dgm:cxn modelId="{8306095A-78DB-49DA-B831-C18028DAB5AC}" type="presOf" srcId="{E67CBD83-ECF4-47B1-BEB2-480FBAD5ACE7}" destId="{9DEBCE6C-4F5A-4884-B363-5ECEE5FAA91E}" srcOrd="0" destOrd="0" presId="urn:microsoft.com/office/officeart/2018/2/layout/IconLabelList"/>
    <dgm:cxn modelId="{C3119E71-FC3A-45F6-B7FC-C1875600B0ED}" srcId="{7BDCC1AC-A1FF-4881-92C6-03A522FA6B0E}" destId="{53E690B5-CDC1-4BCE-A148-0287DDB7E753}" srcOrd="0" destOrd="0" parTransId="{C7DD7659-E431-4727-AE6C-33AA1547ABD7}" sibTransId="{1DDB3549-468B-45F9-8DFB-3EAA16479C91}"/>
    <dgm:cxn modelId="{49015397-3B5C-408A-9D6D-891C8B9A11D9}" type="presOf" srcId="{53E690B5-CDC1-4BCE-A148-0287DDB7E753}" destId="{33125907-E65B-4492-8D9E-141DBB07C6F5}" srcOrd="0" destOrd="0" presId="urn:microsoft.com/office/officeart/2018/2/layout/IconLabelList"/>
    <dgm:cxn modelId="{6E0B84E6-9F4F-49ED-A231-1FDEC2B87346}" type="presOf" srcId="{7BDCC1AC-A1FF-4881-92C6-03A522FA6B0E}" destId="{3DE9BEB6-644B-4ECF-A9BA-E713AE37809D}" srcOrd="0" destOrd="0" presId="urn:microsoft.com/office/officeart/2018/2/layout/IconLabelList"/>
    <dgm:cxn modelId="{78FD69FF-D9A3-41B6-B99E-C9E0D73EF704}" type="presOf" srcId="{90A102FD-68FA-4FD5-914B-169F8141C9D4}" destId="{E14536A7-5744-473D-B530-5200BE5F6E36}" srcOrd="0" destOrd="0" presId="urn:microsoft.com/office/officeart/2018/2/layout/IconLabelList"/>
    <dgm:cxn modelId="{2866601E-BAF3-439E-AE57-DC5BE9F944FE}" type="presParOf" srcId="{3DE9BEB6-644B-4ECF-A9BA-E713AE37809D}" destId="{58E33990-A5FB-4D76-B666-F11539E13EE8}" srcOrd="0" destOrd="0" presId="urn:microsoft.com/office/officeart/2018/2/layout/IconLabelList"/>
    <dgm:cxn modelId="{BF6EC35B-8155-4D36-99AF-DCA65B71062A}" type="presParOf" srcId="{58E33990-A5FB-4D76-B666-F11539E13EE8}" destId="{809A1806-BB21-458F-8917-96256C31E367}" srcOrd="0" destOrd="0" presId="urn:microsoft.com/office/officeart/2018/2/layout/IconLabelList"/>
    <dgm:cxn modelId="{5489B8BC-2C3F-478F-A550-62E28D686E65}" type="presParOf" srcId="{58E33990-A5FB-4D76-B666-F11539E13EE8}" destId="{07B012FA-3FBA-4756-977E-AE89D7E8B8F6}" srcOrd="1" destOrd="0" presId="urn:microsoft.com/office/officeart/2018/2/layout/IconLabelList"/>
    <dgm:cxn modelId="{0CF2A679-2C8C-4B8C-BC81-3268C10A1ECF}" type="presParOf" srcId="{58E33990-A5FB-4D76-B666-F11539E13EE8}" destId="{33125907-E65B-4492-8D9E-141DBB07C6F5}" srcOrd="2" destOrd="0" presId="urn:microsoft.com/office/officeart/2018/2/layout/IconLabelList"/>
    <dgm:cxn modelId="{6E91619B-0DF7-472A-B3BE-98C153EEC348}" type="presParOf" srcId="{3DE9BEB6-644B-4ECF-A9BA-E713AE37809D}" destId="{2DD2ECEC-8247-423D-9B7C-0FFB5F3EEF79}" srcOrd="1" destOrd="0" presId="urn:microsoft.com/office/officeart/2018/2/layout/IconLabelList"/>
    <dgm:cxn modelId="{C4DBF14F-419B-49A1-93DA-4F60CA1AA233}" type="presParOf" srcId="{3DE9BEB6-644B-4ECF-A9BA-E713AE37809D}" destId="{A2419EF1-5F5A-40B5-9889-F8892A5630D2}" srcOrd="2" destOrd="0" presId="urn:microsoft.com/office/officeart/2018/2/layout/IconLabelList"/>
    <dgm:cxn modelId="{C2C853AD-AAD2-4081-B4C7-FECE5E3BD981}" type="presParOf" srcId="{A2419EF1-5F5A-40B5-9889-F8892A5630D2}" destId="{5C1EF315-5A6C-49D8-BC9A-8D15295355F2}" srcOrd="0" destOrd="0" presId="urn:microsoft.com/office/officeart/2018/2/layout/IconLabelList"/>
    <dgm:cxn modelId="{A436AA6E-64BF-4B0E-BCAF-F1FC3B62FDA3}" type="presParOf" srcId="{A2419EF1-5F5A-40B5-9889-F8892A5630D2}" destId="{3DE3BC78-4453-4725-9FCB-2FB1D6F85A91}" srcOrd="1" destOrd="0" presId="urn:microsoft.com/office/officeart/2018/2/layout/IconLabelList"/>
    <dgm:cxn modelId="{006598D9-ABC3-48F1-B9CF-99BFFE132E27}" type="presParOf" srcId="{A2419EF1-5F5A-40B5-9889-F8892A5630D2}" destId="{C4CC3939-4A69-48CF-95B0-0599510B79E5}" srcOrd="2" destOrd="0" presId="urn:microsoft.com/office/officeart/2018/2/layout/IconLabelList"/>
    <dgm:cxn modelId="{29ACC6F1-06E2-4E14-A000-DE3EBCCA6A62}" type="presParOf" srcId="{3DE9BEB6-644B-4ECF-A9BA-E713AE37809D}" destId="{C090690C-235E-4F3D-BC9D-C15973B391B5}" srcOrd="3" destOrd="0" presId="urn:microsoft.com/office/officeart/2018/2/layout/IconLabelList"/>
    <dgm:cxn modelId="{40A604C7-57C4-4356-8917-2536B73606FB}" type="presParOf" srcId="{3DE9BEB6-644B-4ECF-A9BA-E713AE37809D}" destId="{3C3B876E-C549-4F4A-A038-CBFA3C1A0E99}" srcOrd="4" destOrd="0" presId="urn:microsoft.com/office/officeart/2018/2/layout/IconLabelList"/>
    <dgm:cxn modelId="{969FF9F7-AB2E-4F14-954C-0B4FA5C2A894}" type="presParOf" srcId="{3C3B876E-C549-4F4A-A038-CBFA3C1A0E99}" destId="{5CC0928A-28D8-4BF5-8112-F8680DDF291E}" srcOrd="0" destOrd="0" presId="urn:microsoft.com/office/officeart/2018/2/layout/IconLabelList"/>
    <dgm:cxn modelId="{6FFDCD83-9D77-476F-B873-F96AAD70908E}" type="presParOf" srcId="{3C3B876E-C549-4F4A-A038-CBFA3C1A0E99}" destId="{BD3E4333-6999-4F20-818F-A3DE0B4A7E67}" srcOrd="1" destOrd="0" presId="urn:microsoft.com/office/officeart/2018/2/layout/IconLabelList"/>
    <dgm:cxn modelId="{88ED7B33-519B-41FE-B700-EA79AB765563}" type="presParOf" srcId="{3C3B876E-C549-4F4A-A038-CBFA3C1A0E99}" destId="{9DEBCE6C-4F5A-4884-B363-5ECEE5FAA91E}" srcOrd="2" destOrd="0" presId="urn:microsoft.com/office/officeart/2018/2/layout/IconLabelList"/>
    <dgm:cxn modelId="{12CA8C5F-7700-49C8-918B-BDE8C675A05D}" type="presParOf" srcId="{3DE9BEB6-644B-4ECF-A9BA-E713AE37809D}" destId="{B2D1EA2F-5FDA-4ADF-8667-1B20B21981B3}" srcOrd="5" destOrd="0" presId="urn:microsoft.com/office/officeart/2018/2/layout/IconLabelList"/>
    <dgm:cxn modelId="{5428B2C8-650D-4D50-8528-9972448F5E91}" type="presParOf" srcId="{3DE9BEB6-644B-4ECF-A9BA-E713AE37809D}" destId="{A54C9A8B-9320-4565-942F-3442F425BA4E}" srcOrd="6" destOrd="0" presId="urn:microsoft.com/office/officeart/2018/2/layout/IconLabelList"/>
    <dgm:cxn modelId="{DEF306F9-97F7-4C5C-8697-FF326076F175}" type="presParOf" srcId="{A54C9A8B-9320-4565-942F-3442F425BA4E}" destId="{2D1CCD65-C147-4F9D-AADD-54785A3173BA}" srcOrd="0" destOrd="0" presId="urn:microsoft.com/office/officeart/2018/2/layout/IconLabelList"/>
    <dgm:cxn modelId="{E0C2811D-2472-46F4-9CFB-EBC8DF071BC0}" type="presParOf" srcId="{A54C9A8B-9320-4565-942F-3442F425BA4E}" destId="{E72010B5-012F-4259-A9D0-9B9AC42BD469}" srcOrd="1" destOrd="0" presId="urn:microsoft.com/office/officeart/2018/2/layout/IconLabelList"/>
    <dgm:cxn modelId="{C38D228C-61A0-422E-8048-8EFFE3FE65C5}" type="presParOf" srcId="{A54C9A8B-9320-4565-942F-3442F425BA4E}" destId="{E14536A7-5744-473D-B530-5200BE5F6E36}"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00BB31-A57C-974E-9667-9EFE4BA0616A}">
      <dsp:nvSpPr>
        <dsp:cNvPr id="0" name=""/>
        <dsp:cNvSpPr/>
      </dsp:nvSpPr>
      <dsp:spPr>
        <a:xfrm rot="5400000">
          <a:off x="1733002" y="1602730"/>
          <a:ext cx="6205348" cy="4551224"/>
        </a:xfrm>
        <a:prstGeom prst="round2Same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b="0" i="0" kern="1200"/>
            <a:t>Classification</a:t>
          </a:r>
          <a:endParaRPr lang="en-US" sz="2400" kern="1200"/>
        </a:p>
        <a:p>
          <a:pPr marL="228600" lvl="1" indent="-228600" algn="l" defTabSz="1066800">
            <a:lnSpc>
              <a:spcPct val="90000"/>
            </a:lnSpc>
            <a:spcBef>
              <a:spcPct val="0"/>
            </a:spcBef>
            <a:spcAft>
              <a:spcPct val="15000"/>
            </a:spcAft>
            <a:buChar char="•"/>
          </a:pPr>
          <a:r>
            <a:rPr lang="en-US" sz="2400" b="0" i="0" kern="1200"/>
            <a:t>Clustering</a:t>
          </a:r>
          <a:endParaRPr lang="en-US" sz="2400" kern="1200"/>
        </a:p>
        <a:p>
          <a:pPr marL="228600" lvl="1" indent="-228600" algn="l" defTabSz="1066800">
            <a:lnSpc>
              <a:spcPct val="90000"/>
            </a:lnSpc>
            <a:spcBef>
              <a:spcPct val="0"/>
            </a:spcBef>
            <a:spcAft>
              <a:spcPct val="15000"/>
            </a:spcAft>
            <a:buChar char="•"/>
          </a:pPr>
          <a:r>
            <a:rPr lang="en-US" sz="2400" b="0" i="0" kern="1200"/>
            <a:t>Collaborative Filtering</a:t>
          </a:r>
          <a:endParaRPr lang="en-US" sz="2400" kern="1200"/>
        </a:p>
      </dsp:txBody>
      <dsp:txXfrm rot="-5400000">
        <a:off x="2560064" y="997840"/>
        <a:ext cx="4329052" cy="5761004"/>
      </dsp:txXfrm>
    </dsp:sp>
    <dsp:sp modelId="{F608C9D5-60FE-004D-BB60-DBAF9ECDE604}">
      <dsp:nvSpPr>
        <dsp:cNvPr id="0" name=""/>
        <dsp:cNvSpPr/>
      </dsp:nvSpPr>
      <dsp:spPr>
        <a:xfrm>
          <a:off x="0" y="0"/>
          <a:ext cx="2560064" cy="7756686"/>
        </a:xfrm>
        <a:prstGeom prst="round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0" i="0" kern="1200"/>
            <a:t>Techniques for Machine Learning. There are 3 common categories of techniques:</a:t>
          </a:r>
          <a:endParaRPr lang="en-US" sz="2400" kern="1200"/>
        </a:p>
      </dsp:txBody>
      <dsp:txXfrm>
        <a:off x="124972" y="124972"/>
        <a:ext cx="2310120" cy="75067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93FAA7-F3CE-FA4C-8E49-66EB216EA84D}">
      <dsp:nvSpPr>
        <dsp:cNvPr id="0" name=""/>
        <dsp:cNvSpPr/>
      </dsp:nvSpPr>
      <dsp:spPr>
        <a:xfrm>
          <a:off x="0" y="216268"/>
          <a:ext cx="7111289" cy="2385703"/>
        </a:xfrm>
        <a:prstGeom prst="round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0" i="0" kern="1200"/>
            <a:t>We refer to the 𝜃 variables as the </a:t>
          </a:r>
          <a:r>
            <a:rPr lang="en-US" sz="2900" b="0" i="1" kern="1200"/>
            <a:t>parameters </a:t>
          </a:r>
          <a:r>
            <a:rPr lang="en-US" sz="2900" b="0" i="0" kern="1200"/>
            <a:t>of the machine learning algorithm</a:t>
          </a:r>
          <a:endParaRPr lang="en-US" sz="2900" kern="1200"/>
        </a:p>
      </dsp:txBody>
      <dsp:txXfrm>
        <a:off x="116460" y="332728"/>
        <a:ext cx="6878369" cy="2152783"/>
      </dsp:txXfrm>
    </dsp:sp>
    <dsp:sp modelId="{7AB8619D-64A0-984C-817B-A38F32B5430A}">
      <dsp:nvSpPr>
        <dsp:cNvPr id="0" name=""/>
        <dsp:cNvSpPr/>
      </dsp:nvSpPr>
      <dsp:spPr>
        <a:xfrm>
          <a:off x="0" y="2685491"/>
          <a:ext cx="7111289" cy="2385703"/>
        </a:xfrm>
        <a:prstGeom prst="roundRect">
          <a:avLst/>
        </a:prstGeom>
        <a:gradFill rotWithShape="0">
          <a:gsLst>
            <a:gs pos="0">
              <a:schemeClr val="accent2">
                <a:hueOff val="2340760"/>
                <a:satOff val="-2919"/>
                <a:lumOff val="686"/>
                <a:alphaOff val="0"/>
                <a:tint val="100000"/>
                <a:shade val="100000"/>
                <a:satMod val="130000"/>
              </a:schemeClr>
            </a:gs>
            <a:gs pos="100000">
              <a:schemeClr val="accent2">
                <a:hueOff val="2340760"/>
                <a:satOff val="-2919"/>
                <a:lumOff val="686"/>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0" i="0" kern="1200"/>
            <a:t>But there are other quantities that also affect the classifier: degree of polynomial, amount of regularization, etc; these are collectively referred to as the </a:t>
          </a:r>
          <a:r>
            <a:rPr lang="en-US" sz="2900" b="0" i="1" kern="1200"/>
            <a:t>hyperparameters </a:t>
          </a:r>
          <a:r>
            <a:rPr lang="en-US" sz="2900" b="0" i="0" kern="1200"/>
            <a:t>of the algorithm</a:t>
          </a:r>
          <a:endParaRPr lang="en-US" sz="2900" kern="1200"/>
        </a:p>
      </dsp:txBody>
      <dsp:txXfrm>
        <a:off x="116460" y="2801951"/>
        <a:ext cx="6878369" cy="2152783"/>
      </dsp:txXfrm>
    </dsp:sp>
    <dsp:sp modelId="{BA50B391-3F69-DA4D-A5EB-ADAD53292D3F}">
      <dsp:nvSpPr>
        <dsp:cNvPr id="0" name=""/>
        <dsp:cNvSpPr/>
      </dsp:nvSpPr>
      <dsp:spPr>
        <a:xfrm>
          <a:off x="0" y="5154714"/>
          <a:ext cx="7111289" cy="2385703"/>
        </a:xfrm>
        <a:prstGeom prst="roundRect">
          <a:avLst/>
        </a:prstGeom>
        <a:gradFill rotWithShape="0">
          <a:gsLst>
            <a:gs pos="0">
              <a:schemeClr val="accent2">
                <a:hueOff val="4681520"/>
                <a:satOff val="-5839"/>
                <a:lumOff val="1373"/>
                <a:alphaOff val="0"/>
                <a:tint val="100000"/>
                <a:shade val="100000"/>
                <a:satMod val="130000"/>
              </a:schemeClr>
            </a:gs>
            <a:gs pos="100000">
              <a:schemeClr val="accent2">
                <a:hueOff val="4681520"/>
                <a:satOff val="-5839"/>
                <a:lumOff val="1373"/>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0" i="0" kern="1200"/>
            <a:t>Basic idea of cross-validation: use training set to determine the parameters, use holdout set to determine the hyperparameters</a:t>
          </a:r>
          <a:endParaRPr lang="en-US" sz="2900" kern="1200"/>
        </a:p>
      </dsp:txBody>
      <dsp:txXfrm>
        <a:off x="116460" y="5271174"/>
        <a:ext cx="6878369" cy="215278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14102D-A342-724F-B647-19E3662E8EE5}">
      <dsp:nvSpPr>
        <dsp:cNvPr id="0" name=""/>
        <dsp:cNvSpPr/>
      </dsp:nvSpPr>
      <dsp:spPr>
        <a:xfrm>
          <a:off x="0" y="1163943"/>
          <a:ext cx="7111289" cy="1216800"/>
        </a:xfrm>
        <a:prstGeom prst="round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a:t>Overview</a:t>
          </a:r>
          <a:endParaRPr lang="en-US" sz="2400" kern="1200"/>
        </a:p>
      </dsp:txBody>
      <dsp:txXfrm>
        <a:off x="59399" y="1223342"/>
        <a:ext cx="6992491" cy="1098002"/>
      </dsp:txXfrm>
    </dsp:sp>
    <dsp:sp modelId="{BE17C5FB-E328-1240-9857-F6CF4E20BE6E}">
      <dsp:nvSpPr>
        <dsp:cNvPr id="0" name=""/>
        <dsp:cNvSpPr/>
      </dsp:nvSpPr>
      <dsp:spPr>
        <a:xfrm>
          <a:off x="0" y="2567943"/>
          <a:ext cx="7111289" cy="1216800"/>
        </a:xfrm>
        <a:prstGeom prst="roundRect">
          <a:avLst/>
        </a:prstGeom>
        <a:gradFill rotWithShape="0">
          <a:gsLst>
            <a:gs pos="0">
              <a:schemeClr val="accent2">
                <a:hueOff val="1560507"/>
                <a:satOff val="-1946"/>
                <a:lumOff val="458"/>
                <a:alphaOff val="0"/>
                <a:tint val="100000"/>
                <a:shade val="100000"/>
                <a:satMod val="130000"/>
              </a:schemeClr>
            </a:gs>
            <a:gs pos="100000">
              <a:schemeClr val="accent2">
                <a:hueOff val="1560507"/>
                <a:satOff val="-1946"/>
                <a:lumOff val="45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a:t>Classification Models</a:t>
          </a:r>
          <a:endParaRPr lang="en-US" sz="2400" kern="1200"/>
        </a:p>
      </dsp:txBody>
      <dsp:txXfrm>
        <a:off x="59399" y="2627342"/>
        <a:ext cx="6992491" cy="1098002"/>
      </dsp:txXfrm>
    </dsp:sp>
    <dsp:sp modelId="{62985207-1F7B-084E-93D8-9AEB4A2D7D8C}">
      <dsp:nvSpPr>
        <dsp:cNvPr id="0" name=""/>
        <dsp:cNvSpPr/>
      </dsp:nvSpPr>
      <dsp:spPr>
        <a:xfrm>
          <a:off x="0" y="3971943"/>
          <a:ext cx="7111289" cy="1216800"/>
        </a:xfrm>
        <a:prstGeom prst="roundRect">
          <a:avLst/>
        </a:prstGeom>
        <a:gradFill rotWithShape="0">
          <a:gsLst>
            <a:gs pos="0">
              <a:schemeClr val="accent2">
                <a:hueOff val="3121013"/>
                <a:satOff val="-3893"/>
                <a:lumOff val="915"/>
                <a:alphaOff val="0"/>
                <a:tint val="100000"/>
                <a:shade val="100000"/>
                <a:satMod val="130000"/>
              </a:schemeClr>
            </a:gs>
            <a:gs pos="100000">
              <a:schemeClr val="accent2">
                <a:hueOff val="3121013"/>
                <a:satOff val="-3893"/>
                <a:lumOff val="915"/>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a:t>Comparison of Classification Models</a:t>
          </a:r>
          <a:endParaRPr lang="en-US" sz="2400" kern="1200"/>
        </a:p>
      </dsp:txBody>
      <dsp:txXfrm>
        <a:off x="59399" y="4031342"/>
        <a:ext cx="6992491" cy="1098002"/>
      </dsp:txXfrm>
    </dsp:sp>
    <dsp:sp modelId="{027CFF48-37A7-D648-947B-DD3569590B54}">
      <dsp:nvSpPr>
        <dsp:cNvPr id="0" name=""/>
        <dsp:cNvSpPr/>
      </dsp:nvSpPr>
      <dsp:spPr>
        <a:xfrm>
          <a:off x="0" y="5375943"/>
          <a:ext cx="7111289" cy="1216800"/>
        </a:xfrm>
        <a:prstGeom prst="roundRect">
          <a:avLst/>
        </a:prstGeom>
        <a:gradFill rotWithShape="0">
          <a:gsLst>
            <a:gs pos="0">
              <a:schemeClr val="accent2">
                <a:hueOff val="4681520"/>
                <a:satOff val="-5839"/>
                <a:lumOff val="1373"/>
                <a:alphaOff val="0"/>
                <a:tint val="100000"/>
                <a:shade val="100000"/>
                <a:satMod val="130000"/>
              </a:schemeClr>
            </a:gs>
            <a:gs pos="100000">
              <a:schemeClr val="accent2">
                <a:hueOff val="4681520"/>
                <a:satOff val="-5839"/>
                <a:lumOff val="1373"/>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a:t>Summary</a:t>
          </a:r>
          <a:endParaRPr lang="en-US" sz="2400" kern="1200"/>
        </a:p>
      </dsp:txBody>
      <dsp:txXfrm>
        <a:off x="59399" y="5435342"/>
        <a:ext cx="6992491" cy="109800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9A1806-BB21-458F-8917-96256C31E367}">
      <dsp:nvSpPr>
        <dsp:cNvPr id="0" name=""/>
        <dsp:cNvSpPr/>
      </dsp:nvSpPr>
      <dsp:spPr>
        <a:xfrm>
          <a:off x="1026331" y="1746338"/>
          <a:ext cx="1087209" cy="10872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3125907-E65B-4492-8D9E-141DBB07C6F5}">
      <dsp:nvSpPr>
        <dsp:cNvPr id="0" name=""/>
        <dsp:cNvSpPr/>
      </dsp:nvSpPr>
      <dsp:spPr>
        <a:xfrm>
          <a:off x="361925" y="3204262"/>
          <a:ext cx="2416021" cy="101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Boosting originated as an idea in theoretical machine learning, for “boosting” the performance of weak classifiers (i.e., combining many classifiers that each had modest accuracy to one that had high accuracy)</a:t>
          </a:r>
        </a:p>
      </dsp:txBody>
      <dsp:txXfrm>
        <a:off x="361925" y="3204262"/>
        <a:ext cx="2416021" cy="1012500"/>
      </dsp:txXfrm>
    </dsp:sp>
    <dsp:sp modelId="{5C1EF315-5A6C-49D8-BC9A-8D15295355F2}">
      <dsp:nvSpPr>
        <dsp:cNvPr id="0" name=""/>
        <dsp:cNvSpPr/>
      </dsp:nvSpPr>
      <dsp:spPr>
        <a:xfrm>
          <a:off x="3865157" y="1746338"/>
          <a:ext cx="1087209" cy="10872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4CC3939-4A69-48CF-95B0-0599510B79E5}">
      <dsp:nvSpPr>
        <dsp:cNvPr id="0" name=""/>
        <dsp:cNvSpPr/>
      </dsp:nvSpPr>
      <dsp:spPr>
        <a:xfrm>
          <a:off x="3200751" y="3204262"/>
          <a:ext cx="2416021" cy="101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After some initial success in theory, during the 90s there came to be several practical applications of boosting methods</a:t>
          </a:r>
        </a:p>
      </dsp:txBody>
      <dsp:txXfrm>
        <a:off x="3200751" y="3204262"/>
        <a:ext cx="2416021" cy="1012500"/>
      </dsp:txXfrm>
    </dsp:sp>
    <dsp:sp modelId="{5CC0928A-28D8-4BF5-8112-F8680DDF291E}">
      <dsp:nvSpPr>
        <dsp:cNvPr id="0" name=""/>
        <dsp:cNvSpPr/>
      </dsp:nvSpPr>
      <dsp:spPr>
        <a:xfrm>
          <a:off x="6703983" y="1746338"/>
          <a:ext cx="1087209" cy="10872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DEBCE6C-4F5A-4884-B363-5ECEE5FAA91E}">
      <dsp:nvSpPr>
        <dsp:cNvPr id="0" name=""/>
        <dsp:cNvSpPr/>
      </dsp:nvSpPr>
      <dsp:spPr>
        <a:xfrm>
          <a:off x="6039577" y="3204262"/>
          <a:ext cx="2416021" cy="101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There are </a:t>
          </a:r>
          <a:r>
            <a:rPr lang="en-US" sz="1100" i="1" kern="1200"/>
            <a:t>many </a:t>
          </a:r>
          <a:r>
            <a:rPr lang="en-US" sz="1100" kern="1200"/>
            <a:t>interpretations of boosting (experts still disagree on the “right” one!), and I’m going to highlight one:</a:t>
          </a:r>
        </a:p>
      </dsp:txBody>
      <dsp:txXfrm>
        <a:off x="6039577" y="3204262"/>
        <a:ext cx="2416021" cy="1012500"/>
      </dsp:txXfrm>
    </dsp:sp>
    <dsp:sp modelId="{2D1CCD65-C147-4F9D-AADD-54785A3173BA}">
      <dsp:nvSpPr>
        <dsp:cNvPr id="0" name=""/>
        <dsp:cNvSpPr/>
      </dsp:nvSpPr>
      <dsp:spPr>
        <a:xfrm>
          <a:off x="9542809" y="1746338"/>
          <a:ext cx="1087209" cy="10872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14536A7-5744-473D-B530-5200BE5F6E36}">
      <dsp:nvSpPr>
        <dsp:cNvPr id="0" name=""/>
        <dsp:cNvSpPr/>
      </dsp:nvSpPr>
      <dsp:spPr>
        <a:xfrm>
          <a:off x="8878403" y="3204262"/>
          <a:ext cx="2416021" cy="101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We focus on the Gradient Boosted Regression Trees (GBRT) algorithm</a:t>
          </a:r>
        </a:p>
      </dsp:txBody>
      <dsp:txXfrm>
        <a:off x="8878403" y="3204262"/>
        <a:ext cx="2416021" cy="1012500"/>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67900" y="731500"/>
            <a:ext cx="8670300" cy="36576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300475" y="4632950"/>
            <a:ext cx="10403825" cy="43891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1: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3: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 name="Google Shape;46;p3: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4: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 name="Google Shape;64;p4: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5: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 name="Google Shape;70;p5: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6: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6: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6"/>
        <p:cNvGrpSpPr/>
        <p:nvPr/>
      </p:nvGrpSpPr>
      <p:grpSpPr>
        <a:xfrm>
          <a:off x="0" y="0"/>
          <a:ext cx="0" cy="0"/>
          <a:chOff x="0" y="0"/>
          <a:chExt cx="0" cy="0"/>
        </a:xfrm>
      </p:grpSpPr>
      <p:sp>
        <p:nvSpPr>
          <p:cNvPr id="2097" name="Google Shape;2097;p94: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8" name="Google Shape;2098;p94: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81436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1"/>
        <p:cNvGrpSpPr/>
        <p:nvPr/>
      </p:nvGrpSpPr>
      <p:grpSpPr>
        <a:xfrm>
          <a:off x="0" y="0"/>
          <a:ext cx="0" cy="0"/>
          <a:chOff x="0" y="0"/>
          <a:chExt cx="0" cy="0"/>
        </a:xfrm>
      </p:grpSpPr>
      <p:sp>
        <p:nvSpPr>
          <p:cNvPr id="2162" name="Google Shape;2162;p98: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3" name="Google Shape;2163;p98: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12265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5"/>
        <p:cNvGrpSpPr/>
        <p:nvPr/>
      </p:nvGrpSpPr>
      <p:grpSpPr>
        <a:xfrm>
          <a:off x="0" y="0"/>
          <a:ext cx="0" cy="0"/>
          <a:chOff x="0" y="0"/>
          <a:chExt cx="0" cy="0"/>
        </a:xfrm>
      </p:grpSpPr>
      <p:sp>
        <p:nvSpPr>
          <p:cNvPr id="2176" name="Google Shape;2176;p99: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7" name="Google Shape;2177;p99: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04787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8"/>
        <p:cNvGrpSpPr/>
        <p:nvPr/>
      </p:nvGrpSpPr>
      <p:grpSpPr>
        <a:xfrm>
          <a:off x="0" y="0"/>
          <a:ext cx="0" cy="0"/>
          <a:chOff x="0" y="0"/>
          <a:chExt cx="0" cy="0"/>
        </a:xfrm>
      </p:grpSpPr>
      <p:sp>
        <p:nvSpPr>
          <p:cNvPr id="2129" name="Google Shape;2129;p97: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0" name="Google Shape;2130;p97: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20075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6"/>
        <p:cNvGrpSpPr/>
        <p:nvPr/>
      </p:nvGrpSpPr>
      <p:grpSpPr>
        <a:xfrm>
          <a:off x="0" y="0"/>
          <a:ext cx="0" cy="0"/>
          <a:chOff x="0" y="0"/>
          <a:chExt cx="0" cy="0"/>
        </a:xfrm>
      </p:grpSpPr>
      <p:sp>
        <p:nvSpPr>
          <p:cNvPr id="2187" name="Google Shape;2187;p100: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8" name="Google Shape;2188;p100: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13519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0"/>
        <p:cNvGrpSpPr/>
        <p:nvPr/>
      </p:nvGrpSpPr>
      <p:grpSpPr>
        <a:xfrm>
          <a:off x="0" y="0"/>
          <a:ext cx="0" cy="0"/>
          <a:chOff x="0" y="0"/>
          <a:chExt cx="0" cy="0"/>
        </a:xfrm>
      </p:grpSpPr>
      <p:sp>
        <p:nvSpPr>
          <p:cNvPr id="2111" name="Google Shape;2111;p96: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2" name="Google Shape;2112;p96: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06381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3"/>
        <p:cNvGrpSpPr/>
        <p:nvPr/>
      </p:nvGrpSpPr>
      <p:grpSpPr>
        <a:xfrm>
          <a:off x="0" y="0"/>
          <a:ext cx="0" cy="0"/>
          <a:chOff x="0" y="0"/>
          <a:chExt cx="0" cy="0"/>
        </a:xfrm>
      </p:grpSpPr>
      <p:sp>
        <p:nvSpPr>
          <p:cNvPr id="2194" name="Google Shape;2194;p101: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5" name="Google Shape;2195;p101: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08920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9"/>
        <p:cNvGrpSpPr/>
        <p:nvPr/>
      </p:nvGrpSpPr>
      <p:grpSpPr>
        <a:xfrm>
          <a:off x="0" y="0"/>
          <a:ext cx="0" cy="0"/>
          <a:chOff x="0" y="0"/>
          <a:chExt cx="0" cy="0"/>
        </a:xfrm>
      </p:grpSpPr>
      <p:sp>
        <p:nvSpPr>
          <p:cNvPr id="2250" name="Google Shape;2250;p102: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1" name="Google Shape;2251;p102: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67159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6"/>
        <p:cNvGrpSpPr/>
        <p:nvPr/>
      </p:nvGrpSpPr>
      <p:grpSpPr>
        <a:xfrm>
          <a:off x="0" y="0"/>
          <a:ext cx="0" cy="0"/>
          <a:chOff x="0" y="0"/>
          <a:chExt cx="0" cy="0"/>
        </a:xfrm>
      </p:grpSpPr>
      <p:sp>
        <p:nvSpPr>
          <p:cNvPr id="2327" name="Google Shape;2327;p103: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8" name="Google Shape;2328;p103: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80582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5"/>
        <p:cNvGrpSpPr/>
        <p:nvPr/>
      </p:nvGrpSpPr>
      <p:grpSpPr>
        <a:xfrm>
          <a:off x="0" y="0"/>
          <a:ext cx="0" cy="0"/>
          <a:chOff x="0" y="0"/>
          <a:chExt cx="0" cy="0"/>
        </a:xfrm>
      </p:grpSpPr>
      <p:sp>
        <p:nvSpPr>
          <p:cNvPr id="2376" name="Google Shape;2376;p104: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7" name="Google Shape;2377;p104: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90559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9"/>
        <p:cNvGrpSpPr/>
        <p:nvPr/>
      </p:nvGrpSpPr>
      <p:grpSpPr>
        <a:xfrm>
          <a:off x="0" y="0"/>
          <a:ext cx="0" cy="0"/>
          <a:chOff x="0" y="0"/>
          <a:chExt cx="0" cy="0"/>
        </a:xfrm>
      </p:grpSpPr>
      <p:sp>
        <p:nvSpPr>
          <p:cNvPr id="2390" name="Google Shape;2390;p105: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1" name="Google Shape;2391;p105: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21769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6"/>
        <p:cNvGrpSpPr/>
        <p:nvPr/>
      </p:nvGrpSpPr>
      <p:grpSpPr>
        <a:xfrm>
          <a:off x="0" y="0"/>
          <a:ext cx="0" cy="0"/>
          <a:chOff x="0" y="0"/>
          <a:chExt cx="0" cy="0"/>
        </a:xfrm>
      </p:grpSpPr>
      <p:sp>
        <p:nvSpPr>
          <p:cNvPr id="2477" name="Google Shape;2477;p110: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8" name="Google Shape;2478;p110: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3934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3"/>
        <p:cNvGrpSpPr/>
        <p:nvPr/>
      </p:nvGrpSpPr>
      <p:grpSpPr>
        <a:xfrm>
          <a:off x="0" y="0"/>
          <a:ext cx="0" cy="0"/>
          <a:chOff x="0" y="0"/>
          <a:chExt cx="0" cy="0"/>
        </a:xfrm>
      </p:grpSpPr>
      <p:sp>
        <p:nvSpPr>
          <p:cNvPr id="2484" name="Google Shape;2484;p111: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5" name="Google Shape;2485;p111: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8052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1"/>
        <p:cNvGrpSpPr/>
        <p:nvPr/>
      </p:nvGrpSpPr>
      <p:grpSpPr>
        <a:xfrm>
          <a:off x="0" y="0"/>
          <a:ext cx="0" cy="0"/>
          <a:chOff x="0" y="0"/>
          <a:chExt cx="0" cy="0"/>
        </a:xfrm>
      </p:grpSpPr>
      <p:sp>
        <p:nvSpPr>
          <p:cNvPr id="2502" name="Google Shape;2502;p112: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03" name="Google Shape;2503;p112: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83685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0"/>
        <p:cNvGrpSpPr/>
        <p:nvPr/>
      </p:nvGrpSpPr>
      <p:grpSpPr>
        <a:xfrm>
          <a:off x="0" y="0"/>
          <a:ext cx="0" cy="0"/>
          <a:chOff x="0" y="0"/>
          <a:chExt cx="0" cy="0"/>
        </a:xfrm>
      </p:grpSpPr>
      <p:sp>
        <p:nvSpPr>
          <p:cNvPr id="2621" name="Google Shape;2621;p115: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22" name="Google Shape;2622;p115: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78932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6"/>
        <p:cNvGrpSpPr/>
        <p:nvPr/>
      </p:nvGrpSpPr>
      <p:grpSpPr>
        <a:xfrm>
          <a:off x="0" y="0"/>
          <a:ext cx="0" cy="0"/>
          <a:chOff x="0" y="0"/>
          <a:chExt cx="0" cy="0"/>
        </a:xfrm>
      </p:grpSpPr>
      <p:sp>
        <p:nvSpPr>
          <p:cNvPr id="2727" name="Google Shape;2727;p116: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28" name="Google Shape;2728;p116: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78147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8"/>
        <p:cNvGrpSpPr/>
        <p:nvPr/>
      </p:nvGrpSpPr>
      <p:grpSpPr>
        <a:xfrm>
          <a:off x="0" y="0"/>
          <a:ext cx="0" cy="0"/>
          <a:chOff x="0" y="0"/>
          <a:chExt cx="0" cy="0"/>
        </a:xfrm>
      </p:grpSpPr>
      <p:sp>
        <p:nvSpPr>
          <p:cNvPr id="2799" name="Google Shape;2799;p117: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0" name="Google Shape;2800;p117: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68619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p39: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7" name="Google Shape;907;p39: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5"/>
        <p:cNvGrpSpPr/>
        <p:nvPr/>
      </p:nvGrpSpPr>
      <p:grpSpPr>
        <a:xfrm>
          <a:off x="0" y="0"/>
          <a:ext cx="0" cy="0"/>
          <a:chOff x="0" y="0"/>
          <a:chExt cx="0" cy="0"/>
        </a:xfrm>
      </p:grpSpPr>
      <p:sp>
        <p:nvSpPr>
          <p:cNvPr id="1146" name="Google Shape;1146;p53: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7" name="Google Shape;1147;p53: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37728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1"/>
        <p:cNvGrpSpPr/>
        <p:nvPr/>
      </p:nvGrpSpPr>
      <p:grpSpPr>
        <a:xfrm>
          <a:off x="0" y="0"/>
          <a:ext cx="0" cy="0"/>
          <a:chOff x="0" y="0"/>
          <a:chExt cx="0" cy="0"/>
        </a:xfrm>
      </p:grpSpPr>
      <p:sp>
        <p:nvSpPr>
          <p:cNvPr id="1032" name="Google Shape;1032;p46: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3" name="Google Shape;1033;p46: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p40: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3" name="Google Shape;913;p40: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p41: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9" name="Google Shape;919;p41: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p42: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0" name="Google Shape;940;p42: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p43: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1" name="Google Shape;961;p43: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p44: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1" name="Google Shape;1001;p44: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9"/>
        <p:cNvGrpSpPr/>
        <p:nvPr/>
      </p:nvGrpSpPr>
      <p:grpSpPr>
        <a:xfrm>
          <a:off x="0" y="0"/>
          <a:ext cx="0" cy="0"/>
          <a:chOff x="0" y="0"/>
          <a:chExt cx="0" cy="0"/>
        </a:xfrm>
      </p:grpSpPr>
      <p:sp>
        <p:nvSpPr>
          <p:cNvPr id="1280" name="Google Shape;1280;p63: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1" name="Google Shape;1281;p63: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19443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0"/>
        <p:cNvGrpSpPr/>
        <p:nvPr/>
      </p:nvGrpSpPr>
      <p:grpSpPr>
        <a:xfrm>
          <a:off x="0" y="0"/>
          <a:ext cx="0" cy="0"/>
          <a:chOff x="0" y="0"/>
          <a:chExt cx="0" cy="0"/>
        </a:xfrm>
      </p:grpSpPr>
      <p:sp>
        <p:nvSpPr>
          <p:cNvPr id="1301" name="Google Shape;1301;p64: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2" name="Google Shape;1302;p64: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7665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0"/>
        <p:cNvGrpSpPr/>
        <p:nvPr/>
      </p:nvGrpSpPr>
      <p:grpSpPr>
        <a:xfrm>
          <a:off x="0" y="0"/>
          <a:ext cx="0" cy="0"/>
          <a:chOff x="0" y="0"/>
          <a:chExt cx="0" cy="0"/>
        </a:xfrm>
      </p:grpSpPr>
      <p:sp>
        <p:nvSpPr>
          <p:cNvPr id="1331" name="Google Shape;1331;p65: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2" name="Google Shape;1332;p65: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25597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p45: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9" name="Google Shape;1019;p45: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p:cNvGrpSpPr/>
        <p:nvPr/>
      </p:nvGrpSpPr>
      <p:grpSpPr>
        <a:xfrm>
          <a:off x="0" y="0"/>
          <a:ext cx="0" cy="0"/>
          <a:chOff x="0" y="0"/>
          <a:chExt cx="0" cy="0"/>
        </a:xfrm>
      </p:grpSpPr>
      <p:sp>
        <p:nvSpPr>
          <p:cNvPr id="1038" name="Google Shape;1038;p47: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9" name="Google Shape;1039;p47: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p48: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0" name="Google Shape;1050;p48: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p49: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4" name="Google Shape;1074;p49: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0"/>
        <p:cNvGrpSpPr/>
        <p:nvPr/>
      </p:nvGrpSpPr>
      <p:grpSpPr>
        <a:xfrm>
          <a:off x="0" y="0"/>
          <a:ext cx="0" cy="0"/>
          <a:chOff x="0" y="0"/>
          <a:chExt cx="0" cy="0"/>
        </a:xfrm>
      </p:grpSpPr>
      <p:sp>
        <p:nvSpPr>
          <p:cNvPr id="1101" name="Google Shape;1101;p50: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2" name="Google Shape;1102;p50: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7"/>
        <p:cNvGrpSpPr/>
        <p:nvPr/>
      </p:nvGrpSpPr>
      <p:grpSpPr>
        <a:xfrm>
          <a:off x="0" y="0"/>
          <a:ext cx="0" cy="0"/>
          <a:chOff x="0" y="0"/>
          <a:chExt cx="0" cy="0"/>
        </a:xfrm>
      </p:grpSpPr>
      <p:sp>
        <p:nvSpPr>
          <p:cNvPr id="1128" name="Google Shape;1128;p51: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9" name="Google Shape;1129;p51: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6"/>
        <p:cNvGrpSpPr/>
        <p:nvPr/>
      </p:nvGrpSpPr>
      <p:grpSpPr>
        <a:xfrm>
          <a:off x="0" y="0"/>
          <a:ext cx="0" cy="0"/>
          <a:chOff x="0" y="0"/>
          <a:chExt cx="0" cy="0"/>
        </a:xfrm>
      </p:grpSpPr>
      <p:sp>
        <p:nvSpPr>
          <p:cNvPr id="1137" name="Google Shape;1137;p52: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8" name="Google Shape;1138;p52: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p54: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3" name="Google Shape;1153;p54: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3"/>
        <p:cNvGrpSpPr/>
        <p:nvPr/>
      </p:nvGrpSpPr>
      <p:grpSpPr>
        <a:xfrm>
          <a:off x="0" y="0"/>
          <a:ext cx="0" cy="0"/>
          <a:chOff x="0" y="0"/>
          <a:chExt cx="0" cy="0"/>
        </a:xfrm>
      </p:grpSpPr>
      <p:sp>
        <p:nvSpPr>
          <p:cNvPr id="1164" name="Google Shape;1164;p55: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5" name="Google Shape;1165;p55: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0"/>
        <p:cNvGrpSpPr/>
        <p:nvPr/>
      </p:nvGrpSpPr>
      <p:grpSpPr>
        <a:xfrm>
          <a:off x="0" y="0"/>
          <a:ext cx="0" cy="0"/>
          <a:chOff x="0" y="0"/>
          <a:chExt cx="0" cy="0"/>
        </a:xfrm>
      </p:grpSpPr>
      <p:sp>
        <p:nvSpPr>
          <p:cNvPr id="3331" name="Google Shape;3331;p140: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32" name="Google Shape;3332;p140: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30706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2"/>
        <p:cNvGrpSpPr/>
        <p:nvPr/>
      </p:nvGrpSpPr>
      <p:grpSpPr>
        <a:xfrm>
          <a:off x="0" y="0"/>
          <a:ext cx="0" cy="0"/>
          <a:chOff x="0" y="0"/>
          <a:chExt cx="0" cy="0"/>
        </a:xfrm>
      </p:grpSpPr>
      <p:sp>
        <p:nvSpPr>
          <p:cNvPr id="3263" name="Google Shape;3263;p139: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64" name="Google Shape;3264;p139: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97213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6"/>
        <p:cNvGrpSpPr/>
        <p:nvPr/>
      </p:nvGrpSpPr>
      <p:grpSpPr>
        <a:xfrm>
          <a:off x="0" y="0"/>
          <a:ext cx="0" cy="0"/>
          <a:chOff x="0" y="0"/>
          <a:chExt cx="0" cy="0"/>
        </a:xfrm>
      </p:grpSpPr>
      <p:sp>
        <p:nvSpPr>
          <p:cNvPr id="3357" name="Google Shape;3357;p141: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8" name="Google Shape;3358;p141: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052750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5"/>
        <p:cNvGrpSpPr/>
        <p:nvPr/>
      </p:nvGrpSpPr>
      <p:grpSpPr>
        <a:xfrm>
          <a:off x="0" y="0"/>
          <a:ext cx="0" cy="0"/>
          <a:chOff x="0" y="0"/>
          <a:chExt cx="0" cy="0"/>
        </a:xfrm>
      </p:grpSpPr>
      <p:sp>
        <p:nvSpPr>
          <p:cNvPr id="3386" name="Google Shape;3386;p142: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87" name="Google Shape;3387;p142: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52906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1"/>
        <p:cNvGrpSpPr/>
        <p:nvPr/>
      </p:nvGrpSpPr>
      <p:grpSpPr>
        <a:xfrm>
          <a:off x="0" y="0"/>
          <a:ext cx="0" cy="0"/>
          <a:chOff x="0" y="0"/>
          <a:chExt cx="0" cy="0"/>
        </a:xfrm>
      </p:grpSpPr>
      <p:sp>
        <p:nvSpPr>
          <p:cNvPr id="3412" name="Google Shape;3412;p143: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13" name="Google Shape;3413;p143: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050709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3"/>
        <p:cNvGrpSpPr/>
        <p:nvPr/>
      </p:nvGrpSpPr>
      <p:grpSpPr>
        <a:xfrm>
          <a:off x="0" y="0"/>
          <a:ext cx="0" cy="0"/>
          <a:chOff x="0" y="0"/>
          <a:chExt cx="0" cy="0"/>
        </a:xfrm>
      </p:grpSpPr>
      <p:sp>
        <p:nvSpPr>
          <p:cNvPr id="3454" name="Google Shape;3454;p144: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55" name="Google Shape;3455;p144: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446798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0"/>
        <p:cNvGrpSpPr/>
        <p:nvPr/>
      </p:nvGrpSpPr>
      <p:grpSpPr>
        <a:xfrm>
          <a:off x="0" y="0"/>
          <a:ext cx="0" cy="0"/>
          <a:chOff x="0" y="0"/>
          <a:chExt cx="0" cy="0"/>
        </a:xfrm>
      </p:grpSpPr>
      <p:sp>
        <p:nvSpPr>
          <p:cNvPr id="3491" name="Google Shape;3491;p145: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92" name="Google Shape;3492;p145: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6644594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5"/>
        <p:cNvGrpSpPr/>
        <p:nvPr/>
      </p:nvGrpSpPr>
      <p:grpSpPr>
        <a:xfrm>
          <a:off x="0" y="0"/>
          <a:ext cx="0" cy="0"/>
          <a:chOff x="0" y="0"/>
          <a:chExt cx="0" cy="0"/>
        </a:xfrm>
      </p:grpSpPr>
      <p:sp>
        <p:nvSpPr>
          <p:cNvPr id="3516" name="Google Shape;3516;p146: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17" name="Google Shape;3517;p146: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356116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7"/>
        <p:cNvGrpSpPr/>
        <p:nvPr/>
      </p:nvGrpSpPr>
      <p:grpSpPr>
        <a:xfrm>
          <a:off x="0" y="0"/>
          <a:ext cx="0" cy="0"/>
          <a:chOff x="0" y="0"/>
          <a:chExt cx="0" cy="0"/>
        </a:xfrm>
      </p:grpSpPr>
      <p:sp>
        <p:nvSpPr>
          <p:cNvPr id="3528" name="Google Shape;3528;p147: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29" name="Google Shape;3529;p147: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5180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5"/>
        <p:cNvGrpSpPr/>
        <p:nvPr/>
      </p:nvGrpSpPr>
      <p:grpSpPr>
        <a:xfrm>
          <a:off x="0" y="0"/>
          <a:ext cx="0" cy="0"/>
          <a:chOff x="0" y="0"/>
          <a:chExt cx="0" cy="0"/>
        </a:xfrm>
      </p:grpSpPr>
      <p:sp>
        <p:nvSpPr>
          <p:cNvPr id="3596" name="Google Shape;3596;p148: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97" name="Google Shape;3597;p148: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353010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9"/>
        <p:cNvGrpSpPr/>
        <p:nvPr/>
      </p:nvGrpSpPr>
      <p:grpSpPr>
        <a:xfrm>
          <a:off x="0" y="0"/>
          <a:ext cx="0" cy="0"/>
          <a:chOff x="0" y="0"/>
          <a:chExt cx="0" cy="0"/>
        </a:xfrm>
      </p:grpSpPr>
      <p:sp>
        <p:nvSpPr>
          <p:cNvPr id="3630" name="Google Shape;3630;p149: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31" name="Google Shape;3631;p149: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11621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6"/>
        <p:cNvGrpSpPr/>
        <p:nvPr/>
      </p:nvGrpSpPr>
      <p:grpSpPr>
        <a:xfrm>
          <a:off x="0" y="0"/>
          <a:ext cx="0" cy="0"/>
          <a:chOff x="0" y="0"/>
          <a:chExt cx="0" cy="0"/>
        </a:xfrm>
      </p:grpSpPr>
      <p:sp>
        <p:nvSpPr>
          <p:cNvPr id="3657" name="Google Shape;3657;p150: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58" name="Google Shape;3658;p150: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736547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7"/>
        <p:cNvGrpSpPr/>
        <p:nvPr/>
      </p:nvGrpSpPr>
      <p:grpSpPr>
        <a:xfrm>
          <a:off x="0" y="0"/>
          <a:ext cx="0" cy="0"/>
          <a:chOff x="0" y="0"/>
          <a:chExt cx="0" cy="0"/>
        </a:xfrm>
      </p:grpSpPr>
      <p:sp>
        <p:nvSpPr>
          <p:cNvPr id="3688" name="Google Shape;3688;p151: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89" name="Google Shape;3689;p151: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801781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4"/>
        <p:cNvGrpSpPr/>
        <p:nvPr/>
      </p:nvGrpSpPr>
      <p:grpSpPr>
        <a:xfrm>
          <a:off x="0" y="0"/>
          <a:ext cx="0" cy="0"/>
          <a:chOff x="0" y="0"/>
          <a:chExt cx="0" cy="0"/>
        </a:xfrm>
      </p:grpSpPr>
      <p:sp>
        <p:nvSpPr>
          <p:cNvPr id="3695" name="Google Shape;3695;p152: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96" name="Google Shape;3696;p152: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805808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7"/>
        <p:cNvGrpSpPr/>
        <p:nvPr/>
      </p:nvGrpSpPr>
      <p:grpSpPr>
        <a:xfrm>
          <a:off x="0" y="0"/>
          <a:ext cx="0" cy="0"/>
          <a:chOff x="0" y="0"/>
          <a:chExt cx="0" cy="0"/>
        </a:xfrm>
      </p:grpSpPr>
      <p:sp>
        <p:nvSpPr>
          <p:cNvPr id="3718" name="Google Shape;3718;p153: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19" name="Google Shape;3719;p153: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085262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2"/>
        <p:cNvGrpSpPr/>
        <p:nvPr/>
      </p:nvGrpSpPr>
      <p:grpSpPr>
        <a:xfrm>
          <a:off x="0" y="0"/>
          <a:ext cx="0" cy="0"/>
          <a:chOff x="0" y="0"/>
          <a:chExt cx="0" cy="0"/>
        </a:xfrm>
      </p:grpSpPr>
      <p:sp>
        <p:nvSpPr>
          <p:cNvPr id="3763" name="Google Shape;3763;p155: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64" name="Google Shape;3764;p155: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192353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1"/>
        <p:cNvGrpSpPr/>
        <p:nvPr/>
      </p:nvGrpSpPr>
      <p:grpSpPr>
        <a:xfrm>
          <a:off x="0" y="0"/>
          <a:ext cx="0" cy="0"/>
          <a:chOff x="0" y="0"/>
          <a:chExt cx="0" cy="0"/>
        </a:xfrm>
      </p:grpSpPr>
      <p:sp>
        <p:nvSpPr>
          <p:cNvPr id="3772" name="Google Shape;3772;p156: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73" name="Google Shape;3773;p156: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478490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8"/>
        <p:cNvGrpSpPr/>
        <p:nvPr/>
      </p:nvGrpSpPr>
      <p:grpSpPr>
        <a:xfrm>
          <a:off x="0" y="0"/>
          <a:ext cx="0" cy="0"/>
          <a:chOff x="0" y="0"/>
          <a:chExt cx="0" cy="0"/>
        </a:xfrm>
      </p:grpSpPr>
      <p:sp>
        <p:nvSpPr>
          <p:cNvPr id="1179" name="Google Shape;1179;p56: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0" name="Google Shape;1180;p56: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5"/>
        <p:cNvGrpSpPr/>
        <p:nvPr/>
      </p:nvGrpSpPr>
      <p:grpSpPr>
        <a:xfrm>
          <a:off x="0" y="0"/>
          <a:ext cx="0" cy="0"/>
          <a:chOff x="0" y="0"/>
          <a:chExt cx="0" cy="0"/>
        </a:xfrm>
      </p:grpSpPr>
      <p:sp>
        <p:nvSpPr>
          <p:cNvPr id="1186" name="Google Shape;1186;p57: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7" name="Google Shape;1187;p57: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1"/>
        <p:cNvGrpSpPr/>
        <p:nvPr/>
      </p:nvGrpSpPr>
      <p:grpSpPr>
        <a:xfrm>
          <a:off x="0" y="0"/>
          <a:ext cx="0" cy="0"/>
          <a:chOff x="0" y="0"/>
          <a:chExt cx="0" cy="0"/>
        </a:xfrm>
      </p:grpSpPr>
      <p:sp>
        <p:nvSpPr>
          <p:cNvPr id="1192" name="Google Shape;1192;p58: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3" name="Google Shape;1193;p58: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7"/>
        <p:cNvGrpSpPr/>
        <p:nvPr/>
      </p:nvGrpSpPr>
      <p:grpSpPr>
        <a:xfrm>
          <a:off x="0" y="0"/>
          <a:ext cx="0" cy="0"/>
          <a:chOff x="0" y="0"/>
          <a:chExt cx="0" cy="0"/>
        </a:xfrm>
      </p:grpSpPr>
      <p:sp>
        <p:nvSpPr>
          <p:cNvPr id="1208" name="Google Shape;1208;p59: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9" name="Google Shape;1209;p59: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4"/>
        <p:cNvGrpSpPr/>
        <p:nvPr/>
      </p:nvGrpSpPr>
      <p:grpSpPr>
        <a:xfrm>
          <a:off x="0" y="0"/>
          <a:ext cx="0" cy="0"/>
          <a:chOff x="0" y="0"/>
          <a:chExt cx="0" cy="0"/>
        </a:xfrm>
      </p:grpSpPr>
      <p:sp>
        <p:nvSpPr>
          <p:cNvPr id="3805" name="Google Shape;3805;p160: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06" name="Google Shape;3806;p160: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840442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1"/>
        <p:cNvGrpSpPr/>
        <p:nvPr/>
      </p:nvGrpSpPr>
      <p:grpSpPr>
        <a:xfrm>
          <a:off x="0" y="0"/>
          <a:ext cx="0" cy="0"/>
          <a:chOff x="0" y="0"/>
          <a:chExt cx="0" cy="0"/>
        </a:xfrm>
      </p:grpSpPr>
      <p:sp>
        <p:nvSpPr>
          <p:cNvPr id="3812" name="Google Shape;3812;p161: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13" name="Google Shape;3813;p161: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453228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4"/>
        <p:cNvGrpSpPr/>
        <p:nvPr/>
      </p:nvGrpSpPr>
      <p:grpSpPr>
        <a:xfrm>
          <a:off x="0" y="0"/>
          <a:ext cx="0" cy="0"/>
          <a:chOff x="0" y="0"/>
          <a:chExt cx="0" cy="0"/>
        </a:xfrm>
      </p:grpSpPr>
      <p:sp>
        <p:nvSpPr>
          <p:cNvPr id="1225" name="Google Shape;1225;p60: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6" name="Google Shape;1226;p60: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2"/>
        <p:cNvGrpSpPr/>
        <p:nvPr/>
      </p:nvGrpSpPr>
      <p:grpSpPr>
        <a:xfrm>
          <a:off x="0" y="0"/>
          <a:ext cx="0" cy="0"/>
          <a:chOff x="0" y="0"/>
          <a:chExt cx="0" cy="0"/>
        </a:xfrm>
      </p:grpSpPr>
      <p:sp>
        <p:nvSpPr>
          <p:cNvPr id="1253" name="Google Shape;1253;p61: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4" name="Google Shape;1254;p61: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8"/>
        <p:cNvGrpSpPr/>
        <p:nvPr/>
      </p:nvGrpSpPr>
      <p:grpSpPr>
        <a:xfrm>
          <a:off x="0" y="0"/>
          <a:ext cx="0" cy="0"/>
          <a:chOff x="0" y="0"/>
          <a:chExt cx="0" cy="0"/>
        </a:xfrm>
      </p:grpSpPr>
      <p:sp>
        <p:nvSpPr>
          <p:cNvPr id="1259" name="Google Shape;1259;p62: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0" name="Google Shape;1260;p62: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9"/>
        <p:cNvGrpSpPr/>
        <p:nvPr/>
      </p:nvGrpSpPr>
      <p:grpSpPr>
        <a:xfrm>
          <a:off x="0" y="0"/>
          <a:ext cx="0" cy="0"/>
          <a:chOff x="0" y="0"/>
          <a:chExt cx="0" cy="0"/>
        </a:xfrm>
      </p:grpSpPr>
      <p:sp>
        <p:nvSpPr>
          <p:cNvPr id="1340" name="Google Shape;1340;p66: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1" name="Google Shape;1341;p66: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0"/>
        <p:cNvGrpSpPr/>
        <p:nvPr/>
      </p:nvGrpSpPr>
      <p:grpSpPr>
        <a:xfrm>
          <a:off x="0" y="0"/>
          <a:ext cx="0" cy="0"/>
          <a:chOff x="0" y="0"/>
          <a:chExt cx="0" cy="0"/>
        </a:xfrm>
      </p:grpSpPr>
      <p:sp>
        <p:nvSpPr>
          <p:cNvPr id="1361" name="Google Shape;1361;p67: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2" name="Google Shape;1362;p67: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7"/>
        <p:cNvGrpSpPr/>
        <p:nvPr/>
      </p:nvGrpSpPr>
      <p:grpSpPr>
        <a:xfrm>
          <a:off x="0" y="0"/>
          <a:ext cx="0" cy="0"/>
          <a:chOff x="0" y="0"/>
          <a:chExt cx="0" cy="0"/>
        </a:xfrm>
      </p:grpSpPr>
      <p:sp>
        <p:nvSpPr>
          <p:cNvPr id="1398" name="Google Shape;1398;p68: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9" name="Google Shape;1399;p68: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4"/>
        <p:cNvGrpSpPr/>
        <p:nvPr/>
      </p:nvGrpSpPr>
      <p:grpSpPr>
        <a:xfrm>
          <a:off x="0" y="0"/>
          <a:ext cx="0" cy="0"/>
          <a:chOff x="0" y="0"/>
          <a:chExt cx="0" cy="0"/>
        </a:xfrm>
      </p:grpSpPr>
      <p:sp>
        <p:nvSpPr>
          <p:cNvPr id="1415" name="Google Shape;1415;p69: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6" name="Google Shape;1416;p69: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p:cNvGrpSpPr/>
        <p:nvPr/>
      </p:nvGrpSpPr>
      <p:grpSpPr>
        <a:xfrm>
          <a:off x="0" y="0"/>
          <a:ext cx="0" cy="0"/>
          <a:chOff x="0" y="0"/>
          <a:chExt cx="0" cy="0"/>
        </a:xfrm>
      </p:grpSpPr>
      <p:sp>
        <p:nvSpPr>
          <p:cNvPr id="1427" name="Google Shape;1427;p70: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8" name="Google Shape;1428;p70: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6"/>
        <p:cNvGrpSpPr/>
        <p:nvPr/>
      </p:nvGrpSpPr>
      <p:grpSpPr>
        <a:xfrm>
          <a:off x="0" y="0"/>
          <a:ext cx="0" cy="0"/>
          <a:chOff x="0" y="0"/>
          <a:chExt cx="0" cy="0"/>
        </a:xfrm>
      </p:grpSpPr>
      <p:sp>
        <p:nvSpPr>
          <p:cNvPr id="1457" name="Google Shape;1457;p71: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8" name="Google Shape;1458;p71: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3"/>
        <p:cNvGrpSpPr/>
        <p:nvPr/>
      </p:nvGrpSpPr>
      <p:grpSpPr>
        <a:xfrm>
          <a:off x="0" y="0"/>
          <a:ext cx="0" cy="0"/>
          <a:chOff x="0" y="0"/>
          <a:chExt cx="0" cy="0"/>
        </a:xfrm>
      </p:grpSpPr>
      <p:sp>
        <p:nvSpPr>
          <p:cNvPr id="1474" name="Google Shape;1474;p72: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5" name="Google Shape;1475;p72: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1"/>
        <p:cNvGrpSpPr/>
        <p:nvPr/>
      </p:nvGrpSpPr>
      <p:grpSpPr>
        <a:xfrm>
          <a:off x="0" y="0"/>
          <a:ext cx="0" cy="0"/>
          <a:chOff x="0" y="0"/>
          <a:chExt cx="0" cy="0"/>
        </a:xfrm>
      </p:grpSpPr>
      <p:sp>
        <p:nvSpPr>
          <p:cNvPr id="1632" name="Google Shape;1632;p77: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3" name="Google Shape;1633;p77: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8"/>
        <p:cNvGrpSpPr/>
        <p:nvPr/>
      </p:nvGrpSpPr>
      <p:grpSpPr>
        <a:xfrm>
          <a:off x="0" y="0"/>
          <a:ext cx="0" cy="0"/>
          <a:chOff x="0" y="0"/>
          <a:chExt cx="0" cy="0"/>
        </a:xfrm>
      </p:grpSpPr>
      <p:sp>
        <p:nvSpPr>
          <p:cNvPr id="1639" name="Google Shape;1639;p78: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0" name="Google Shape;1640;p78: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6"/>
        <p:cNvGrpSpPr/>
        <p:nvPr/>
      </p:nvGrpSpPr>
      <p:grpSpPr>
        <a:xfrm>
          <a:off x="0" y="0"/>
          <a:ext cx="0" cy="0"/>
          <a:chOff x="0" y="0"/>
          <a:chExt cx="0" cy="0"/>
        </a:xfrm>
      </p:grpSpPr>
      <p:sp>
        <p:nvSpPr>
          <p:cNvPr id="1647" name="Google Shape;1647;p79: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8" name="Google Shape;1648;p79: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5"/>
        <p:cNvGrpSpPr/>
        <p:nvPr/>
      </p:nvGrpSpPr>
      <p:grpSpPr>
        <a:xfrm>
          <a:off x="0" y="0"/>
          <a:ext cx="0" cy="0"/>
          <a:chOff x="0" y="0"/>
          <a:chExt cx="0" cy="0"/>
        </a:xfrm>
      </p:grpSpPr>
      <p:sp>
        <p:nvSpPr>
          <p:cNvPr id="1656" name="Google Shape;1656;p80: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7" name="Google Shape;1657;p80: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8"/>
        <p:cNvGrpSpPr/>
        <p:nvPr/>
      </p:nvGrpSpPr>
      <p:grpSpPr>
        <a:xfrm>
          <a:off x="0" y="0"/>
          <a:ext cx="0" cy="0"/>
          <a:chOff x="0" y="0"/>
          <a:chExt cx="0" cy="0"/>
        </a:xfrm>
      </p:grpSpPr>
      <p:sp>
        <p:nvSpPr>
          <p:cNvPr id="1489" name="Google Shape;1489;p73: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0" name="Google Shape;1490;p73: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460548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p74:notes"/>
          <p:cNvSpPr txBox="1">
            <a:spLocks noGrp="1"/>
          </p:cNvSpPr>
          <p:nvPr>
            <p:ph type="body" idx="1"/>
          </p:nvPr>
        </p:nvSpPr>
        <p:spPr>
          <a:xfrm>
            <a:off x="1300475" y="4632950"/>
            <a:ext cx="10403825" cy="43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9" name="Google Shape;1559;p74:notes"/>
          <p:cNvSpPr>
            <a:spLocks noGrp="1" noRot="1" noChangeAspect="1"/>
          </p:cNvSpPr>
          <p:nvPr>
            <p:ph type="sldImg" idx="2"/>
          </p:nvPr>
        </p:nvSpPr>
        <p:spPr>
          <a:xfrm>
            <a:off x="4064000" y="731838"/>
            <a:ext cx="4878388" cy="36576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9991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obj">
  <p:cSld name="OBJECT">
    <p:spTree>
      <p:nvGrpSpPr>
        <p:cNvPr id="1" name="Shape 11"/>
        <p:cNvGrpSpPr/>
        <p:nvPr/>
      </p:nvGrpSpPr>
      <p:grpSpPr>
        <a:xfrm>
          <a:off x="0" y="0"/>
          <a:ext cx="0" cy="0"/>
          <a:chOff x="0" y="0"/>
          <a:chExt cx="0" cy="0"/>
        </a:xfrm>
      </p:grpSpPr>
      <p:sp>
        <p:nvSpPr>
          <p:cNvPr id="12" name="Google Shape;12;p164"/>
          <p:cNvSpPr txBox="1">
            <a:spLocks noGrp="1"/>
          </p:cNvSpPr>
          <p:nvPr>
            <p:ph type="title"/>
          </p:nvPr>
        </p:nvSpPr>
        <p:spPr>
          <a:xfrm>
            <a:off x="707542" y="494791"/>
            <a:ext cx="11589715" cy="98551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000" b="0" i="0">
                <a:solidFill>
                  <a:srgbClr val="374D8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64"/>
          <p:cNvSpPr txBox="1">
            <a:spLocks noGrp="1"/>
          </p:cNvSpPr>
          <p:nvPr>
            <p:ph type="ftr" idx="11"/>
          </p:nvPr>
        </p:nvSpPr>
        <p:spPr>
          <a:xfrm>
            <a:off x="4421632" y="9070848"/>
            <a:ext cx="4161536" cy="48768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164"/>
          <p:cNvSpPr txBox="1">
            <a:spLocks noGrp="1"/>
          </p:cNvSpPr>
          <p:nvPr>
            <p:ph type="dt" idx="10"/>
          </p:nvPr>
        </p:nvSpPr>
        <p:spPr>
          <a:xfrm>
            <a:off x="650240" y="9070848"/>
            <a:ext cx="2991104" cy="4876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164"/>
          <p:cNvSpPr txBox="1">
            <a:spLocks noGrp="1"/>
          </p:cNvSpPr>
          <p:nvPr>
            <p:ph type="sldNum" idx="12"/>
          </p:nvPr>
        </p:nvSpPr>
        <p:spPr>
          <a:xfrm>
            <a:off x="11282426" y="6440594"/>
            <a:ext cx="250825" cy="200659"/>
          </a:xfrm>
          <a:prstGeom prst="rect">
            <a:avLst/>
          </a:prstGeom>
          <a:noFill/>
          <a:ln>
            <a:noFill/>
          </a:ln>
        </p:spPr>
        <p:txBody>
          <a:bodyPr spcFirstLastPara="1" wrap="square" lIns="0" tIns="0" rIns="0" bIns="0" anchor="t" anchorCtr="0">
            <a:spAutoFit/>
          </a:bodyPr>
          <a:lstStyle>
            <a:lvl1pPr marL="38100" lvl="0" indent="0">
              <a:lnSpc>
                <a:spcPct val="100000"/>
              </a:lnSpc>
              <a:spcBef>
                <a:spcPts val="0"/>
              </a:spcBef>
              <a:buNone/>
              <a:defRPr sz="1200" b="0" i="0">
                <a:solidFill>
                  <a:srgbClr val="888888"/>
                </a:solidFill>
                <a:latin typeface="Arial Narrow"/>
                <a:ea typeface="Arial Narrow"/>
                <a:cs typeface="Arial Narrow"/>
                <a:sym typeface="Arial Narrow"/>
              </a:defRPr>
            </a:lvl1pPr>
            <a:lvl2pPr marL="38100" lvl="1" indent="0">
              <a:lnSpc>
                <a:spcPct val="100000"/>
              </a:lnSpc>
              <a:spcBef>
                <a:spcPts val="0"/>
              </a:spcBef>
              <a:buNone/>
              <a:defRPr sz="1200" b="0" i="0">
                <a:solidFill>
                  <a:srgbClr val="888888"/>
                </a:solidFill>
                <a:latin typeface="Arial Narrow"/>
                <a:ea typeface="Arial Narrow"/>
                <a:cs typeface="Arial Narrow"/>
                <a:sym typeface="Arial Narrow"/>
              </a:defRPr>
            </a:lvl2pPr>
            <a:lvl3pPr marL="38100" lvl="2" indent="0">
              <a:lnSpc>
                <a:spcPct val="100000"/>
              </a:lnSpc>
              <a:spcBef>
                <a:spcPts val="0"/>
              </a:spcBef>
              <a:buNone/>
              <a:defRPr sz="1200" b="0" i="0">
                <a:solidFill>
                  <a:srgbClr val="888888"/>
                </a:solidFill>
                <a:latin typeface="Arial Narrow"/>
                <a:ea typeface="Arial Narrow"/>
                <a:cs typeface="Arial Narrow"/>
                <a:sym typeface="Arial Narrow"/>
              </a:defRPr>
            </a:lvl3pPr>
            <a:lvl4pPr marL="38100" lvl="3" indent="0">
              <a:lnSpc>
                <a:spcPct val="100000"/>
              </a:lnSpc>
              <a:spcBef>
                <a:spcPts val="0"/>
              </a:spcBef>
              <a:buNone/>
              <a:defRPr sz="1200" b="0" i="0">
                <a:solidFill>
                  <a:srgbClr val="888888"/>
                </a:solidFill>
                <a:latin typeface="Arial Narrow"/>
                <a:ea typeface="Arial Narrow"/>
                <a:cs typeface="Arial Narrow"/>
                <a:sym typeface="Arial Narrow"/>
              </a:defRPr>
            </a:lvl4pPr>
            <a:lvl5pPr marL="38100" lvl="4" indent="0">
              <a:lnSpc>
                <a:spcPct val="100000"/>
              </a:lnSpc>
              <a:spcBef>
                <a:spcPts val="0"/>
              </a:spcBef>
              <a:buNone/>
              <a:defRPr sz="1200" b="0" i="0">
                <a:solidFill>
                  <a:srgbClr val="888888"/>
                </a:solidFill>
                <a:latin typeface="Arial Narrow"/>
                <a:ea typeface="Arial Narrow"/>
                <a:cs typeface="Arial Narrow"/>
                <a:sym typeface="Arial Narrow"/>
              </a:defRPr>
            </a:lvl5pPr>
            <a:lvl6pPr marL="38100" lvl="5" indent="0">
              <a:lnSpc>
                <a:spcPct val="100000"/>
              </a:lnSpc>
              <a:spcBef>
                <a:spcPts val="0"/>
              </a:spcBef>
              <a:buNone/>
              <a:defRPr sz="1200" b="0" i="0">
                <a:solidFill>
                  <a:srgbClr val="888888"/>
                </a:solidFill>
                <a:latin typeface="Arial Narrow"/>
                <a:ea typeface="Arial Narrow"/>
                <a:cs typeface="Arial Narrow"/>
                <a:sym typeface="Arial Narrow"/>
              </a:defRPr>
            </a:lvl6pPr>
            <a:lvl7pPr marL="38100" lvl="6" indent="0">
              <a:lnSpc>
                <a:spcPct val="100000"/>
              </a:lnSpc>
              <a:spcBef>
                <a:spcPts val="0"/>
              </a:spcBef>
              <a:buNone/>
              <a:defRPr sz="1200" b="0" i="0">
                <a:solidFill>
                  <a:srgbClr val="888888"/>
                </a:solidFill>
                <a:latin typeface="Arial Narrow"/>
                <a:ea typeface="Arial Narrow"/>
                <a:cs typeface="Arial Narrow"/>
                <a:sym typeface="Arial Narrow"/>
              </a:defRPr>
            </a:lvl7pPr>
            <a:lvl8pPr marL="38100" lvl="7" indent="0">
              <a:lnSpc>
                <a:spcPct val="100000"/>
              </a:lnSpc>
              <a:spcBef>
                <a:spcPts val="0"/>
              </a:spcBef>
              <a:buNone/>
              <a:defRPr sz="1200" b="0" i="0">
                <a:solidFill>
                  <a:srgbClr val="888888"/>
                </a:solidFill>
                <a:latin typeface="Arial Narrow"/>
                <a:ea typeface="Arial Narrow"/>
                <a:cs typeface="Arial Narrow"/>
                <a:sym typeface="Arial Narrow"/>
              </a:defRPr>
            </a:lvl8pPr>
            <a:lvl9pPr marL="38100" lvl="8" indent="0">
              <a:lnSpc>
                <a:spcPct val="100000"/>
              </a:lnSpc>
              <a:spcBef>
                <a:spcPts val="0"/>
              </a:spcBef>
              <a:buNone/>
              <a:defRPr sz="1200" b="0" i="0">
                <a:solidFill>
                  <a:srgbClr val="888888"/>
                </a:solidFill>
                <a:latin typeface="Arial Narrow"/>
                <a:ea typeface="Arial Narrow"/>
                <a:cs typeface="Arial Narrow"/>
                <a:sym typeface="Arial Narrow"/>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6"/>
        <p:cNvGrpSpPr/>
        <p:nvPr/>
      </p:nvGrpSpPr>
      <p:grpSpPr>
        <a:xfrm>
          <a:off x="0" y="0"/>
          <a:ext cx="0" cy="0"/>
          <a:chOff x="0" y="0"/>
          <a:chExt cx="0" cy="0"/>
        </a:xfrm>
      </p:grpSpPr>
      <p:sp>
        <p:nvSpPr>
          <p:cNvPr id="17" name="Google Shape;17;p165"/>
          <p:cNvSpPr txBox="1">
            <a:spLocks noGrp="1"/>
          </p:cNvSpPr>
          <p:nvPr>
            <p:ph type="title"/>
          </p:nvPr>
        </p:nvSpPr>
        <p:spPr>
          <a:xfrm>
            <a:off x="707542" y="494791"/>
            <a:ext cx="11589715" cy="98551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000" b="0" i="0">
                <a:solidFill>
                  <a:srgbClr val="374D8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165"/>
          <p:cNvSpPr txBox="1">
            <a:spLocks noGrp="1"/>
          </p:cNvSpPr>
          <p:nvPr>
            <p:ph type="body" idx="1"/>
          </p:nvPr>
        </p:nvSpPr>
        <p:spPr>
          <a:xfrm>
            <a:off x="688340" y="1611883"/>
            <a:ext cx="6061075" cy="404876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2400" b="0" i="0">
                <a:solidFill>
                  <a:srgbClr val="C7C7C7"/>
                </a:solidFill>
                <a:latin typeface="Arial Narrow"/>
                <a:ea typeface="Arial Narrow"/>
                <a:cs typeface="Arial Narrow"/>
                <a:sym typeface="Arial Narrow"/>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 name="Google Shape;19;p165"/>
          <p:cNvSpPr txBox="1">
            <a:spLocks noGrp="1"/>
          </p:cNvSpPr>
          <p:nvPr>
            <p:ph type="ftr" idx="11"/>
          </p:nvPr>
        </p:nvSpPr>
        <p:spPr>
          <a:xfrm>
            <a:off x="4421632" y="9070848"/>
            <a:ext cx="4161536" cy="48768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65"/>
          <p:cNvSpPr txBox="1">
            <a:spLocks noGrp="1"/>
          </p:cNvSpPr>
          <p:nvPr>
            <p:ph type="dt" idx="10"/>
          </p:nvPr>
        </p:nvSpPr>
        <p:spPr>
          <a:xfrm>
            <a:off x="650240" y="9070848"/>
            <a:ext cx="2991104" cy="4876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165"/>
          <p:cNvSpPr txBox="1">
            <a:spLocks noGrp="1"/>
          </p:cNvSpPr>
          <p:nvPr>
            <p:ph type="sldNum" idx="12"/>
          </p:nvPr>
        </p:nvSpPr>
        <p:spPr>
          <a:xfrm>
            <a:off x="11282426" y="6440594"/>
            <a:ext cx="250825" cy="200659"/>
          </a:xfrm>
          <a:prstGeom prst="rect">
            <a:avLst/>
          </a:prstGeom>
          <a:noFill/>
          <a:ln>
            <a:noFill/>
          </a:ln>
        </p:spPr>
        <p:txBody>
          <a:bodyPr spcFirstLastPara="1" wrap="square" lIns="0" tIns="0" rIns="0" bIns="0" anchor="t" anchorCtr="0">
            <a:spAutoFit/>
          </a:bodyPr>
          <a:lstStyle>
            <a:lvl1pPr marL="38100" lvl="0" indent="0">
              <a:lnSpc>
                <a:spcPct val="100000"/>
              </a:lnSpc>
              <a:spcBef>
                <a:spcPts val="0"/>
              </a:spcBef>
              <a:buNone/>
              <a:defRPr sz="1200" b="0" i="0">
                <a:solidFill>
                  <a:srgbClr val="888888"/>
                </a:solidFill>
                <a:latin typeface="Arial Narrow"/>
                <a:ea typeface="Arial Narrow"/>
                <a:cs typeface="Arial Narrow"/>
                <a:sym typeface="Arial Narrow"/>
              </a:defRPr>
            </a:lvl1pPr>
            <a:lvl2pPr marL="38100" lvl="1" indent="0">
              <a:lnSpc>
                <a:spcPct val="100000"/>
              </a:lnSpc>
              <a:spcBef>
                <a:spcPts val="0"/>
              </a:spcBef>
              <a:buNone/>
              <a:defRPr sz="1200" b="0" i="0">
                <a:solidFill>
                  <a:srgbClr val="888888"/>
                </a:solidFill>
                <a:latin typeface="Arial Narrow"/>
                <a:ea typeface="Arial Narrow"/>
                <a:cs typeface="Arial Narrow"/>
                <a:sym typeface="Arial Narrow"/>
              </a:defRPr>
            </a:lvl2pPr>
            <a:lvl3pPr marL="38100" lvl="2" indent="0">
              <a:lnSpc>
                <a:spcPct val="100000"/>
              </a:lnSpc>
              <a:spcBef>
                <a:spcPts val="0"/>
              </a:spcBef>
              <a:buNone/>
              <a:defRPr sz="1200" b="0" i="0">
                <a:solidFill>
                  <a:srgbClr val="888888"/>
                </a:solidFill>
                <a:latin typeface="Arial Narrow"/>
                <a:ea typeface="Arial Narrow"/>
                <a:cs typeface="Arial Narrow"/>
                <a:sym typeface="Arial Narrow"/>
              </a:defRPr>
            </a:lvl3pPr>
            <a:lvl4pPr marL="38100" lvl="3" indent="0">
              <a:lnSpc>
                <a:spcPct val="100000"/>
              </a:lnSpc>
              <a:spcBef>
                <a:spcPts val="0"/>
              </a:spcBef>
              <a:buNone/>
              <a:defRPr sz="1200" b="0" i="0">
                <a:solidFill>
                  <a:srgbClr val="888888"/>
                </a:solidFill>
                <a:latin typeface="Arial Narrow"/>
                <a:ea typeface="Arial Narrow"/>
                <a:cs typeface="Arial Narrow"/>
                <a:sym typeface="Arial Narrow"/>
              </a:defRPr>
            </a:lvl4pPr>
            <a:lvl5pPr marL="38100" lvl="4" indent="0">
              <a:lnSpc>
                <a:spcPct val="100000"/>
              </a:lnSpc>
              <a:spcBef>
                <a:spcPts val="0"/>
              </a:spcBef>
              <a:buNone/>
              <a:defRPr sz="1200" b="0" i="0">
                <a:solidFill>
                  <a:srgbClr val="888888"/>
                </a:solidFill>
                <a:latin typeface="Arial Narrow"/>
                <a:ea typeface="Arial Narrow"/>
                <a:cs typeface="Arial Narrow"/>
                <a:sym typeface="Arial Narrow"/>
              </a:defRPr>
            </a:lvl5pPr>
            <a:lvl6pPr marL="38100" lvl="5" indent="0">
              <a:lnSpc>
                <a:spcPct val="100000"/>
              </a:lnSpc>
              <a:spcBef>
                <a:spcPts val="0"/>
              </a:spcBef>
              <a:buNone/>
              <a:defRPr sz="1200" b="0" i="0">
                <a:solidFill>
                  <a:srgbClr val="888888"/>
                </a:solidFill>
                <a:latin typeface="Arial Narrow"/>
                <a:ea typeface="Arial Narrow"/>
                <a:cs typeface="Arial Narrow"/>
                <a:sym typeface="Arial Narrow"/>
              </a:defRPr>
            </a:lvl6pPr>
            <a:lvl7pPr marL="38100" lvl="6" indent="0">
              <a:lnSpc>
                <a:spcPct val="100000"/>
              </a:lnSpc>
              <a:spcBef>
                <a:spcPts val="0"/>
              </a:spcBef>
              <a:buNone/>
              <a:defRPr sz="1200" b="0" i="0">
                <a:solidFill>
                  <a:srgbClr val="888888"/>
                </a:solidFill>
                <a:latin typeface="Arial Narrow"/>
                <a:ea typeface="Arial Narrow"/>
                <a:cs typeface="Arial Narrow"/>
                <a:sym typeface="Arial Narrow"/>
              </a:defRPr>
            </a:lvl7pPr>
            <a:lvl8pPr marL="38100" lvl="7" indent="0">
              <a:lnSpc>
                <a:spcPct val="100000"/>
              </a:lnSpc>
              <a:spcBef>
                <a:spcPts val="0"/>
              </a:spcBef>
              <a:buNone/>
              <a:defRPr sz="1200" b="0" i="0">
                <a:solidFill>
                  <a:srgbClr val="888888"/>
                </a:solidFill>
                <a:latin typeface="Arial Narrow"/>
                <a:ea typeface="Arial Narrow"/>
                <a:cs typeface="Arial Narrow"/>
                <a:sym typeface="Arial Narrow"/>
              </a:defRPr>
            </a:lvl8pPr>
            <a:lvl9pPr marL="38100" lvl="8" indent="0">
              <a:lnSpc>
                <a:spcPct val="100000"/>
              </a:lnSpc>
              <a:spcBef>
                <a:spcPts val="0"/>
              </a:spcBef>
              <a:buNone/>
              <a:defRPr sz="1200" b="0" i="0">
                <a:solidFill>
                  <a:srgbClr val="888888"/>
                </a:solidFill>
                <a:latin typeface="Arial Narrow"/>
                <a:ea typeface="Arial Narrow"/>
                <a:cs typeface="Arial Narrow"/>
                <a:sym typeface="Arial Narrow"/>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2"/>
        <p:cNvGrpSpPr/>
        <p:nvPr/>
      </p:nvGrpSpPr>
      <p:grpSpPr>
        <a:xfrm>
          <a:off x="0" y="0"/>
          <a:ext cx="0" cy="0"/>
          <a:chOff x="0" y="0"/>
          <a:chExt cx="0" cy="0"/>
        </a:xfrm>
      </p:grpSpPr>
      <p:sp>
        <p:nvSpPr>
          <p:cNvPr id="23" name="Google Shape;23;p166"/>
          <p:cNvSpPr txBox="1">
            <a:spLocks noGrp="1"/>
          </p:cNvSpPr>
          <p:nvPr>
            <p:ph type="ftr" idx="11"/>
          </p:nvPr>
        </p:nvSpPr>
        <p:spPr>
          <a:xfrm>
            <a:off x="4421632" y="9070848"/>
            <a:ext cx="4161536" cy="48768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166"/>
          <p:cNvSpPr txBox="1">
            <a:spLocks noGrp="1"/>
          </p:cNvSpPr>
          <p:nvPr>
            <p:ph type="dt" idx="10"/>
          </p:nvPr>
        </p:nvSpPr>
        <p:spPr>
          <a:xfrm>
            <a:off x="650240" y="9070848"/>
            <a:ext cx="2991104" cy="4876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66"/>
          <p:cNvSpPr txBox="1">
            <a:spLocks noGrp="1"/>
          </p:cNvSpPr>
          <p:nvPr>
            <p:ph type="sldNum" idx="12"/>
          </p:nvPr>
        </p:nvSpPr>
        <p:spPr>
          <a:xfrm>
            <a:off x="11282426" y="6440594"/>
            <a:ext cx="250825" cy="200659"/>
          </a:xfrm>
          <a:prstGeom prst="rect">
            <a:avLst/>
          </a:prstGeom>
          <a:noFill/>
          <a:ln>
            <a:noFill/>
          </a:ln>
        </p:spPr>
        <p:txBody>
          <a:bodyPr spcFirstLastPara="1" wrap="square" lIns="0" tIns="0" rIns="0" bIns="0" anchor="t" anchorCtr="0">
            <a:spAutoFit/>
          </a:bodyPr>
          <a:lstStyle>
            <a:lvl1pPr marL="38100" lvl="0" indent="0">
              <a:lnSpc>
                <a:spcPct val="100000"/>
              </a:lnSpc>
              <a:spcBef>
                <a:spcPts val="0"/>
              </a:spcBef>
              <a:buNone/>
              <a:defRPr sz="1200" b="0" i="0">
                <a:solidFill>
                  <a:srgbClr val="888888"/>
                </a:solidFill>
                <a:latin typeface="Arial Narrow"/>
                <a:ea typeface="Arial Narrow"/>
                <a:cs typeface="Arial Narrow"/>
                <a:sym typeface="Arial Narrow"/>
              </a:defRPr>
            </a:lvl1pPr>
            <a:lvl2pPr marL="38100" lvl="1" indent="0">
              <a:lnSpc>
                <a:spcPct val="100000"/>
              </a:lnSpc>
              <a:spcBef>
                <a:spcPts val="0"/>
              </a:spcBef>
              <a:buNone/>
              <a:defRPr sz="1200" b="0" i="0">
                <a:solidFill>
                  <a:srgbClr val="888888"/>
                </a:solidFill>
                <a:latin typeface="Arial Narrow"/>
                <a:ea typeface="Arial Narrow"/>
                <a:cs typeface="Arial Narrow"/>
                <a:sym typeface="Arial Narrow"/>
              </a:defRPr>
            </a:lvl2pPr>
            <a:lvl3pPr marL="38100" lvl="2" indent="0">
              <a:lnSpc>
                <a:spcPct val="100000"/>
              </a:lnSpc>
              <a:spcBef>
                <a:spcPts val="0"/>
              </a:spcBef>
              <a:buNone/>
              <a:defRPr sz="1200" b="0" i="0">
                <a:solidFill>
                  <a:srgbClr val="888888"/>
                </a:solidFill>
                <a:latin typeface="Arial Narrow"/>
                <a:ea typeface="Arial Narrow"/>
                <a:cs typeface="Arial Narrow"/>
                <a:sym typeface="Arial Narrow"/>
              </a:defRPr>
            </a:lvl3pPr>
            <a:lvl4pPr marL="38100" lvl="3" indent="0">
              <a:lnSpc>
                <a:spcPct val="100000"/>
              </a:lnSpc>
              <a:spcBef>
                <a:spcPts val="0"/>
              </a:spcBef>
              <a:buNone/>
              <a:defRPr sz="1200" b="0" i="0">
                <a:solidFill>
                  <a:srgbClr val="888888"/>
                </a:solidFill>
                <a:latin typeface="Arial Narrow"/>
                <a:ea typeface="Arial Narrow"/>
                <a:cs typeface="Arial Narrow"/>
                <a:sym typeface="Arial Narrow"/>
              </a:defRPr>
            </a:lvl4pPr>
            <a:lvl5pPr marL="38100" lvl="4" indent="0">
              <a:lnSpc>
                <a:spcPct val="100000"/>
              </a:lnSpc>
              <a:spcBef>
                <a:spcPts val="0"/>
              </a:spcBef>
              <a:buNone/>
              <a:defRPr sz="1200" b="0" i="0">
                <a:solidFill>
                  <a:srgbClr val="888888"/>
                </a:solidFill>
                <a:latin typeface="Arial Narrow"/>
                <a:ea typeface="Arial Narrow"/>
                <a:cs typeface="Arial Narrow"/>
                <a:sym typeface="Arial Narrow"/>
              </a:defRPr>
            </a:lvl5pPr>
            <a:lvl6pPr marL="38100" lvl="5" indent="0">
              <a:lnSpc>
                <a:spcPct val="100000"/>
              </a:lnSpc>
              <a:spcBef>
                <a:spcPts val="0"/>
              </a:spcBef>
              <a:buNone/>
              <a:defRPr sz="1200" b="0" i="0">
                <a:solidFill>
                  <a:srgbClr val="888888"/>
                </a:solidFill>
                <a:latin typeface="Arial Narrow"/>
                <a:ea typeface="Arial Narrow"/>
                <a:cs typeface="Arial Narrow"/>
                <a:sym typeface="Arial Narrow"/>
              </a:defRPr>
            </a:lvl6pPr>
            <a:lvl7pPr marL="38100" lvl="6" indent="0">
              <a:lnSpc>
                <a:spcPct val="100000"/>
              </a:lnSpc>
              <a:spcBef>
                <a:spcPts val="0"/>
              </a:spcBef>
              <a:buNone/>
              <a:defRPr sz="1200" b="0" i="0">
                <a:solidFill>
                  <a:srgbClr val="888888"/>
                </a:solidFill>
                <a:latin typeface="Arial Narrow"/>
                <a:ea typeface="Arial Narrow"/>
                <a:cs typeface="Arial Narrow"/>
                <a:sym typeface="Arial Narrow"/>
              </a:defRPr>
            </a:lvl7pPr>
            <a:lvl8pPr marL="38100" lvl="7" indent="0">
              <a:lnSpc>
                <a:spcPct val="100000"/>
              </a:lnSpc>
              <a:spcBef>
                <a:spcPts val="0"/>
              </a:spcBef>
              <a:buNone/>
              <a:defRPr sz="1200" b="0" i="0">
                <a:solidFill>
                  <a:srgbClr val="888888"/>
                </a:solidFill>
                <a:latin typeface="Arial Narrow"/>
                <a:ea typeface="Arial Narrow"/>
                <a:cs typeface="Arial Narrow"/>
                <a:sym typeface="Arial Narrow"/>
              </a:defRPr>
            </a:lvl8pPr>
            <a:lvl9pPr marL="38100" lvl="8" indent="0">
              <a:lnSpc>
                <a:spcPct val="100000"/>
              </a:lnSpc>
              <a:spcBef>
                <a:spcPts val="0"/>
              </a:spcBef>
              <a:buNone/>
              <a:defRPr sz="1200" b="0" i="0">
                <a:solidFill>
                  <a:srgbClr val="888888"/>
                </a:solidFill>
                <a:latin typeface="Arial Narrow"/>
                <a:ea typeface="Arial Narrow"/>
                <a:cs typeface="Arial Narrow"/>
                <a:sym typeface="Arial Narrow"/>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2"/>
        <p:cNvGrpSpPr/>
        <p:nvPr/>
      </p:nvGrpSpPr>
      <p:grpSpPr>
        <a:xfrm>
          <a:off x="0" y="0"/>
          <a:ext cx="0" cy="0"/>
          <a:chOff x="0" y="0"/>
          <a:chExt cx="0" cy="0"/>
        </a:xfrm>
      </p:grpSpPr>
      <p:sp>
        <p:nvSpPr>
          <p:cNvPr id="33" name="Google Shape;33;p168"/>
          <p:cNvSpPr txBox="1">
            <a:spLocks noGrp="1"/>
          </p:cNvSpPr>
          <p:nvPr>
            <p:ph type="title"/>
          </p:nvPr>
        </p:nvSpPr>
        <p:spPr>
          <a:xfrm>
            <a:off x="707542" y="494791"/>
            <a:ext cx="11589715" cy="98551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000" b="0" i="0">
                <a:solidFill>
                  <a:srgbClr val="374D8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168"/>
          <p:cNvSpPr txBox="1">
            <a:spLocks noGrp="1"/>
          </p:cNvSpPr>
          <p:nvPr>
            <p:ph type="body" idx="1"/>
          </p:nvPr>
        </p:nvSpPr>
        <p:spPr>
          <a:xfrm>
            <a:off x="650240" y="2243328"/>
            <a:ext cx="5657088" cy="6437376"/>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5" name="Google Shape;35;p168"/>
          <p:cNvSpPr txBox="1">
            <a:spLocks noGrp="1"/>
          </p:cNvSpPr>
          <p:nvPr>
            <p:ph type="body" idx="2"/>
          </p:nvPr>
        </p:nvSpPr>
        <p:spPr>
          <a:xfrm>
            <a:off x="6697472" y="2243328"/>
            <a:ext cx="5657088" cy="6437376"/>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6" name="Google Shape;36;p168"/>
          <p:cNvSpPr txBox="1">
            <a:spLocks noGrp="1"/>
          </p:cNvSpPr>
          <p:nvPr>
            <p:ph type="ftr" idx="11"/>
          </p:nvPr>
        </p:nvSpPr>
        <p:spPr>
          <a:xfrm>
            <a:off x="4421632" y="9070848"/>
            <a:ext cx="4161536" cy="48768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168"/>
          <p:cNvSpPr txBox="1">
            <a:spLocks noGrp="1"/>
          </p:cNvSpPr>
          <p:nvPr>
            <p:ph type="dt" idx="10"/>
          </p:nvPr>
        </p:nvSpPr>
        <p:spPr>
          <a:xfrm>
            <a:off x="650240" y="9070848"/>
            <a:ext cx="2991104" cy="4876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68"/>
          <p:cNvSpPr txBox="1">
            <a:spLocks noGrp="1"/>
          </p:cNvSpPr>
          <p:nvPr>
            <p:ph type="sldNum" idx="12"/>
          </p:nvPr>
        </p:nvSpPr>
        <p:spPr>
          <a:xfrm>
            <a:off x="11282426" y="6440594"/>
            <a:ext cx="250825" cy="200659"/>
          </a:xfrm>
          <a:prstGeom prst="rect">
            <a:avLst/>
          </a:prstGeom>
          <a:noFill/>
          <a:ln>
            <a:noFill/>
          </a:ln>
        </p:spPr>
        <p:txBody>
          <a:bodyPr spcFirstLastPara="1" wrap="square" lIns="0" tIns="0" rIns="0" bIns="0" anchor="t" anchorCtr="0">
            <a:spAutoFit/>
          </a:bodyPr>
          <a:lstStyle>
            <a:lvl1pPr marL="38100" lvl="0" indent="0">
              <a:lnSpc>
                <a:spcPct val="100000"/>
              </a:lnSpc>
              <a:spcBef>
                <a:spcPts val="0"/>
              </a:spcBef>
              <a:buNone/>
              <a:defRPr sz="1200" b="0" i="0">
                <a:solidFill>
                  <a:srgbClr val="888888"/>
                </a:solidFill>
                <a:latin typeface="Arial Narrow"/>
                <a:ea typeface="Arial Narrow"/>
                <a:cs typeface="Arial Narrow"/>
                <a:sym typeface="Arial Narrow"/>
              </a:defRPr>
            </a:lvl1pPr>
            <a:lvl2pPr marL="38100" lvl="1" indent="0">
              <a:lnSpc>
                <a:spcPct val="100000"/>
              </a:lnSpc>
              <a:spcBef>
                <a:spcPts val="0"/>
              </a:spcBef>
              <a:buNone/>
              <a:defRPr sz="1200" b="0" i="0">
                <a:solidFill>
                  <a:srgbClr val="888888"/>
                </a:solidFill>
                <a:latin typeface="Arial Narrow"/>
                <a:ea typeface="Arial Narrow"/>
                <a:cs typeface="Arial Narrow"/>
                <a:sym typeface="Arial Narrow"/>
              </a:defRPr>
            </a:lvl2pPr>
            <a:lvl3pPr marL="38100" lvl="2" indent="0">
              <a:lnSpc>
                <a:spcPct val="100000"/>
              </a:lnSpc>
              <a:spcBef>
                <a:spcPts val="0"/>
              </a:spcBef>
              <a:buNone/>
              <a:defRPr sz="1200" b="0" i="0">
                <a:solidFill>
                  <a:srgbClr val="888888"/>
                </a:solidFill>
                <a:latin typeface="Arial Narrow"/>
                <a:ea typeface="Arial Narrow"/>
                <a:cs typeface="Arial Narrow"/>
                <a:sym typeface="Arial Narrow"/>
              </a:defRPr>
            </a:lvl3pPr>
            <a:lvl4pPr marL="38100" lvl="3" indent="0">
              <a:lnSpc>
                <a:spcPct val="100000"/>
              </a:lnSpc>
              <a:spcBef>
                <a:spcPts val="0"/>
              </a:spcBef>
              <a:buNone/>
              <a:defRPr sz="1200" b="0" i="0">
                <a:solidFill>
                  <a:srgbClr val="888888"/>
                </a:solidFill>
                <a:latin typeface="Arial Narrow"/>
                <a:ea typeface="Arial Narrow"/>
                <a:cs typeface="Arial Narrow"/>
                <a:sym typeface="Arial Narrow"/>
              </a:defRPr>
            </a:lvl4pPr>
            <a:lvl5pPr marL="38100" lvl="4" indent="0">
              <a:lnSpc>
                <a:spcPct val="100000"/>
              </a:lnSpc>
              <a:spcBef>
                <a:spcPts val="0"/>
              </a:spcBef>
              <a:buNone/>
              <a:defRPr sz="1200" b="0" i="0">
                <a:solidFill>
                  <a:srgbClr val="888888"/>
                </a:solidFill>
                <a:latin typeface="Arial Narrow"/>
                <a:ea typeface="Arial Narrow"/>
                <a:cs typeface="Arial Narrow"/>
                <a:sym typeface="Arial Narrow"/>
              </a:defRPr>
            </a:lvl5pPr>
            <a:lvl6pPr marL="38100" lvl="5" indent="0">
              <a:lnSpc>
                <a:spcPct val="100000"/>
              </a:lnSpc>
              <a:spcBef>
                <a:spcPts val="0"/>
              </a:spcBef>
              <a:buNone/>
              <a:defRPr sz="1200" b="0" i="0">
                <a:solidFill>
                  <a:srgbClr val="888888"/>
                </a:solidFill>
                <a:latin typeface="Arial Narrow"/>
                <a:ea typeface="Arial Narrow"/>
                <a:cs typeface="Arial Narrow"/>
                <a:sym typeface="Arial Narrow"/>
              </a:defRPr>
            </a:lvl6pPr>
            <a:lvl7pPr marL="38100" lvl="6" indent="0">
              <a:lnSpc>
                <a:spcPct val="100000"/>
              </a:lnSpc>
              <a:spcBef>
                <a:spcPts val="0"/>
              </a:spcBef>
              <a:buNone/>
              <a:defRPr sz="1200" b="0" i="0">
                <a:solidFill>
                  <a:srgbClr val="888888"/>
                </a:solidFill>
                <a:latin typeface="Arial Narrow"/>
                <a:ea typeface="Arial Narrow"/>
                <a:cs typeface="Arial Narrow"/>
                <a:sym typeface="Arial Narrow"/>
              </a:defRPr>
            </a:lvl7pPr>
            <a:lvl8pPr marL="38100" lvl="7" indent="0">
              <a:lnSpc>
                <a:spcPct val="100000"/>
              </a:lnSpc>
              <a:spcBef>
                <a:spcPts val="0"/>
              </a:spcBef>
              <a:buNone/>
              <a:defRPr sz="1200" b="0" i="0">
                <a:solidFill>
                  <a:srgbClr val="888888"/>
                </a:solidFill>
                <a:latin typeface="Arial Narrow"/>
                <a:ea typeface="Arial Narrow"/>
                <a:cs typeface="Arial Narrow"/>
                <a:sym typeface="Arial Narrow"/>
              </a:defRPr>
            </a:lvl8pPr>
            <a:lvl9pPr marL="38100" lvl="8" indent="0">
              <a:lnSpc>
                <a:spcPct val="100000"/>
              </a:lnSpc>
              <a:spcBef>
                <a:spcPts val="0"/>
              </a:spcBef>
              <a:buNone/>
              <a:defRPr sz="1200" b="0" i="0">
                <a:solidFill>
                  <a:srgbClr val="888888"/>
                </a:solidFill>
                <a:latin typeface="Arial Narrow"/>
                <a:ea typeface="Arial Narrow"/>
                <a:cs typeface="Arial Narrow"/>
                <a:sym typeface="Arial Narrow"/>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6"/>
        <p:cNvGrpSpPr/>
        <p:nvPr/>
      </p:nvGrpSpPr>
      <p:grpSpPr>
        <a:xfrm>
          <a:off x="0" y="0"/>
          <a:ext cx="0" cy="0"/>
          <a:chOff x="0" y="0"/>
          <a:chExt cx="0" cy="0"/>
        </a:xfrm>
      </p:grpSpPr>
      <p:sp>
        <p:nvSpPr>
          <p:cNvPr id="27" name="Google Shape;27;p167"/>
          <p:cNvSpPr txBox="1">
            <a:spLocks noGrp="1"/>
          </p:cNvSpPr>
          <p:nvPr>
            <p:ph type="ctrTitle"/>
          </p:nvPr>
        </p:nvSpPr>
        <p:spPr>
          <a:xfrm>
            <a:off x="2834792" y="488187"/>
            <a:ext cx="6472555" cy="6350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000" b="0" i="0">
                <a:solidFill>
                  <a:srgbClr val="374D8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167"/>
          <p:cNvSpPr txBox="1">
            <a:spLocks noGrp="1"/>
          </p:cNvSpPr>
          <p:nvPr>
            <p:ph type="subTitle" idx="1"/>
          </p:nvPr>
        </p:nvSpPr>
        <p:spPr>
          <a:xfrm>
            <a:off x="1950720" y="5462016"/>
            <a:ext cx="9103360" cy="24384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400" b="0" i="0">
                <a:solidFill>
                  <a:srgbClr val="C7C7C7"/>
                </a:solidFill>
                <a:latin typeface="Arial Narrow"/>
                <a:ea typeface="Arial Narrow"/>
                <a:cs typeface="Arial Narrow"/>
                <a:sym typeface="Arial Narrow"/>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67"/>
          <p:cNvSpPr txBox="1">
            <a:spLocks noGrp="1"/>
          </p:cNvSpPr>
          <p:nvPr>
            <p:ph type="ftr" idx="11"/>
          </p:nvPr>
        </p:nvSpPr>
        <p:spPr>
          <a:xfrm>
            <a:off x="4421632" y="9070848"/>
            <a:ext cx="4161536" cy="48768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167"/>
          <p:cNvSpPr txBox="1">
            <a:spLocks noGrp="1"/>
          </p:cNvSpPr>
          <p:nvPr>
            <p:ph type="dt" idx="10"/>
          </p:nvPr>
        </p:nvSpPr>
        <p:spPr>
          <a:xfrm>
            <a:off x="650240" y="9070848"/>
            <a:ext cx="2991104" cy="4876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67"/>
          <p:cNvSpPr txBox="1">
            <a:spLocks noGrp="1"/>
          </p:cNvSpPr>
          <p:nvPr>
            <p:ph type="sldNum" idx="12"/>
          </p:nvPr>
        </p:nvSpPr>
        <p:spPr>
          <a:xfrm>
            <a:off x="11282426" y="6440594"/>
            <a:ext cx="250825" cy="200659"/>
          </a:xfrm>
          <a:prstGeom prst="rect">
            <a:avLst/>
          </a:prstGeom>
          <a:noFill/>
          <a:ln>
            <a:noFill/>
          </a:ln>
        </p:spPr>
        <p:txBody>
          <a:bodyPr spcFirstLastPara="1" wrap="square" lIns="0" tIns="0" rIns="0" bIns="0" anchor="t" anchorCtr="0">
            <a:spAutoFit/>
          </a:bodyPr>
          <a:lstStyle>
            <a:lvl1pPr marL="38100" lvl="0" indent="0">
              <a:lnSpc>
                <a:spcPct val="100000"/>
              </a:lnSpc>
              <a:spcBef>
                <a:spcPts val="0"/>
              </a:spcBef>
              <a:buNone/>
              <a:defRPr sz="1200" b="0" i="0">
                <a:solidFill>
                  <a:srgbClr val="888888"/>
                </a:solidFill>
                <a:latin typeface="Arial Narrow"/>
                <a:ea typeface="Arial Narrow"/>
                <a:cs typeface="Arial Narrow"/>
                <a:sym typeface="Arial Narrow"/>
              </a:defRPr>
            </a:lvl1pPr>
            <a:lvl2pPr marL="38100" lvl="1" indent="0">
              <a:lnSpc>
                <a:spcPct val="100000"/>
              </a:lnSpc>
              <a:spcBef>
                <a:spcPts val="0"/>
              </a:spcBef>
              <a:buNone/>
              <a:defRPr sz="1200" b="0" i="0">
                <a:solidFill>
                  <a:srgbClr val="888888"/>
                </a:solidFill>
                <a:latin typeface="Arial Narrow"/>
                <a:ea typeface="Arial Narrow"/>
                <a:cs typeface="Arial Narrow"/>
                <a:sym typeface="Arial Narrow"/>
              </a:defRPr>
            </a:lvl2pPr>
            <a:lvl3pPr marL="38100" lvl="2" indent="0">
              <a:lnSpc>
                <a:spcPct val="100000"/>
              </a:lnSpc>
              <a:spcBef>
                <a:spcPts val="0"/>
              </a:spcBef>
              <a:buNone/>
              <a:defRPr sz="1200" b="0" i="0">
                <a:solidFill>
                  <a:srgbClr val="888888"/>
                </a:solidFill>
                <a:latin typeface="Arial Narrow"/>
                <a:ea typeface="Arial Narrow"/>
                <a:cs typeface="Arial Narrow"/>
                <a:sym typeface="Arial Narrow"/>
              </a:defRPr>
            </a:lvl3pPr>
            <a:lvl4pPr marL="38100" lvl="3" indent="0">
              <a:lnSpc>
                <a:spcPct val="100000"/>
              </a:lnSpc>
              <a:spcBef>
                <a:spcPts val="0"/>
              </a:spcBef>
              <a:buNone/>
              <a:defRPr sz="1200" b="0" i="0">
                <a:solidFill>
                  <a:srgbClr val="888888"/>
                </a:solidFill>
                <a:latin typeface="Arial Narrow"/>
                <a:ea typeface="Arial Narrow"/>
                <a:cs typeface="Arial Narrow"/>
                <a:sym typeface="Arial Narrow"/>
              </a:defRPr>
            </a:lvl4pPr>
            <a:lvl5pPr marL="38100" lvl="4" indent="0">
              <a:lnSpc>
                <a:spcPct val="100000"/>
              </a:lnSpc>
              <a:spcBef>
                <a:spcPts val="0"/>
              </a:spcBef>
              <a:buNone/>
              <a:defRPr sz="1200" b="0" i="0">
                <a:solidFill>
                  <a:srgbClr val="888888"/>
                </a:solidFill>
                <a:latin typeface="Arial Narrow"/>
                <a:ea typeface="Arial Narrow"/>
                <a:cs typeface="Arial Narrow"/>
                <a:sym typeface="Arial Narrow"/>
              </a:defRPr>
            </a:lvl5pPr>
            <a:lvl6pPr marL="38100" lvl="5" indent="0">
              <a:lnSpc>
                <a:spcPct val="100000"/>
              </a:lnSpc>
              <a:spcBef>
                <a:spcPts val="0"/>
              </a:spcBef>
              <a:buNone/>
              <a:defRPr sz="1200" b="0" i="0">
                <a:solidFill>
                  <a:srgbClr val="888888"/>
                </a:solidFill>
                <a:latin typeface="Arial Narrow"/>
                <a:ea typeface="Arial Narrow"/>
                <a:cs typeface="Arial Narrow"/>
                <a:sym typeface="Arial Narrow"/>
              </a:defRPr>
            </a:lvl6pPr>
            <a:lvl7pPr marL="38100" lvl="6" indent="0">
              <a:lnSpc>
                <a:spcPct val="100000"/>
              </a:lnSpc>
              <a:spcBef>
                <a:spcPts val="0"/>
              </a:spcBef>
              <a:buNone/>
              <a:defRPr sz="1200" b="0" i="0">
                <a:solidFill>
                  <a:srgbClr val="888888"/>
                </a:solidFill>
                <a:latin typeface="Arial Narrow"/>
                <a:ea typeface="Arial Narrow"/>
                <a:cs typeface="Arial Narrow"/>
                <a:sym typeface="Arial Narrow"/>
              </a:defRPr>
            </a:lvl7pPr>
            <a:lvl8pPr marL="38100" lvl="7" indent="0">
              <a:lnSpc>
                <a:spcPct val="100000"/>
              </a:lnSpc>
              <a:spcBef>
                <a:spcPts val="0"/>
              </a:spcBef>
              <a:buNone/>
              <a:defRPr sz="1200" b="0" i="0">
                <a:solidFill>
                  <a:srgbClr val="888888"/>
                </a:solidFill>
                <a:latin typeface="Arial Narrow"/>
                <a:ea typeface="Arial Narrow"/>
                <a:cs typeface="Arial Narrow"/>
                <a:sym typeface="Arial Narrow"/>
              </a:defRPr>
            </a:lvl8pPr>
            <a:lvl9pPr marL="38100" lvl="8" indent="0">
              <a:lnSpc>
                <a:spcPct val="100000"/>
              </a:lnSpc>
              <a:spcBef>
                <a:spcPts val="0"/>
              </a:spcBef>
              <a:buNone/>
              <a:defRPr sz="1200" b="0" i="0">
                <a:solidFill>
                  <a:srgbClr val="888888"/>
                </a:solidFill>
                <a:latin typeface="Arial Narrow"/>
                <a:ea typeface="Arial Narrow"/>
                <a:cs typeface="Arial Narrow"/>
                <a:sym typeface="Arial Narrow"/>
              </a:defRPr>
            </a:lvl9pPr>
          </a:lstStyle>
          <a:p>
            <a:pPr marL="38100" lvl="0" indent="0" algn="l"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253793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63"/>
          <p:cNvSpPr txBox="1">
            <a:spLocks noGrp="1"/>
          </p:cNvSpPr>
          <p:nvPr>
            <p:ph type="title"/>
          </p:nvPr>
        </p:nvSpPr>
        <p:spPr>
          <a:xfrm>
            <a:off x="707542" y="494791"/>
            <a:ext cx="11589715" cy="985519"/>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4000" b="0" i="0" u="none" strike="noStrike" cap="none">
                <a:solidFill>
                  <a:srgbClr val="374D8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63"/>
          <p:cNvSpPr txBox="1">
            <a:spLocks noGrp="1"/>
          </p:cNvSpPr>
          <p:nvPr>
            <p:ph type="body" idx="1"/>
          </p:nvPr>
        </p:nvSpPr>
        <p:spPr>
          <a:xfrm>
            <a:off x="688340" y="1611883"/>
            <a:ext cx="6061075" cy="404876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2400" b="0" i="0" u="none" strike="noStrike" cap="none">
                <a:solidFill>
                  <a:srgbClr val="C7C7C7"/>
                </a:solidFill>
                <a:latin typeface="Arial Narrow"/>
                <a:ea typeface="Arial Narrow"/>
                <a:cs typeface="Arial Narrow"/>
                <a:sym typeface="Arial Narrow"/>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8" name="Google Shape;8;p163"/>
          <p:cNvSpPr txBox="1">
            <a:spLocks noGrp="1"/>
          </p:cNvSpPr>
          <p:nvPr>
            <p:ph type="ftr" idx="11"/>
          </p:nvPr>
        </p:nvSpPr>
        <p:spPr>
          <a:xfrm>
            <a:off x="4421632" y="9070848"/>
            <a:ext cx="4161536" cy="48768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163"/>
          <p:cNvSpPr txBox="1">
            <a:spLocks noGrp="1"/>
          </p:cNvSpPr>
          <p:nvPr>
            <p:ph type="dt" idx="10"/>
          </p:nvPr>
        </p:nvSpPr>
        <p:spPr>
          <a:xfrm>
            <a:off x="650240" y="9070848"/>
            <a:ext cx="2991104" cy="4876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 name="Google Shape;10;p163"/>
          <p:cNvSpPr txBox="1">
            <a:spLocks noGrp="1"/>
          </p:cNvSpPr>
          <p:nvPr>
            <p:ph type="sldNum" idx="12"/>
          </p:nvPr>
        </p:nvSpPr>
        <p:spPr>
          <a:xfrm>
            <a:off x="11282426" y="6440594"/>
            <a:ext cx="250825" cy="200659"/>
          </a:xfrm>
          <a:prstGeom prst="rect">
            <a:avLst/>
          </a:prstGeom>
          <a:noFill/>
          <a:ln>
            <a:noFill/>
          </a:ln>
        </p:spPr>
        <p:txBody>
          <a:bodyPr spcFirstLastPara="1" wrap="square" lIns="0" tIns="0" rIns="0" bIns="0" anchor="t" anchorCtr="0">
            <a:spAutoFit/>
          </a:bodyPr>
          <a:lstStyle>
            <a:lvl1pPr marL="38100" lvl="0" indent="0">
              <a:lnSpc>
                <a:spcPct val="100000"/>
              </a:lnSpc>
              <a:spcBef>
                <a:spcPts val="0"/>
              </a:spcBef>
              <a:buNone/>
              <a:defRPr sz="1200" b="0" i="0">
                <a:solidFill>
                  <a:srgbClr val="888888"/>
                </a:solidFill>
                <a:latin typeface="Arial Narrow"/>
                <a:ea typeface="Arial Narrow"/>
                <a:cs typeface="Arial Narrow"/>
                <a:sym typeface="Arial Narrow"/>
              </a:defRPr>
            </a:lvl1pPr>
            <a:lvl2pPr marL="38100" lvl="1" indent="0">
              <a:lnSpc>
                <a:spcPct val="100000"/>
              </a:lnSpc>
              <a:spcBef>
                <a:spcPts val="0"/>
              </a:spcBef>
              <a:buNone/>
              <a:defRPr sz="1200" b="0" i="0">
                <a:solidFill>
                  <a:srgbClr val="888888"/>
                </a:solidFill>
                <a:latin typeface="Arial Narrow"/>
                <a:ea typeface="Arial Narrow"/>
                <a:cs typeface="Arial Narrow"/>
                <a:sym typeface="Arial Narrow"/>
              </a:defRPr>
            </a:lvl2pPr>
            <a:lvl3pPr marL="38100" lvl="2" indent="0">
              <a:lnSpc>
                <a:spcPct val="100000"/>
              </a:lnSpc>
              <a:spcBef>
                <a:spcPts val="0"/>
              </a:spcBef>
              <a:buNone/>
              <a:defRPr sz="1200" b="0" i="0">
                <a:solidFill>
                  <a:srgbClr val="888888"/>
                </a:solidFill>
                <a:latin typeface="Arial Narrow"/>
                <a:ea typeface="Arial Narrow"/>
                <a:cs typeface="Arial Narrow"/>
                <a:sym typeface="Arial Narrow"/>
              </a:defRPr>
            </a:lvl3pPr>
            <a:lvl4pPr marL="38100" lvl="3" indent="0">
              <a:lnSpc>
                <a:spcPct val="100000"/>
              </a:lnSpc>
              <a:spcBef>
                <a:spcPts val="0"/>
              </a:spcBef>
              <a:buNone/>
              <a:defRPr sz="1200" b="0" i="0">
                <a:solidFill>
                  <a:srgbClr val="888888"/>
                </a:solidFill>
                <a:latin typeface="Arial Narrow"/>
                <a:ea typeface="Arial Narrow"/>
                <a:cs typeface="Arial Narrow"/>
                <a:sym typeface="Arial Narrow"/>
              </a:defRPr>
            </a:lvl4pPr>
            <a:lvl5pPr marL="38100" lvl="4" indent="0">
              <a:lnSpc>
                <a:spcPct val="100000"/>
              </a:lnSpc>
              <a:spcBef>
                <a:spcPts val="0"/>
              </a:spcBef>
              <a:buNone/>
              <a:defRPr sz="1200" b="0" i="0">
                <a:solidFill>
                  <a:srgbClr val="888888"/>
                </a:solidFill>
                <a:latin typeface="Arial Narrow"/>
                <a:ea typeface="Arial Narrow"/>
                <a:cs typeface="Arial Narrow"/>
                <a:sym typeface="Arial Narrow"/>
              </a:defRPr>
            </a:lvl5pPr>
            <a:lvl6pPr marL="38100" lvl="5" indent="0">
              <a:lnSpc>
                <a:spcPct val="100000"/>
              </a:lnSpc>
              <a:spcBef>
                <a:spcPts val="0"/>
              </a:spcBef>
              <a:buNone/>
              <a:defRPr sz="1200" b="0" i="0">
                <a:solidFill>
                  <a:srgbClr val="888888"/>
                </a:solidFill>
                <a:latin typeface="Arial Narrow"/>
                <a:ea typeface="Arial Narrow"/>
                <a:cs typeface="Arial Narrow"/>
                <a:sym typeface="Arial Narrow"/>
              </a:defRPr>
            </a:lvl6pPr>
            <a:lvl7pPr marL="38100" lvl="6" indent="0">
              <a:lnSpc>
                <a:spcPct val="100000"/>
              </a:lnSpc>
              <a:spcBef>
                <a:spcPts val="0"/>
              </a:spcBef>
              <a:buNone/>
              <a:defRPr sz="1200" b="0" i="0">
                <a:solidFill>
                  <a:srgbClr val="888888"/>
                </a:solidFill>
                <a:latin typeface="Arial Narrow"/>
                <a:ea typeface="Arial Narrow"/>
                <a:cs typeface="Arial Narrow"/>
                <a:sym typeface="Arial Narrow"/>
              </a:defRPr>
            </a:lvl7pPr>
            <a:lvl8pPr marL="38100" lvl="7" indent="0">
              <a:lnSpc>
                <a:spcPct val="100000"/>
              </a:lnSpc>
              <a:spcBef>
                <a:spcPts val="0"/>
              </a:spcBef>
              <a:buNone/>
              <a:defRPr sz="1200" b="0" i="0">
                <a:solidFill>
                  <a:srgbClr val="888888"/>
                </a:solidFill>
                <a:latin typeface="Arial Narrow"/>
                <a:ea typeface="Arial Narrow"/>
                <a:cs typeface="Arial Narrow"/>
                <a:sym typeface="Arial Narrow"/>
              </a:defRPr>
            </a:lvl8pPr>
            <a:lvl9pPr marL="38100" lvl="8" indent="0">
              <a:lnSpc>
                <a:spcPct val="100000"/>
              </a:lnSpc>
              <a:spcBef>
                <a:spcPts val="0"/>
              </a:spcBef>
              <a:buNone/>
              <a:defRPr sz="1200" b="0" i="0">
                <a:solidFill>
                  <a:srgbClr val="888888"/>
                </a:solidFill>
                <a:latin typeface="Arial Narrow"/>
                <a:ea typeface="Arial Narrow"/>
                <a:cs typeface="Arial Narrow"/>
                <a:sym typeface="Arial Narrow"/>
              </a:defRPr>
            </a:lvl9pPr>
          </a:lstStyle>
          <a:p>
            <a:pPr marL="3810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 Type="http://schemas.openxmlformats.org/officeDocument/2006/relationships/notesSlide" Target="../notesSlides/notesSlide9.xml"/><Relationship Id="rId16" Type="http://schemas.openxmlformats.org/officeDocument/2006/relationships/image" Target="../media/image27.png"/><Relationship Id="rId20" Type="http://schemas.openxmlformats.org/officeDocument/2006/relationships/image" Target="../media/image31.png"/><Relationship Id="rId1" Type="http://schemas.openxmlformats.org/officeDocument/2006/relationships/slideLayout" Target="../slideLayouts/slideLayout5.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6.png"/><Relationship Id="rId10" Type="http://schemas.openxmlformats.org/officeDocument/2006/relationships/image" Target="../media/image21.png"/><Relationship Id="rId19" Type="http://schemas.openxmlformats.org/officeDocument/2006/relationships/image" Target="../media/image30.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26" Type="http://schemas.openxmlformats.org/officeDocument/2006/relationships/image" Target="../media/image57.png"/><Relationship Id="rId3" Type="http://schemas.openxmlformats.org/officeDocument/2006/relationships/image" Target="../media/image34.png"/><Relationship Id="rId21" Type="http://schemas.openxmlformats.org/officeDocument/2006/relationships/image" Target="../media/image52.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5" Type="http://schemas.openxmlformats.org/officeDocument/2006/relationships/image" Target="../media/image56.png"/><Relationship Id="rId2" Type="http://schemas.openxmlformats.org/officeDocument/2006/relationships/notesSlide" Target="../notesSlides/notesSlide12.xml"/><Relationship Id="rId16" Type="http://schemas.openxmlformats.org/officeDocument/2006/relationships/image" Target="../media/image47.png"/><Relationship Id="rId20" Type="http://schemas.openxmlformats.org/officeDocument/2006/relationships/image" Target="../media/image51.png"/><Relationship Id="rId29" Type="http://schemas.openxmlformats.org/officeDocument/2006/relationships/image" Target="../media/image60.png"/><Relationship Id="rId1" Type="http://schemas.openxmlformats.org/officeDocument/2006/relationships/slideLayout" Target="../slideLayouts/slideLayout1.xml"/><Relationship Id="rId6" Type="http://schemas.openxmlformats.org/officeDocument/2006/relationships/image" Target="../media/image37.png"/><Relationship Id="rId11" Type="http://schemas.openxmlformats.org/officeDocument/2006/relationships/image" Target="../media/image42.png"/><Relationship Id="rId24" Type="http://schemas.openxmlformats.org/officeDocument/2006/relationships/image" Target="../media/image55.png"/><Relationship Id="rId5" Type="http://schemas.openxmlformats.org/officeDocument/2006/relationships/image" Target="../media/image36.png"/><Relationship Id="rId15" Type="http://schemas.openxmlformats.org/officeDocument/2006/relationships/image" Target="../media/image46.png"/><Relationship Id="rId23" Type="http://schemas.openxmlformats.org/officeDocument/2006/relationships/image" Target="../media/image54.png"/><Relationship Id="rId28" Type="http://schemas.openxmlformats.org/officeDocument/2006/relationships/image" Target="../media/image59.png"/><Relationship Id="rId10" Type="http://schemas.openxmlformats.org/officeDocument/2006/relationships/image" Target="../media/image41.png"/><Relationship Id="rId19" Type="http://schemas.openxmlformats.org/officeDocument/2006/relationships/image" Target="../media/image50.png"/><Relationship Id="rId31" Type="http://schemas.openxmlformats.org/officeDocument/2006/relationships/image" Target="../media/image62.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 Id="rId22" Type="http://schemas.openxmlformats.org/officeDocument/2006/relationships/image" Target="../media/image53.png"/><Relationship Id="rId27" Type="http://schemas.openxmlformats.org/officeDocument/2006/relationships/image" Target="../media/image58.png"/><Relationship Id="rId30" Type="http://schemas.openxmlformats.org/officeDocument/2006/relationships/image" Target="../media/image61.png"/></Relationships>
</file>

<file path=ppt/slides/_rels/slide14.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3.png"/><Relationship Id="rId18" Type="http://schemas.openxmlformats.org/officeDocument/2006/relationships/image" Target="../media/image78.png"/><Relationship Id="rId26" Type="http://schemas.openxmlformats.org/officeDocument/2006/relationships/image" Target="../media/image86.png"/><Relationship Id="rId3" Type="http://schemas.openxmlformats.org/officeDocument/2006/relationships/image" Target="../media/image63.png"/><Relationship Id="rId21" Type="http://schemas.openxmlformats.org/officeDocument/2006/relationships/image" Target="../media/image81.png"/><Relationship Id="rId7" Type="http://schemas.openxmlformats.org/officeDocument/2006/relationships/image" Target="../media/image67.png"/><Relationship Id="rId12" Type="http://schemas.openxmlformats.org/officeDocument/2006/relationships/image" Target="../media/image72.png"/><Relationship Id="rId17" Type="http://schemas.openxmlformats.org/officeDocument/2006/relationships/image" Target="../media/image77.png"/><Relationship Id="rId25" Type="http://schemas.openxmlformats.org/officeDocument/2006/relationships/image" Target="../media/image85.png"/><Relationship Id="rId2" Type="http://schemas.openxmlformats.org/officeDocument/2006/relationships/notesSlide" Target="../notesSlides/notesSlide13.xml"/><Relationship Id="rId16" Type="http://schemas.openxmlformats.org/officeDocument/2006/relationships/image" Target="../media/image76.png"/><Relationship Id="rId20" Type="http://schemas.openxmlformats.org/officeDocument/2006/relationships/image" Target="../media/image80.png"/><Relationship Id="rId1" Type="http://schemas.openxmlformats.org/officeDocument/2006/relationships/slideLayout" Target="../slideLayouts/slideLayout1.xml"/><Relationship Id="rId6" Type="http://schemas.openxmlformats.org/officeDocument/2006/relationships/image" Target="../media/image66.png"/><Relationship Id="rId11" Type="http://schemas.openxmlformats.org/officeDocument/2006/relationships/image" Target="../media/image71.png"/><Relationship Id="rId24" Type="http://schemas.openxmlformats.org/officeDocument/2006/relationships/image" Target="../media/image84.png"/><Relationship Id="rId5" Type="http://schemas.openxmlformats.org/officeDocument/2006/relationships/image" Target="../media/image65.png"/><Relationship Id="rId15" Type="http://schemas.openxmlformats.org/officeDocument/2006/relationships/image" Target="../media/image75.png"/><Relationship Id="rId23" Type="http://schemas.openxmlformats.org/officeDocument/2006/relationships/image" Target="../media/image83.png"/><Relationship Id="rId28" Type="http://schemas.openxmlformats.org/officeDocument/2006/relationships/image" Target="../media/image88.png"/><Relationship Id="rId10" Type="http://schemas.openxmlformats.org/officeDocument/2006/relationships/image" Target="../media/image70.png"/><Relationship Id="rId19" Type="http://schemas.openxmlformats.org/officeDocument/2006/relationships/image" Target="../media/image79.png"/><Relationship Id="rId4" Type="http://schemas.openxmlformats.org/officeDocument/2006/relationships/image" Target="../media/image64.png"/><Relationship Id="rId9" Type="http://schemas.openxmlformats.org/officeDocument/2006/relationships/image" Target="../media/image69.png"/><Relationship Id="rId14" Type="http://schemas.openxmlformats.org/officeDocument/2006/relationships/image" Target="../media/image74.png"/><Relationship Id="rId22" Type="http://schemas.openxmlformats.org/officeDocument/2006/relationships/image" Target="../media/image82.png"/><Relationship Id="rId27" Type="http://schemas.openxmlformats.org/officeDocument/2006/relationships/image" Target="../media/image87.png"/></Relationships>
</file>

<file path=ppt/slides/_rels/slide15.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98.png"/><Relationship Id="rId18" Type="http://schemas.openxmlformats.org/officeDocument/2006/relationships/image" Target="../media/image84.png"/><Relationship Id="rId3" Type="http://schemas.openxmlformats.org/officeDocument/2006/relationships/image" Target="../media/image89.png"/><Relationship Id="rId21" Type="http://schemas.openxmlformats.org/officeDocument/2006/relationships/image" Target="../media/image87.png"/><Relationship Id="rId7" Type="http://schemas.openxmlformats.org/officeDocument/2006/relationships/image" Target="../media/image93.png"/><Relationship Id="rId12" Type="http://schemas.openxmlformats.org/officeDocument/2006/relationships/image" Target="../media/image97.png"/><Relationship Id="rId17" Type="http://schemas.openxmlformats.org/officeDocument/2006/relationships/image" Target="../media/image101.png"/><Relationship Id="rId2" Type="http://schemas.openxmlformats.org/officeDocument/2006/relationships/notesSlide" Target="../notesSlides/notesSlide14.xml"/><Relationship Id="rId16" Type="http://schemas.openxmlformats.org/officeDocument/2006/relationships/image" Target="../media/image72.png"/><Relationship Id="rId20" Type="http://schemas.openxmlformats.org/officeDocument/2006/relationships/image" Target="../media/image86.png"/><Relationship Id="rId1" Type="http://schemas.openxmlformats.org/officeDocument/2006/relationships/slideLayout" Target="../slideLayouts/slideLayout1.xml"/><Relationship Id="rId6" Type="http://schemas.openxmlformats.org/officeDocument/2006/relationships/image" Target="../media/image92.png"/><Relationship Id="rId11" Type="http://schemas.openxmlformats.org/officeDocument/2006/relationships/image" Target="../media/image96.png"/><Relationship Id="rId5" Type="http://schemas.openxmlformats.org/officeDocument/2006/relationships/image" Target="../media/image91.png"/><Relationship Id="rId15" Type="http://schemas.openxmlformats.org/officeDocument/2006/relationships/image" Target="../media/image100.png"/><Relationship Id="rId10" Type="http://schemas.openxmlformats.org/officeDocument/2006/relationships/image" Target="../media/image95.png"/><Relationship Id="rId19" Type="http://schemas.openxmlformats.org/officeDocument/2006/relationships/image" Target="../media/image85.png"/><Relationship Id="rId4" Type="http://schemas.openxmlformats.org/officeDocument/2006/relationships/image" Target="../media/image90.png"/><Relationship Id="rId9" Type="http://schemas.openxmlformats.org/officeDocument/2006/relationships/image" Target="../media/image94.png"/><Relationship Id="rId14" Type="http://schemas.openxmlformats.org/officeDocument/2006/relationships/image" Target="../media/image99.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05.png"/><Relationship Id="rId5" Type="http://schemas.openxmlformats.org/officeDocument/2006/relationships/image" Target="../media/image104.png"/><Relationship Id="rId4" Type="http://schemas.openxmlformats.org/officeDocument/2006/relationships/image" Target="../media/image10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8" Type="http://schemas.openxmlformats.org/officeDocument/2006/relationships/image" Target="../media/image112.png"/><Relationship Id="rId13" Type="http://schemas.openxmlformats.org/officeDocument/2006/relationships/image" Target="../media/image117.png"/><Relationship Id="rId18" Type="http://schemas.openxmlformats.org/officeDocument/2006/relationships/image" Target="../media/image122.png"/><Relationship Id="rId26" Type="http://schemas.openxmlformats.org/officeDocument/2006/relationships/image" Target="../media/image130.png"/><Relationship Id="rId3" Type="http://schemas.openxmlformats.org/officeDocument/2006/relationships/image" Target="../media/image107.png"/><Relationship Id="rId21" Type="http://schemas.openxmlformats.org/officeDocument/2006/relationships/image" Target="../media/image125.png"/><Relationship Id="rId7" Type="http://schemas.openxmlformats.org/officeDocument/2006/relationships/image" Target="../media/image111.png"/><Relationship Id="rId12" Type="http://schemas.openxmlformats.org/officeDocument/2006/relationships/image" Target="../media/image116.png"/><Relationship Id="rId17" Type="http://schemas.openxmlformats.org/officeDocument/2006/relationships/image" Target="../media/image121.png"/><Relationship Id="rId25" Type="http://schemas.openxmlformats.org/officeDocument/2006/relationships/image" Target="../media/image129.png"/><Relationship Id="rId2" Type="http://schemas.openxmlformats.org/officeDocument/2006/relationships/notesSlide" Target="../notesSlides/notesSlide20.xml"/><Relationship Id="rId16" Type="http://schemas.openxmlformats.org/officeDocument/2006/relationships/image" Target="../media/image120.png"/><Relationship Id="rId20" Type="http://schemas.openxmlformats.org/officeDocument/2006/relationships/image" Target="../media/image124.png"/><Relationship Id="rId29" Type="http://schemas.openxmlformats.org/officeDocument/2006/relationships/image" Target="../media/image83.png"/><Relationship Id="rId1" Type="http://schemas.openxmlformats.org/officeDocument/2006/relationships/slideLayout" Target="../slideLayouts/slideLayout1.xml"/><Relationship Id="rId6" Type="http://schemas.openxmlformats.org/officeDocument/2006/relationships/image" Target="../media/image110.png"/><Relationship Id="rId11" Type="http://schemas.openxmlformats.org/officeDocument/2006/relationships/image" Target="../media/image115.png"/><Relationship Id="rId24" Type="http://schemas.openxmlformats.org/officeDocument/2006/relationships/image" Target="../media/image128.png"/><Relationship Id="rId5" Type="http://schemas.openxmlformats.org/officeDocument/2006/relationships/image" Target="../media/image109.png"/><Relationship Id="rId15" Type="http://schemas.openxmlformats.org/officeDocument/2006/relationships/image" Target="../media/image119.png"/><Relationship Id="rId23" Type="http://schemas.openxmlformats.org/officeDocument/2006/relationships/image" Target="../media/image127.png"/><Relationship Id="rId28" Type="http://schemas.openxmlformats.org/officeDocument/2006/relationships/image" Target="../media/image132.png"/><Relationship Id="rId10" Type="http://schemas.openxmlformats.org/officeDocument/2006/relationships/image" Target="../media/image114.png"/><Relationship Id="rId19" Type="http://schemas.openxmlformats.org/officeDocument/2006/relationships/image" Target="../media/image123.png"/><Relationship Id="rId31" Type="http://schemas.openxmlformats.org/officeDocument/2006/relationships/image" Target="../media/image134.png"/><Relationship Id="rId4" Type="http://schemas.openxmlformats.org/officeDocument/2006/relationships/image" Target="../media/image108.png"/><Relationship Id="rId9" Type="http://schemas.openxmlformats.org/officeDocument/2006/relationships/image" Target="../media/image113.png"/><Relationship Id="rId14" Type="http://schemas.openxmlformats.org/officeDocument/2006/relationships/image" Target="../media/image118.png"/><Relationship Id="rId22" Type="http://schemas.openxmlformats.org/officeDocument/2006/relationships/image" Target="../media/image126.png"/><Relationship Id="rId27" Type="http://schemas.openxmlformats.org/officeDocument/2006/relationships/image" Target="../media/image131.png"/><Relationship Id="rId30" Type="http://schemas.openxmlformats.org/officeDocument/2006/relationships/image" Target="../media/image133.png"/></Relationships>
</file>

<file path=ppt/slides/_rels/slide22.xml.rels><?xml version="1.0" encoding="UTF-8" standalone="yes"?>
<Relationships xmlns="http://schemas.openxmlformats.org/package/2006/relationships"><Relationship Id="rId8" Type="http://schemas.openxmlformats.org/officeDocument/2006/relationships/image" Target="../media/image140.png"/><Relationship Id="rId13" Type="http://schemas.openxmlformats.org/officeDocument/2006/relationships/image" Target="../media/image143.png"/><Relationship Id="rId18" Type="http://schemas.openxmlformats.org/officeDocument/2006/relationships/image" Target="../media/image147.png"/><Relationship Id="rId3" Type="http://schemas.openxmlformats.org/officeDocument/2006/relationships/image" Target="../media/image135.png"/><Relationship Id="rId21" Type="http://schemas.openxmlformats.org/officeDocument/2006/relationships/image" Target="../media/image83.png"/><Relationship Id="rId7" Type="http://schemas.openxmlformats.org/officeDocument/2006/relationships/image" Target="../media/image139.png"/><Relationship Id="rId12" Type="http://schemas.openxmlformats.org/officeDocument/2006/relationships/image" Target="../media/image116.png"/><Relationship Id="rId17" Type="http://schemas.openxmlformats.org/officeDocument/2006/relationships/image" Target="../media/image146.png"/><Relationship Id="rId2" Type="http://schemas.openxmlformats.org/officeDocument/2006/relationships/notesSlide" Target="../notesSlides/notesSlide21.xml"/><Relationship Id="rId16" Type="http://schemas.openxmlformats.org/officeDocument/2006/relationships/image" Target="../media/image145.png"/><Relationship Id="rId20" Type="http://schemas.openxmlformats.org/officeDocument/2006/relationships/image" Target="../media/image148.png"/><Relationship Id="rId1" Type="http://schemas.openxmlformats.org/officeDocument/2006/relationships/slideLayout" Target="../slideLayouts/slideLayout1.xml"/><Relationship Id="rId6" Type="http://schemas.openxmlformats.org/officeDocument/2006/relationships/image" Target="../media/image138.png"/><Relationship Id="rId11" Type="http://schemas.openxmlformats.org/officeDocument/2006/relationships/image" Target="../media/image119.png"/><Relationship Id="rId5" Type="http://schemas.openxmlformats.org/officeDocument/2006/relationships/image" Target="../media/image137.png"/><Relationship Id="rId15" Type="http://schemas.openxmlformats.org/officeDocument/2006/relationships/image" Target="../media/image110.png"/><Relationship Id="rId23" Type="http://schemas.openxmlformats.org/officeDocument/2006/relationships/image" Target="../media/image134.png"/><Relationship Id="rId10" Type="http://schemas.openxmlformats.org/officeDocument/2006/relationships/image" Target="../media/image142.png"/><Relationship Id="rId19" Type="http://schemas.openxmlformats.org/officeDocument/2006/relationships/image" Target="../media/image123.png"/><Relationship Id="rId4" Type="http://schemas.openxmlformats.org/officeDocument/2006/relationships/image" Target="../media/image136.png"/><Relationship Id="rId9" Type="http://schemas.openxmlformats.org/officeDocument/2006/relationships/image" Target="../media/image141.png"/><Relationship Id="rId14" Type="http://schemas.openxmlformats.org/officeDocument/2006/relationships/image" Target="../media/image144.png"/><Relationship Id="rId22" Type="http://schemas.openxmlformats.org/officeDocument/2006/relationships/image" Target="../media/image133.png"/></Relationships>
</file>

<file path=ppt/slides/_rels/slide23.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49.png"/></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155.png"/><Relationship Id="rId3" Type="http://schemas.openxmlformats.org/officeDocument/2006/relationships/image" Target="../media/image150.png"/><Relationship Id="rId7" Type="http://schemas.openxmlformats.org/officeDocument/2006/relationships/image" Target="../media/image154.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153.png"/><Relationship Id="rId5" Type="http://schemas.openxmlformats.org/officeDocument/2006/relationships/image" Target="../media/image152.png"/><Relationship Id="rId4" Type="http://schemas.openxmlformats.org/officeDocument/2006/relationships/image" Target="../media/image151.png"/></Relationships>
</file>

<file path=ppt/slides/_rels/slide29.xml.rels><?xml version="1.0" encoding="UTF-8" standalone="yes"?>
<Relationships xmlns="http://schemas.openxmlformats.org/package/2006/relationships"><Relationship Id="rId8" Type="http://schemas.openxmlformats.org/officeDocument/2006/relationships/image" Target="../media/image155.png"/><Relationship Id="rId3" Type="http://schemas.openxmlformats.org/officeDocument/2006/relationships/image" Target="../media/image156.png"/><Relationship Id="rId7" Type="http://schemas.openxmlformats.org/officeDocument/2006/relationships/image" Target="../media/image154.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59.png"/><Relationship Id="rId5" Type="http://schemas.openxmlformats.org/officeDocument/2006/relationships/image" Target="../media/image158.png"/><Relationship Id="rId4" Type="http://schemas.openxmlformats.org/officeDocument/2006/relationships/image" Target="../media/image157.png"/></Relationships>
</file>

<file path=ppt/slides/_rels/slide30.xml.rels><?xml version="1.0" encoding="UTF-8" standalone="yes"?>
<Relationships xmlns="http://schemas.openxmlformats.org/package/2006/relationships"><Relationship Id="rId8" Type="http://schemas.openxmlformats.org/officeDocument/2006/relationships/image" Target="../media/image165.png"/><Relationship Id="rId13" Type="http://schemas.openxmlformats.org/officeDocument/2006/relationships/image" Target="../media/image170.png"/><Relationship Id="rId3" Type="http://schemas.openxmlformats.org/officeDocument/2006/relationships/image" Target="../media/image160.png"/><Relationship Id="rId7" Type="http://schemas.openxmlformats.org/officeDocument/2006/relationships/image" Target="../media/image164.png"/><Relationship Id="rId12" Type="http://schemas.openxmlformats.org/officeDocument/2006/relationships/image" Target="../media/image169.png"/><Relationship Id="rId2" Type="http://schemas.openxmlformats.org/officeDocument/2006/relationships/notesSlide" Target="../notesSlides/notesSlide29.xml"/><Relationship Id="rId16" Type="http://schemas.openxmlformats.org/officeDocument/2006/relationships/image" Target="../media/image173.png"/><Relationship Id="rId1" Type="http://schemas.openxmlformats.org/officeDocument/2006/relationships/slideLayout" Target="../slideLayouts/slideLayout2.xml"/><Relationship Id="rId6" Type="http://schemas.openxmlformats.org/officeDocument/2006/relationships/image" Target="../media/image163.png"/><Relationship Id="rId11" Type="http://schemas.openxmlformats.org/officeDocument/2006/relationships/image" Target="../media/image168.png"/><Relationship Id="rId5" Type="http://schemas.openxmlformats.org/officeDocument/2006/relationships/image" Target="../media/image162.png"/><Relationship Id="rId15" Type="http://schemas.openxmlformats.org/officeDocument/2006/relationships/image" Target="../media/image172.png"/><Relationship Id="rId10" Type="http://schemas.openxmlformats.org/officeDocument/2006/relationships/image" Target="../media/image167.png"/><Relationship Id="rId4" Type="http://schemas.openxmlformats.org/officeDocument/2006/relationships/image" Target="../media/image161.png"/><Relationship Id="rId9" Type="http://schemas.openxmlformats.org/officeDocument/2006/relationships/image" Target="../media/image166.png"/><Relationship Id="rId14" Type="http://schemas.openxmlformats.org/officeDocument/2006/relationships/image" Target="../media/image171.png"/></Relationships>
</file>

<file path=ppt/slides/_rels/slide31.xml.rels><?xml version="1.0" encoding="UTF-8" standalone="yes"?>
<Relationships xmlns="http://schemas.openxmlformats.org/package/2006/relationships"><Relationship Id="rId3" Type="http://schemas.openxmlformats.org/officeDocument/2006/relationships/image" Target="../media/image174.jpg"/><Relationship Id="rId7" Type="http://schemas.openxmlformats.org/officeDocument/2006/relationships/image" Target="../media/image178.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177.png"/><Relationship Id="rId5" Type="http://schemas.openxmlformats.org/officeDocument/2006/relationships/image" Target="../media/image176.png"/><Relationship Id="rId4" Type="http://schemas.openxmlformats.org/officeDocument/2006/relationships/image" Target="../media/image175.png"/></Relationships>
</file>

<file path=ppt/slides/_rels/slide32.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180.png"/><Relationship Id="rId5" Type="http://schemas.openxmlformats.org/officeDocument/2006/relationships/image" Target="../media/image179.png"/><Relationship Id="rId4" Type="http://schemas.openxmlformats.org/officeDocument/2006/relationships/image" Target="../media/image167.png"/></Relationships>
</file>

<file path=ppt/slides/_rels/slide33.xml.rels><?xml version="1.0" encoding="UTF-8" standalone="yes"?>
<Relationships xmlns="http://schemas.openxmlformats.org/package/2006/relationships"><Relationship Id="rId8" Type="http://schemas.openxmlformats.org/officeDocument/2006/relationships/image" Target="../media/image185.png"/><Relationship Id="rId3" Type="http://schemas.openxmlformats.org/officeDocument/2006/relationships/image" Target="../media/image181.png"/><Relationship Id="rId7" Type="http://schemas.openxmlformats.org/officeDocument/2006/relationships/image" Target="../media/image160.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184.png"/><Relationship Id="rId5" Type="http://schemas.openxmlformats.org/officeDocument/2006/relationships/image" Target="../media/image183.png"/><Relationship Id="rId4" Type="http://schemas.openxmlformats.org/officeDocument/2006/relationships/image" Target="../media/image182.png"/><Relationship Id="rId9" Type="http://schemas.openxmlformats.org/officeDocument/2006/relationships/image" Target="../media/image186.png"/></Relationships>
</file>

<file path=ppt/slides/_rels/slide34.xml.rels><?xml version="1.0" encoding="UTF-8" standalone="yes"?>
<Relationships xmlns="http://schemas.openxmlformats.org/package/2006/relationships"><Relationship Id="rId3" Type="http://schemas.openxmlformats.org/officeDocument/2006/relationships/image" Target="../media/image187.jp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89.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91.jp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92.jp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93.jpe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94.jpeg"/></Relationships>
</file>

<file path=ppt/slides/_rels/slide43.xml.rels><?xml version="1.0" encoding="UTF-8" standalone="yes"?>
<Relationships xmlns="http://schemas.openxmlformats.org/package/2006/relationships"><Relationship Id="rId3" Type="http://schemas.openxmlformats.org/officeDocument/2006/relationships/image" Target="../media/image195.jp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197.jpg"/><Relationship Id="rId5" Type="http://schemas.openxmlformats.org/officeDocument/2006/relationships/image" Target="../media/image196.jpg"/><Relationship Id="rId4" Type="http://schemas.openxmlformats.org/officeDocument/2006/relationships/image" Target="../media/image193.jpeg"/></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5.xml.rels><?xml version="1.0" encoding="UTF-8" standalone="yes"?>
<Relationships xmlns="http://schemas.openxmlformats.org/package/2006/relationships"><Relationship Id="rId8" Type="http://schemas.openxmlformats.org/officeDocument/2006/relationships/image" Target="../media/image203.png"/><Relationship Id="rId3" Type="http://schemas.openxmlformats.org/officeDocument/2006/relationships/image" Target="../media/image198.png"/><Relationship Id="rId7" Type="http://schemas.openxmlformats.org/officeDocument/2006/relationships/image" Target="../media/image202.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201.png"/><Relationship Id="rId5" Type="http://schemas.openxmlformats.org/officeDocument/2006/relationships/image" Target="../media/image200.png"/><Relationship Id="rId4" Type="http://schemas.openxmlformats.org/officeDocument/2006/relationships/image" Target="../media/image199.png"/></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8.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206.png"/><Relationship Id="rId5" Type="http://schemas.openxmlformats.org/officeDocument/2006/relationships/image" Target="../media/image106.png"/><Relationship Id="rId4" Type="http://schemas.openxmlformats.org/officeDocument/2006/relationships/image" Target="../media/image205.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07.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image" Target="../media/image203.png"/><Relationship Id="rId3" Type="http://schemas.openxmlformats.org/officeDocument/2006/relationships/image" Target="../media/image198.png"/><Relationship Id="rId7" Type="http://schemas.openxmlformats.org/officeDocument/2006/relationships/image" Target="../media/image202.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201.png"/><Relationship Id="rId5" Type="http://schemas.openxmlformats.org/officeDocument/2006/relationships/image" Target="../media/image200.png"/><Relationship Id="rId4" Type="http://schemas.openxmlformats.org/officeDocument/2006/relationships/image" Target="../media/image199.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08.pn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210.png"/><Relationship Id="rId4" Type="http://schemas.openxmlformats.org/officeDocument/2006/relationships/image" Target="../media/image209.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image" Target="../media/image216.png"/><Relationship Id="rId3" Type="http://schemas.openxmlformats.org/officeDocument/2006/relationships/image" Target="../media/image211.png"/><Relationship Id="rId7" Type="http://schemas.openxmlformats.org/officeDocument/2006/relationships/image" Target="../media/image215.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214.png"/><Relationship Id="rId11" Type="http://schemas.openxmlformats.org/officeDocument/2006/relationships/image" Target="../media/image219.png"/><Relationship Id="rId5" Type="http://schemas.openxmlformats.org/officeDocument/2006/relationships/image" Target="../media/image213.png"/><Relationship Id="rId10" Type="http://schemas.openxmlformats.org/officeDocument/2006/relationships/image" Target="../media/image218.png"/><Relationship Id="rId4" Type="http://schemas.openxmlformats.org/officeDocument/2006/relationships/image" Target="../media/image212.png"/><Relationship Id="rId9" Type="http://schemas.openxmlformats.org/officeDocument/2006/relationships/image" Target="../media/image217.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21.jpg"/><Relationship Id="rId2" Type="http://schemas.openxmlformats.org/officeDocument/2006/relationships/notesSlide" Target="../notesSlides/notesSlide59.xml"/><Relationship Id="rId1" Type="http://schemas.openxmlformats.org/officeDocument/2006/relationships/slideLayout" Target="../slideLayouts/slideLayout2.xml"/><Relationship Id="rId5" Type="http://schemas.openxmlformats.org/officeDocument/2006/relationships/image" Target="../media/image223.png"/><Relationship Id="rId4" Type="http://schemas.openxmlformats.org/officeDocument/2006/relationships/image" Target="../media/image222.png"/></Relationships>
</file>

<file path=ppt/slides/_rels/slide61.xml.rels><?xml version="1.0" encoding="UTF-8" standalone="yes"?>
<Relationships xmlns="http://schemas.openxmlformats.org/package/2006/relationships"><Relationship Id="rId3" Type="http://schemas.openxmlformats.org/officeDocument/2006/relationships/image" Target="../media/image224.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25.png"/><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228.png"/><Relationship Id="rId5" Type="http://schemas.openxmlformats.org/officeDocument/2006/relationships/image" Target="../media/image227.png"/><Relationship Id="rId4" Type="http://schemas.openxmlformats.org/officeDocument/2006/relationships/image" Target="../media/image226.png"/></Relationships>
</file>

<file path=ppt/slides/_rels/slide64.xml.rels><?xml version="1.0" encoding="UTF-8" standalone="yes"?>
<Relationships xmlns="http://schemas.openxmlformats.org/package/2006/relationships"><Relationship Id="rId3" Type="http://schemas.openxmlformats.org/officeDocument/2006/relationships/image" Target="../media/image229.jpg"/><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image" Target="../media/image232.png"/><Relationship Id="rId5" Type="http://schemas.openxmlformats.org/officeDocument/2006/relationships/image" Target="../media/image231.jpg"/><Relationship Id="rId4" Type="http://schemas.openxmlformats.org/officeDocument/2006/relationships/image" Target="../media/image230.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7.xml.rels><?xml version="1.0" encoding="UTF-8" standalone="yes"?>
<Relationships xmlns="http://schemas.openxmlformats.org/package/2006/relationships"><Relationship Id="rId8" Type="http://schemas.openxmlformats.org/officeDocument/2006/relationships/image" Target="../media/image242.png"/><Relationship Id="rId3" Type="http://schemas.openxmlformats.org/officeDocument/2006/relationships/image" Target="../media/image237.jpg"/><Relationship Id="rId7" Type="http://schemas.openxmlformats.org/officeDocument/2006/relationships/image" Target="../media/image241.png"/><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image" Target="../media/image240.jpg"/><Relationship Id="rId5" Type="http://schemas.openxmlformats.org/officeDocument/2006/relationships/image" Target="../media/image239.jpg"/><Relationship Id="rId10" Type="http://schemas.openxmlformats.org/officeDocument/2006/relationships/image" Target="../media/image244.png"/><Relationship Id="rId4" Type="http://schemas.openxmlformats.org/officeDocument/2006/relationships/image" Target="../media/image238.jpg"/><Relationship Id="rId9" Type="http://schemas.openxmlformats.org/officeDocument/2006/relationships/image" Target="../media/image243.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45.jpg"/><Relationship Id="rId7" Type="http://schemas.openxmlformats.org/officeDocument/2006/relationships/image" Target="../media/image249.jpg"/><Relationship Id="rId2" Type="http://schemas.openxmlformats.org/officeDocument/2006/relationships/notesSlide" Target="../notesSlides/notesSlide68.xml"/><Relationship Id="rId1" Type="http://schemas.openxmlformats.org/officeDocument/2006/relationships/slideLayout" Target="../slideLayouts/slideLayout1.xml"/><Relationship Id="rId6" Type="http://schemas.openxmlformats.org/officeDocument/2006/relationships/image" Target="../media/image248.jpg"/><Relationship Id="rId5" Type="http://schemas.openxmlformats.org/officeDocument/2006/relationships/image" Target="../media/image247.jpg"/><Relationship Id="rId4" Type="http://schemas.openxmlformats.org/officeDocument/2006/relationships/image" Target="../media/image246.jpg"/></Relationships>
</file>

<file path=ppt/slides/_rels/slide70.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69.xml"/><Relationship Id="rId1" Type="http://schemas.openxmlformats.org/officeDocument/2006/relationships/slideLayout" Target="../slideLayouts/slideLayout2.xml"/><Relationship Id="rId5" Type="http://schemas.openxmlformats.org/officeDocument/2006/relationships/image" Target="../media/image252.png"/><Relationship Id="rId4" Type="http://schemas.openxmlformats.org/officeDocument/2006/relationships/image" Target="../media/image251.png"/></Relationships>
</file>

<file path=ppt/slides/_rels/slide71.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70.xml"/><Relationship Id="rId1" Type="http://schemas.openxmlformats.org/officeDocument/2006/relationships/slideLayout" Target="../slideLayouts/slideLayout2.xml"/><Relationship Id="rId5" Type="http://schemas.openxmlformats.org/officeDocument/2006/relationships/image" Target="../media/image253.png"/><Relationship Id="rId4" Type="http://schemas.openxmlformats.org/officeDocument/2006/relationships/image" Target="../media/image161.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54.jp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255.jpg"/></Relationships>
</file>

<file path=ppt/slides/_rels/slide74.xml.rels><?xml version="1.0" encoding="UTF-8" standalone="yes"?>
<Relationships xmlns="http://schemas.openxmlformats.org/package/2006/relationships"><Relationship Id="rId8" Type="http://schemas.openxmlformats.org/officeDocument/2006/relationships/image" Target="../media/image261.png"/><Relationship Id="rId13" Type="http://schemas.openxmlformats.org/officeDocument/2006/relationships/image" Target="../media/image266.png"/><Relationship Id="rId3" Type="http://schemas.openxmlformats.org/officeDocument/2006/relationships/image" Target="../media/image256.jpg"/><Relationship Id="rId7" Type="http://schemas.openxmlformats.org/officeDocument/2006/relationships/image" Target="../media/image260.png"/><Relationship Id="rId12" Type="http://schemas.openxmlformats.org/officeDocument/2006/relationships/image" Target="../media/image265.png"/><Relationship Id="rId2" Type="http://schemas.openxmlformats.org/officeDocument/2006/relationships/notesSlide" Target="../notesSlides/notesSlide73.xml"/><Relationship Id="rId1" Type="http://schemas.openxmlformats.org/officeDocument/2006/relationships/slideLayout" Target="../slideLayouts/slideLayout2.xml"/><Relationship Id="rId6" Type="http://schemas.openxmlformats.org/officeDocument/2006/relationships/image" Target="../media/image259.png"/><Relationship Id="rId11" Type="http://schemas.openxmlformats.org/officeDocument/2006/relationships/image" Target="../media/image264.png"/><Relationship Id="rId5" Type="http://schemas.openxmlformats.org/officeDocument/2006/relationships/image" Target="../media/image258.png"/><Relationship Id="rId10" Type="http://schemas.openxmlformats.org/officeDocument/2006/relationships/image" Target="../media/image263.png"/><Relationship Id="rId4" Type="http://schemas.openxmlformats.org/officeDocument/2006/relationships/image" Target="../media/image257.png"/><Relationship Id="rId9" Type="http://schemas.openxmlformats.org/officeDocument/2006/relationships/image" Target="../media/image262.png"/></Relationships>
</file>

<file path=ppt/slides/_rels/slide75.xml.rels><?xml version="1.0" encoding="UTF-8" standalone="yes"?>
<Relationships xmlns="http://schemas.openxmlformats.org/package/2006/relationships"><Relationship Id="rId3" Type="http://schemas.openxmlformats.org/officeDocument/2006/relationships/image" Target="../media/image267.jpg"/><Relationship Id="rId7" Type="http://schemas.openxmlformats.org/officeDocument/2006/relationships/image" Target="../media/image271.png"/><Relationship Id="rId2" Type="http://schemas.openxmlformats.org/officeDocument/2006/relationships/notesSlide" Target="../notesSlides/notesSlide74.xml"/><Relationship Id="rId1" Type="http://schemas.openxmlformats.org/officeDocument/2006/relationships/slideLayout" Target="../slideLayouts/slideLayout2.xml"/><Relationship Id="rId6" Type="http://schemas.openxmlformats.org/officeDocument/2006/relationships/image" Target="../media/image270.png"/><Relationship Id="rId5" Type="http://schemas.openxmlformats.org/officeDocument/2006/relationships/image" Target="../media/image269.png"/><Relationship Id="rId4" Type="http://schemas.openxmlformats.org/officeDocument/2006/relationships/image" Target="../media/image268.jpg"/></Relationships>
</file>

<file path=ppt/slides/_rels/slide76.xml.rels><?xml version="1.0" encoding="UTF-8" standalone="yes"?>
<Relationships xmlns="http://schemas.openxmlformats.org/package/2006/relationships"><Relationship Id="rId3" Type="http://schemas.openxmlformats.org/officeDocument/2006/relationships/image" Target="../media/image272.jpg"/><Relationship Id="rId2" Type="http://schemas.openxmlformats.org/officeDocument/2006/relationships/notesSlide" Target="../notesSlides/notesSlide75.xml"/><Relationship Id="rId1" Type="http://schemas.openxmlformats.org/officeDocument/2006/relationships/slideLayout" Target="../slideLayouts/slideLayout2.xml"/><Relationship Id="rId5" Type="http://schemas.openxmlformats.org/officeDocument/2006/relationships/image" Target="../media/image274.jpg"/><Relationship Id="rId4" Type="http://schemas.openxmlformats.org/officeDocument/2006/relationships/image" Target="../media/image273.jp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75.jp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276.jp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277.jpg"/><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8" Type="http://schemas.openxmlformats.org/officeDocument/2006/relationships/image" Target="../media/image283.png"/><Relationship Id="rId13" Type="http://schemas.openxmlformats.org/officeDocument/2006/relationships/image" Target="../media/image288.png"/><Relationship Id="rId18" Type="http://schemas.openxmlformats.org/officeDocument/2006/relationships/image" Target="../media/image293.png"/><Relationship Id="rId26" Type="http://schemas.openxmlformats.org/officeDocument/2006/relationships/image" Target="../media/image301.png"/><Relationship Id="rId3" Type="http://schemas.openxmlformats.org/officeDocument/2006/relationships/image" Target="../media/image278.png"/><Relationship Id="rId21" Type="http://schemas.openxmlformats.org/officeDocument/2006/relationships/image" Target="../media/image296.png"/><Relationship Id="rId7" Type="http://schemas.openxmlformats.org/officeDocument/2006/relationships/image" Target="../media/image282.png"/><Relationship Id="rId12" Type="http://schemas.openxmlformats.org/officeDocument/2006/relationships/image" Target="../media/image287.png"/><Relationship Id="rId17" Type="http://schemas.openxmlformats.org/officeDocument/2006/relationships/image" Target="../media/image292.png"/><Relationship Id="rId25" Type="http://schemas.openxmlformats.org/officeDocument/2006/relationships/image" Target="../media/image300.png"/><Relationship Id="rId2" Type="http://schemas.openxmlformats.org/officeDocument/2006/relationships/notesSlide" Target="../notesSlides/notesSlide80.xml"/><Relationship Id="rId16" Type="http://schemas.openxmlformats.org/officeDocument/2006/relationships/image" Target="../media/image291.png"/><Relationship Id="rId20" Type="http://schemas.openxmlformats.org/officeDocument/2006/relationships/image" Target="../media/image295.png"/><Relationship Id="rId1" Type="http://schemas.openxmlformats.org/officeDocument/2006/relationships/slideLayout" Target="../slideLayouts/slideLayout2.xml"/><Relationship Id="rId6" Type="http://schemas.openxmlformats.org/officeDocument/2006/relationships/image" Target="../media/image281.png"/><Relationship Id="rId11" Type="http://schemas.openxmlformats.org/officeDocument/2006/relationships/image" Target="../media/image286.png"/><Relationship Id="rId24" Type="http://schemas.openxmlformats.org/officeDocument/2006/relationships/image" Target="../media/image299.png"/><Relationship Id="rId5" Type="http://schemas.openxmlformats.org/officeDocument/2006/relationships/image" Target="../media/image280.png"/><Relationship Id="rId15" Type="http://schemas.openxmlformats.org/officeDocument/2006/relationships/image" Target="../media/image290.png"/><Relationship Id="rId23" Type="http://schemas.openxmlformats.org/officeDocument/2006/relationships/image" Target="../media/image298.png"/><Relationship Id="rId28" Type="http://schemas.openxmlformats.org/officeDocument/2006/relationships/image" Target="../media/image303.png"/><Relationship Id="rId10" Type="http://schemas.openxmlformats.org/officeDocument/2006/relationships/image" Target="../media/image285.png"/><Relationship Id="rId19" Type="http://schemas.openxmlformats.org/officeDocument/2006/relationships/image" Target="../media/image294.png"/><Relationship Id="rId4" Type="http://schemas.openxmlformats.org/officeDocument/2006/relationships/image" Target="../media/image279.png"/><Relationship Id="rId9" Type="http://schemas.openxmlformats.org/officeDocument/2006/relationships/image" Target="../media/image284.png"/><Relationship Id="rId14" Type="http://schemas.openxmlformats.org/officeDocument/2006/relationships/image" Target="../media/image289.png"/><Relationship Id="rId22" Type="http://schemas.openxmlformats.org/officeDocument/2006/relationships/image" Target="../media/image297.png"/><Relationship Id="rId27" Type="http://schemas.openxmlformats.org/officeDocument/2006/relationships/image" Target="../media/image302.png"/></Relationships>
</file>

<file path=ppt/slides/_rels/slide82.xml.rels><?xml version="1.0" encoding="UTF-8" standalone="yes"?>
<Relationships xmlns="http://schemas.openxmlformats.org/package/2006/relationships"><Relationship Id="rId8" Type="http://schemas.openxmlformats.org/officeDocument/2006/relationships/image" Target="../media/image307.png"/><Relationship Id="rId13" Type="http://schemas.openxmlformats.org/officeDocument/2006/relationships/image" Target="../media/image310.png"/><Relationship Id="rId18" Type="http://schemas.openxmlformats.org/officeDocument/2006/relationships/image" Target="../media/image315.png"/><Relationship Id="rId26" Type="http://schemas.openxmlformats.org/officeDocument/2006/relationships/image" Target="../media/image323.png"/><Relationship Id="rId3" Type="http://schemas.openxmlformats.org/officeDocument/2006/relationships/image" Target="../media/image278.png"/><Relationship Id="rId21" Type="http://schemas.openxmlformats.org/officeDocument/2006/relationships/image" Target="../media/image318.png"/><Relationship Id="rId7" Type="http://schemas.openxmlformats.org/officeDocument/2006/relationships/image" Target="../media/image306.png"/><Relationship Id="rId12" Type="http://schemas.openxmlformats.org/officeDocument/2006/relationships/image" Target="../media/image309.png"/><Relationship Id="rId17" Type="http://schemas.openxmlformats.org/officeDocument/2006/relationships/image" Target="../media/image314.png"/><Relationship Id="rId25" Type="http://schemas.openxmlformats.org/officeDocument/2006/relationships/image" Target="../media/image322.png"/><Relationship Id="rId2" Type="http://schemas.openxmlformats.org/officeDocument/2006/relationships/notesSlide" Target="../notesSlides/notesSlide81.xml"/><Relationship Id="rId16" Type="http://schemas.openxmlformats.org/officeDocument/2006/relationships/image" Target="../media/image313.png"/><Relationship Id="rId20" Type="http://schemas.openxmlformats.org/officeDocument/2006/relationships/image" Target="../media/image317.png"/><Relationship Id="rId1" Type="http://schemas.openxmlformats.org/officeDocument/2006/relationships/slideLayout" Target="../slideLayouts/slideLayout2.xml"/><Relationship Id="rId6" Type="http://schemas.openxmlformats.org/officeDocument/2006/relationships/image" Target="../media/image305.png"/><Relationship Id="rId11" Type="http://schemas.openxmlformats.org/officeDocument/2006/relationships/image" Target="../media/image282.png"/><Relationship Id="rId24" Type="http://schemas.openxmlformats.org/officeDocument/2006/relationships/image" Target="../media/image321.png"/><Relationship Id="rId5" Type="http://schemas.openxmlformats.org/officeDocument/2006/relationships/image" Target="../media/image287.png"/><Relationship Id="rId15" Type="http://schemas.openxmlformats.org/officeDocument/2006/relationships/image" Target="../media/image312.png"/><Relationship Id="rId23" Type="http://schemas.openxmlformats.org/officeDocument/2006/relationships/image" Target="../media/image320.png"/><Relationship Id="rId10" Type="http://schemas.openxmlformats.org/officeDocument/2006/relationships/image" Target="../media/image308.png"/><Relationship Id="rId19" Type="http://schemas.openxmlformats.org/officeDocument/2006/relationships/image" Target="../media/image316.png"/><Relationship Id="rId4" Type="http://schemas.openxmlformats.org/officeDocument/2006/relationships/image" Target="../media/image304.png"/><Relationship Id="rId9" Type="http://schemas.openxmlformats.org/officeDocument/2006/relationships/image" Target="../media/image284.png"/><Relationship Id="rId14" Type="http://schemas.openxmlformats.org/officeDocument/2006/relationships/image" Target="../media/image311.png"/><Relationship Id="rId22" Type="http://schemas.openxmlformats.org/officeDocument/2006/relationships/image" Target="../media/image319.png"/><Relationship Id="rId27" Type="http://schemas.openxmlformats.org/officeDocument/2006/relationships/image" Target="../media/image32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2"/>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9203DE33-2CD4-4CA8-9AF3-37C3B6513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3004800" cy="97535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0AF57B88-1D4C-41FA-A761-EC1DD10C3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734409" y="2734409"/>
            <a:ext cx="9778941" cy="4310127"/>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D2548F45-5164-4ABB-8212-7F293FDED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44530" y="4500618"/>
            <a:ext cx="6194623" cy="4310125"/>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Picture 44" descr="Financial graph on light leak blurry background">
            <a:extLst>
              <a:ext uri="{FF2B5EF4-FFF2-40B4-BE49-F238E27FC236}">
                <a16:creationId xmlns:a16="http://schemas.microsoft.com/office/drawing/2014/main" id="{B7182C9F-9D1F-2541-2843-501216BB75AC}"/>
              </a:ext>
            </a:extLst>
          </p:cNvPr>
          <p:cNvPicPr>
            <a:picLocks noChangeAspect="1"/>
          </p:cNvPicPr>
          <p:nvPr/>
        </p:nvPicPr>
        <p:blipFill>
          <a:blip r:embed="rId3"/>
          <a:srcRect l="12599" r="27098" b="1"/>
          <a:stretch>
            <a:fillRect/>
          </a:stretch>
        </p:blipFill>
        <p:spPr>
          <a:xfrm>
            <a:off x="4307838" y="10"/>
            <a:ext cx="8704028" cy="9778932"/>
          </a:xfrm>
          <a:prstGeom prst="rect">
            <a:avLst/>
          </a:prstGeom>
        </p:spPr>
      </p:pic>
      <p:sp>
        <p:nvSpPr>
          <p:cNvPr id="55" name="Freeform: Shape 54">
            <a:extLst>
              <a:ext uri="{FF2B5EF4-FFF2-40B4-BE49-F238E27FC236}">
                <a16:creationId xmlns:a16="http://schemas.microsoft.com/office/drawing/2014/main" id="{5E81CCFB-7BEF-4186-86FB-D09450B4D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651988" y="2435407"/>
            <a:ext cx="6838474" cy="4361244"/>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3" name="Google Shape;43;p1" descr="$PPTXTitle"/>
          <p:cNvSpPr txBox="1">
            <a:spLocks noGrp="1"/>
          </p:cNvSpPr>
          <p:nvPr>
            <p:ph type="title"/>
          </p:nvPr>
        </p:nvSpPr>
        <p:spPr>
          <a:xfrm>
            <a:off x="570104" y="4196105"/>
            <a:ext cx="3255779" cy="5022440"/>
          </a:xfrm>
          <a:prstGeom prst="rect">
            <a:avLst/>
          </a:prstGeom>
        </p:spPr>
        <p:txBody>
          <a:bodyPr spcFirstLastPara="1" vert="horz" lIns="91440" tIns="45720" rIns="91440" bIns="45720" rtlCol="0" anchor="t" anchorCtr="0">
            <a:normAutofit/>
          </a:bodyPr>
          <a:lstStyle/>
          <a:p>
            <a:pPr marL="2083435" marR="5080" lvl="0" indent="-2070735" algn="r">
              <a:lnSpc>
                <a:spcPct val="90000"/>
              </a:lnSpc>
              <a:spcBef>
                <a:spcPct val="0"/>
              </a:spcBef>
              <a:spcAft>
                <a:spcPts val="0"/>
              </a:spcAft>
            </a:pPr>
            <a:r>
              <a:rPr lang="en-US" sz="2800" kern="1200">
                <a:solidFill>
                  <a:srgbClr val="FFFFFF"/>
                </a:solidFill>
                <a:latin typeface="+mj-lt"/>
                <a:ea typeface="+mj-ea"/>
                <a:cs typeface="+mj-cs"/>
                <a:sym typeface="Helvetica Neue"/>
              </a:rPr>
              <a:t>Big Data Analytics </a:t>
            </a:r>
            <a:br>
              <a:rPr lang="en-US" sz="2800" kern="1200">
                <a:solidFill>
                  <a:srgbClr val="FFFFFF"/>
                </a:solidFill>
                <a:latin typeface="+mj-lt"/>
                <a:ea typeface="+mj-ea"/>
                <a:cs typeface="+mj-cs"/>
                <a:sym typeface="Helvetica Neue"/>
              </a:rPr>
            </a:br>
            <a:r>
              <a:rPr lang="en-US" sz="2800" kern="1200">
                <a:solidFill>
                  <a:srgbClr val="FFFFFF"/>
                </a:solidFill>
                <a:latin typeface="+mj-lt"/>
                <a:ea typeface="+mj-ea"/>
                <a:cs typeface="+mj-cs"/>
                <a:sym typeface="Helvetica Neue"/>
              </a:rPr>
              <a:t>Spark MLib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3"/>
                                        </p:tgtEl>
                                        <p:attrNameLst>
                                          <p:attrName>style.visibility</p:attrName>
                                        </p:attrNameLst>
                                      </p:cBhvr>
                                      <p:to>
                                        <p:strVal val="visible"/>
                                      </p:to>
                                    </p:set>
                                    <p:animEffect transition="in" filter="fade">
                                      <p:cBhvr>
                                        <p:cTn id="7"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grpSp>
        <p:nvGrpSpPr>
          <p:cNvPr id="48" name="Google Shape;48;p3"/>
          <p:cNvGrpSpPr/>
          <p:nvPr/>
        </p:nvGrpSpPr>
        <p:grpSpPr>
          <a:xfrm>
            <a:off x="8094835" y="2379456"/>
            <a:ext cx="5246960" cy="4059872"/>
            <a:chOff x="5564938" y="1127581"/>
            <a:chExt cx="3607116" cy="2479787"/>
          </a:xfrm>
        </p:grpSpPr>
        <p:pic>
          <p:nvPicPr>
            <p:cNvPr id="50" name="Google Shape;50;p3"/>
            <p:cNvPicPr preferRelativeResize="0"/>
            <p:nvPr/>
          </p:nvPicPr>
          <p:blipFill rotWithShape="1">
            <a:blip r:embed="rId3">
              <a:alphaModFix/>
            </a:blip>
            <a:srcRect/>
            <a:stretch/>
          </p:blipFill>
          <p:spPr>
            <a:xfrm>
              <a:off x="6406515" y="1127581"/>
              <a:ext cx="2765539" cy="1026490"/>
            </a:xfrm>
            <a:prstGeom prst="rect">
              <a:avLst/>
            </a:prstGeom>
            <a:noFill/>
            <a:ln>
              <a:noFill/>
            </a:ln>
          </p:spPr>
        </p:pic>
        <p:sp>
          <p:nvSpPr>
            <p:cNvPr id="51" name="Google Shape;51;p3"/>
            <p:cNvSpPr/>
            <p:nvPr/>
          </p:nvSpPr>
          <p:spPr>
            <a:xfrm>
              <a:off x="5570547" y="2137343"/>
              <a:ext cx="0" cy="1470025"/>
            </a:xfrm>
            <a:custGeom>
              <a:avLst/>
              <a:gdLst/>
              <a:ahLst/>
              <a:cxnLst/>
              <a:rect l="l" t="t" r="r" b="b"/>
              <a:pathLst>
                <a:path w="120000" h="1470025" extrusionOk="0">
                  <a:moveTo>
                    <a:pt x="0" y="1469770"/>
                  </a:moveTo>
                  <a:lnTo>
                    <a:pt x="0" y="0"/>
                  </a:lnTo>
                </a:path>
              </a:pathLst>
            </a:custGeom>
            <a:noFill/>
            <a:ln w="11200" cap="flat" cmpd="sng">
              <a:solidFill>
                <a:srgbClr val="2C637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2200">
                <a:latin typeface="Arial"/>
                <a:ea typeface="Arial"/>
                <a:cs typeface="Arial"/>
                <a:sym typeface="Arial"/>
              </a:endParaRPr>
            </a:p>
          </p:txBody>
        </p:sp>
        <p:sp>
          <p:nvSpPr>
            <p:cNvPr id="52" name="Google Shape;52;p3"/>
            <p:cNvSpPr/>
            <p:nvPr/>
          </p:nvSpPr>
          <p:spPr>
            <a:xfrm>
              <a:off x="7180564" y="2137343"/>
              <a:ext cx="0" cy="1470025"/>
            </a:xfrm>
            <a:custGeom>
              <a:avLst/>
              <a:gdLst/>
              <a:ahLst/>
              <a:cxnLst/>
              <a:rect l="l" t="t" r="r" b="b"/>
              <a:pathLst>
                <a:path w="120000" h="1470025" extrusionOk="0">
                  <a:moveTo>
                    <a:pt x="0" y="1469770"/>
                  </a:moveTo>
                  <a:lnTo>
                    <a:pt x="0" y="0"/>
                  </a:lnTo>
                </a:path>
              </a:pathLst>
            </a:custGeom>
            <a:noFill/>
            <a:ln w="11200" cap="flat" cmpd="sng">
              <a:solidFill>
                <a:srgbClr val="17688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2200">
                <a:latin typeface="Arial"/>
                <a:ea typeface="Arial"/>
                <a:cs typeface="Arial"/>
                <a:sym typeface="Arial"/>
              </a:endParaRPr>
            </a:p>
          </p:txBody>
        </p:sp>
        <p:sp>
          <p:nvSpPr>
            <p:cNvPr id="53" name="Google Shape;53;p3"/>
            <p:cNvSpPr/>
            <p:nvPr/>
          </p:nvSpPr>
          <p:spPr>
            <a:xfrm>
              <a:off x="7548007" y="2137343"/>
              <a:ext cx="0" cy="1470025"/>
            </a:xfrm>
            <a:custGeom>
              <a:avLst/>
              <a:gdLst/>
              <a:ahLst/>
              <a:cxnLst/>
              <a:rect l="l" t="t" r="r" b="b"/>
              <a:pathLst>
                <a:path w="120000" h="1470025" extrusionOk="0">
                  <a:moveTo>
                    <a:pt x="0" y="1469770"/>
                  </a:moveTo>
                  <a:lnTo>
                    <a:pt x="0" y="0"/>
                  </a:lnTo>
                </a:path>
              </a:pathLst>
            </a:custGeom>
            <a:noFill/>
            <a:ln w="16825" cap="flat" cmpd="sng">
              <a:solidFill>
                <a:srgbClr val="577B9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2200">
                <a:latin typeface="Arial"/>
                <a:ea typeface="Arial"/>
                <a:cs typeface="Arial"/>
                <a:sym typeface="Arial"/>
              </a:endParaRPr>
            </a:p>
          </p:txBody>
        </p:sp>
        <p:sp>
          <p:nvSpPr>
            <p:cNvPr id="54" name="Google Shape;54;p3"/>
            <p:cNvSpPr/>
            <p:nvPr/>
          </p:nvSpPr>
          <p:spPr>
            <a:xfrm>
              <a:off x="9158024" y="2137343"/>
              <a:ext cx="0" cy="1470025"/>
            </a:xfrm>
            <a:custGeom>
              <a:avLst/>
              <a:gdLst/>
              <a:ahLst/>
              <a:cxnLst/>
              <a:rect l="l" t="t" r="r" b="b"/>
              <a:pathLst>
                <a:path w="120000" h="1470025" extrusionOk="0">
                  <a:moveTo>
                    <a:pt x="0" y="1469770"/>
                  </a:moveTo>
                  <a:lnTo>
                    <a:pt x="0" y="0"/>
                  </a:lnTo>
                </a:path>
              </a:pathLst>
            </a:custGeom>
            <a:noFill/>
            <a:ln w="16825" cap="flat" cmpd="sng">
              <a:solidFill>
                <a:srgbClr val="2F7BA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2200">
                <a:latin typeface="Arial"/>
                <a:ea typeface="Arial"/>
                <a:cs typeface="Arial"/>
                <a:sym typeface="Arial"/>
              </a:endParaRPr>
            </a:p>
          </p:txBody>
        </p:sp>
        <p:sp>
          <p:nvSpPr>
            <p:cNvPr id="55" name="Google Shape;55;p3"/>
            <p:cNvSpPr/>
            <p:nvPr/>
          </p:nvSpPr>
          <p:spPr>
            <a:xfrm>
              <a:off x="7539592" y="3598699"/>
              <a:ext cx="1626870" cy="0"/>
            </a:xfrm>
            <a:custGeom>
              <a:avLst/>
              <a:gdLst/>
              <a:ahLst/>
              <a:cxnLst/>
              <a:rect l="l" t="t" r="r" b="b"/>
              <a:pathLst>
                <a:path w="1626870" h="120000" extrusionOk="0">
                  <a:moveTo>
                    <a:pt x="0" y="0"/>
                  </a:moveTo>
                  <a:lnTo>
                    <a:pt x="1626844" y="0"/>
                  </a:lnTo>
                </a:path>
              </a:pathLst>
            </a:custGeom>
            <a:noFill/>
            <a:ln w="16825" cap="flat" cmpd="sng">
              <a:solidFill>
                <a:srgbClr val="3B7B9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2200">
                <a:latin typeface="Arial"/>
                <a:ea typeface="Arial"/>
                <a:cs typeface="Arial"/>
                <a:sym typeface="Arial"/>
              </a:endParaRPr>
            </a:p>
          </p:txBody>
        </p:sp>
        <p:sp>
          <p:nvSpPr>
            <p:cNvPr id="56" name="Google Shape;56;p3"/>
            <p:cNvSpPr/>
            <p:nvPr/>
          </p:nvSpPr>
          <p:spPr>
            <a:xfrm>
              <a:off x="5564938" y="3598699"/>
              <a:ext cx="1621790" cy="0"/>
            </a:xfrm>
            <a:custGeom>
              <a:avLst/>
              <a:gdLst/>
              <a:ahLst/>
              <a:cxnLst/>
              <a:rect l="l" t="t" r="r" b="b"/>
              <a:pathLst>
                <a:path w="1621790" h="120000" extrusionOk="0">
                  <a:moveTo>
                    <a:pt x="0" y="0"/>
                  </a:moveTo>
                  <a:lnTo>
                    <a:pt x="1621231" y="0"/>
                  </a:lnTo>
                </a:path>
              </a:pathLst>
            </a:custGeom>
            <a:noFill/>
            <a:ln w="16825" cap="flat" cmpd="sng">
              <a:solidFill>
                <a:srgbClr val="3B7B9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2200">
                <a:latin typeface="Arial"/>
                <a:ea typeface="Arial"/>
                <a:cs typeface="Arial"/>
                <a:sym typeface="Arial"/>
              </a:endParaRPr>
            </a:p>
          </p:txBody>
        </p:sp>
      </p:grpSp>
      <p:sp>
        <p:nvSpPr>
          <p:cNvPr id="57" name="Google Shape;57;p3" descr="$PPTXTitle"/>
          <p:cNvSpPr txBox="1">
            <a:spLocks noGrp="1"/>
          </p:cNvSpPr>
          <p:nvPr>
            <p:ph type="title"/>
          </p:nvPr>
        </p:nvSpPr>
        <p:spPr>
          <a:xfrm>
            <a:off x="201961" y="905358"/>
            <a:ext cx="6097841" cy="540296"/>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3400" b="1">
                <a:latin typeface="Arial"/>
                <a:ea typeface="Arial"/>
                <a:cs typeface="Arial"/>
                <a:sym typeface="Arial"/>
              </a:rPr>
              <a:t>Mllib</a:t>
            </a:r>
            <a:endParaRPr sz="3400" b="1">
              <a:latin typeface="Arial"/>
              <a:ea typeface="Arial"/>
              <a:cs typeface="Arial"/>
              <a:sym typeface="Arial"/>
            </a:endParaRPr>
          </a:p>
        </p:txBody>
      </p:sp>
      <p:sp>
        <p:nvSpPr>
          <p:cNvPr id="58" name="Google Shape;58;p3"/>
          <p:cNvSpPr txBox="1"/>
          <p:nvPr/>
        </p:nvSpPr>
        <p:spPr>
          <a:xfrm>
            <a:off x="482977" y="2898936"/>
            <a:ext cx="5987100" cy="4182049"/>
          </a:xfrm>
          <a:prstGeom prst="rect">
            <a:avLst/>
          </a:prstGeom>
          <a:noFill/>
          <a:ln>
            <a:noFill/>
          </a:ln>
        </p:spPr>
        <p:txBody>
          <a:bodyPr spcFirstLastPara="1" wrap="square" lIns="0" tIns="10975" rIns="0" bIns="0" anchor="t" anchorCtr="0">
            <a:spAutoFit/>
          </a:bodyPr>
          <a:lstStyle/>
          <a:p>
            <a:pPr marL="16911" marR="6765" lvl="0" indent="5919" algn="l" rtl="0">
              <a:lnSpc>
                <a:spcPct val="102299"/>
              </a:lnSpc>
              <a:spcBef>
                <a:spcPts val="0"/>
              </a:spcBef>
              <a:spcAft>
                <a:spcPts val="0"/>
              </a:spcAft>
              <a:buNone/>
            </a:pPr>
            <a:r>
              <a:rPr lang="en-US" sz="2400">
                <a:solidFill>
                  <a:srgbClr val="2C71A0"/>
                </a:solidFill>
                <a:latin typeface="Arial"/>
                <a:ea typeface="Arial"/>
                <a:cs typeface="Arial"/>
                <a:sym typeface="Arial"/>
              </a:rPr>
              <a:t>Machine </a:t>
            </a:r>
            <a:r>
              <a:rPr lang="en-US" sz="2400">
                <a:solidFill>
                  <a:srgbClr val="2F6887"/>
                </a:solidFill>
                <a:latin typeface="Arial"/>
                <a:ea typeface="Arial"/>
                <a:cs typeface="Arial"/>
                <a:sym typeface="Arial"/>
              </a:rPr>
              <a:t>l</a:t>
            </a:r>
            <a:r>
              <a:rPr lang="en-US" sz="2400">
                <a:solidFill>
                  <a:srgbClr val="2C71A0"/>
                </a:solidFill>
                <a:latin typeface="Arial"/>
                <a:ea typeface="Arial"/>
                <a:cs typeface="Arial"/>
                <a:sym typeface="Arial"/>
              </a:rPr>
              <a:t>earn</a:t>
            </a:r>
            <a:r>
              <a:rPr lang="en-US" sz="2400">
                <a:solidFill>
                  <a:srgbClr val="3480AF"/>
                </a:solidFill>
                <a:latin typeface="Arial"/>
                <a:ea typeface="Arial"/>
                <a:cs typeface="Arial"/>
                <a:sym typeface="Arial"/>
              </a:rPr>
              <a:t>i</a:t>
            </a:r>
            <a:r>
              <a:rPr lang="en-US" sz="2400">
                <a:solidFill>
                  <a:srgbClr val="2C71A0"/>
                </a:solidFill>
                <a:latin typeface="Arial"/>
                <a:ea typeface="Arial"/>
                <a:cs typeface="Arial"/>
                <a:sym typeface="Arial"/>
              </a:rPr>
              <a:t>ng </a:t>
            </a:r>
            <a:r>
              <a:rPr lang="en-US" sz="2400">
                <a:solidFill>
                  <a:srgbClr val="1B1F20"/>
                </a:solidFill>
                <a:latin typeface="Arial"/>
                <a:ea typeface="Arial"/>
                <a:cs typeface="Arial"/>
                <a:sym typeface="Arial"/>
              </a:rPr>
              <a:t>may be broken down into two classes of algorithms:</a:t>
            </a:r>
            <a:endParaRPr sz="2400">
              <a:solidFill>
                <a:srgbClr val="1B1F20"/>
              </a:solidFill>
              <a:latin typeface="Arial"/>
              <a:ea typeface="Arial"/>
              <a:cs typeface="Arial"/>
              <a:sym typeface="Arial"/>
            </a:endParaRPr>
          </a:p>
          <a:p>
            <a:pPr marL="474110" marR="6765" lvl="0" indent="-457200" algn="l" rtl="0">
              <a:lnSpc>
                <a:spcPct val="102299"/>
              </a:lnSpc>
              <a:spcBef>
                <a:spcPts val="87"/>
              </a:spcBef>
              <a:spcAft>
                <a:spcPts val="0"/>
              </a:spcAft>
              <a:buClr>
                <a:srgbClr val="2C71A0"/>
              </a:buClr>
              <a:buSzPts val="2400"/>
              <a:buFont typeface="Arial"/>
              <a:buAutoNum type="arabicPeriod"/>
            </a:pPr>
            <a:r>
              <a:rPr lang="en-US" sz="2400">
                <a:solidFill>
                  <a:srgbClr val="2C71A0"/>
                </a:solidFill>
                <a:latin typeface="Arial"/>
                <a:ea typeface="Arial"/>
                <a:cs typeface="Arial"/>
                <a:sym typeface="Arial"/>
              </a:rPr>
              <a:t>Superv</a:t>
            </a:r>
            <a:r>
              <a:rPr lang="en-US" sz="2400">
                <a:solidFill>
                  <a:srgbClr val="235F8B"/>
                </a:solidFill>
                <a:latin typeface="Arial"/>
                <a:ea typeface="Arial"/>
                <a:cs typeface="Arial"/>
                <a:sym typeface="Arial"/>
              </a:rPr>
              <a:t>i</a:t>
            </a:r>
            <a:r>
              <a:rPr lang="en-US" sz="2400">
                <a:solidFill>
                  <a:srgbClr val="2C71A0"/>
                </a:solidFill>
                <a:latin typeface="Arial"/>
                <a:ea typeface="Arial"/>
                <a:cs typeface="Arial"/>
                <a:sym typeface="Arial"/>
              </a:rPr>
              <a:t>sed a</a:t>
            </a:r>
            <a:r>
              <a:rPr lang="en-US" sz="2400">
                <a:solidFill>
                  <a:srgbClr val="3887BD"/>
                </a:solidFill>
                <a:latin typeface="Arial"/>
                <a:ea typeface="Arial"/>
                <a:cs typeface="Arial"/>
                <a:sym typeface="Arial"/>
              </a:rPr>
              <a:t>l</a:t>
            </a:r>
            <a:r>
              <a:rPr lang="en-US" sz="2400">
                <a:solidFill>
                  <a:srgbClr val="2C71A0"/>
                </a:solidFill>
                <a:latin typeface="Arial"/>
                <a:ea typeface="Arial"/>
                <a:cs typeface="Arial"/>
                <a:sym typeface="Arial"/>
              </a:rPr>
              <a:t>gorit</a:t>
            </a:r>
            <a:r>
              <a:rPr lang="en-US" sz="2400">
                <a:solidFill>
                  <a:srgbClr val="3887BD"/>
                </a:solidFill>
                <a:latin typeface="Arial"/>
                <a:ea typeface="Arial"/>
                <a:cs typeface="Arial"/>
                <a:sym typeface="Arial"/>
              </a:rPr>
              <a:t>h</a:t>
            </a:r>
            <a:r>
              <a:rPr lang="en-US" sz="2400">
                <a:solidFill>
                  <a:srgbClr val="2C71A0"/>
                </a:solidFill>
                <a:latin typeface="Arial"/>
                <a:ea typeface="Arial"/>
                <a:cs typeface="Arial"/>
                <a:sym typeface="Arial"/>
              </a:rPr>
              <a:t>ms </a:t>
            </a:r>
            <a:r>
              <a:rPr lang="en-US" sz="2400">
                <a:solidFill>
                  <a:srgbClr val="1E2021"/>
                </a:solidFill>
                <a:latin typeface="Arial"/>
                <a:ea typeface="Arial"/>
                <a:cs typeface="Arial"/>
                <a:sym typeface="Arial"/>
              </a:rPr>
              <a:t>use labelled data in which both the input and output are provided to the algorithm</a:t>
            </a:r>
            <a:endParaRPr sz="2400">
              <a:latin typeface="Arial"/>
              <a:ea typeface="Arial"/>
              <a:cs typeface="Arial"/>
              <a:sym typeface="Arial"/>
            </a:endParaRPr>
          </a:p>
          <a:p>
            <a:pPr marL="474110" marR="6765" lvl="0" indent="-457200" algn="l" rtl="0">
              <a:lnSpc>
                <a:spcPct val="102299"/>
              </a:lnSpc>
              <a:spcBef>
                <a:spcPts val="87"/>
              </a:spcBef>
              <a:spcAft>
                <a:spcPts val="0"/>
              </a:spcAft>
              <a:buClr>
                <a:srgbClr val="2C70A0"/>
              </a:buClr>
              <a:buSzPts val="2400"/>
              <a:buFont typeface="Arial"/>
              <a:buAutoNum type="arabicPeriod"/>
            </a:pPr>
            <a:r>
              <a:rPr lang="en-US" sz="2400">
                <a:solidFill>
                  <a:srgbClr val="2C70A0"/>
                </a:solidFill>
                <a:latin typeface="Arial"/>
                <a:ea typeface="Arial"/>
                <a:cs typeface="Arial"/>
                <a:sym typeface="Arial"/>
              </a:rPr>
              <a:t>Unsuperv</a:t>
            </a:r>
            <a:r>
              <a:rPr lang="en-US" sz="2400">
                <a:solidFill>
                  <a:srgbClr val="3684BB"/>
                </a:solidFill>
                <a:latin typeface="Arial"/>
                <a:ea typeface="Arial"/>
                <a:cs typeface="Arial"/>
                <a:sym typeface="Arial"/>
              </a:rPr>
              <a:t>i</a:t>
            </a:r>
            <a:r>
              <a:rPr lang="en-US" sz="2400">
                <a:solidFill>
                  <a:srgbClr val="2C70A0"/>
                </a:solidFill>
                <a:latin typeface="Arial"/>
                <a:ea typeface="Arial"/>
                <a:cs typeface="Arial"/>
                <a:sym typeface="Arial"/>
              </a:rPr>
              <a:t>sed algo</a:t>
            </a:r>
            <a:r>
              <a:rPr lang="en-US" sz="2400">
                <a:solidFill>
                  <a:srgbClr val="3684BB"/>
                </a:solidFill>
                <a:latin typeface="Arial"/>
                <a:ea typeface="Arial"/>
                <a:cs typeface="Arial"/>
                <a:sym typeface="Arial"/>
              </a:rPr>
              <a:t>r</a:t>
            </a:r>
            <a:r>
              <a:rPr lang="en-US" sz="2400">
                <a:solidFill>
                  <a:srgbClr val="2C70A0"/>
                </a:solidFill>
                <a:latin typeface="Arial"/>
                <a:ea typeface="Arial"/>
                <a:cs typeface="Arial"/>
                <a:sym typeface="Arial"/>
              </a:rPr>
              <a:t>ithms </a:t>
            </a:r>
            <a:r>
              <a:rPr lang="en-US" sz="2400">
                <a:solidFill>
                  <a:srgbClr val="1C2020"/>
                </a:solidFill>
                <a:latin typeface="Arial"/>
                <a:ea typeface="Arial"/>
                <a:cs typeface="Arial"/>
                <a:sym typeface="Arial"/>
              </a:rPr>
              <a:t>do not have the outputs in advance. These algorithms are left to make sense of the data without labels.</a:t>
            </a:r>
            <a:endParaRPr sz="2400">
              <a:latin typeface="Arial"/>
              <a:ea typeface="Arial"/>
              <a:cs typeface="Arial"/>
              <a:sym typeface="Arial"/>
            </a:endParaRPr>
          </a:p>
          <a:p>
            <a:pPr marL="16911" marR="6765" lvl="0" indent="5919" algn="l" rtl="0">
              <a:lnSpc>
                <a:spcPct val="102299"/>
              </a:lnSpc>
              <a:spcBef>
                <a:spcPts val="87"/>
              </a:spcBef>
              <a:spcAft>
                <a:spcPts val="0"/>
              </a:spcAft>
              <a:buNone/>
            </a:pPr>
            <a:endParaRPr sz="2400">
              <a:solidFill>
                <a:srgbClr val="1B1F20"/>
              </a:solidFill>
              <a:latin typeface="Arial"/>
              <a:ea typeface="Arial"/>
              <a:cs typeface="Arial"/>
              <a:sym typeface="Arial"/>
            </a:endParaRPr>
          </a:p>
          <a:p>
            <a:pPr marL="16911" marR="6765" lvl="0" indent="5919" algn="l" rtl="0">
              <a:lnSpc>
                <a:spcPct val="102299"/>
              </a:lnSpc>
              <a:spcBef>
                <a:spcPts val="87"/>
              </a:spcBef>
              <a:spcAft>
                <a:spcPts val="0"/>
              </a:spcAft>
              <a:buNone/>
            </a:pPr>
            <a:endParaRPr sz="2400">
              <a:latin typeface="Arial"/>
              <a:ea typeface="Arial"/>
              <a:cs typeface="Arial"/>
              <a:sym typeface="Arial"/>
            </a:endParaRPr>
          </a:p>
        </p:txBody>
      </p:sp>
      <p:sp>
        <p:nvSpPr>
          <p:cNvPr id="59" name="Google Shape;59;p3"/>
          <p:cNvSpPr txBox="1"/>
          <p:nvPr/>
        </p:nvSpPr>
        <p:spPr>
          <a:xfrm>
            <a:off x="8123972" y="4011504"/>
            <a:ext cx="1878594" cy="355630"/>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2200">
                <a:solidFill>
                  <a:schemeClr val="dk1"/>
                </a:solidFill>
                <a:latin typeface="Arial"/>
                <a:ea typeface="Arial"/>
                <a:cs typeface="Arial"/>
                <a:sym typeface="Arial"/>
              </a:rPr>
              <a:t>Supervised</a:t>
            </a:r>
            <a:endParaRPr sz="2200">
              <a:solidFill>
                <a:schemeClr val="dk1"/>
              </a:solidFill>
              <a:latin typeface="Arial"/>
              <a:ea typeface="Arial"/>
              <a:cs typeface="Arial"/>
              <a:sym typeface="Arial"/>
            </a:endParaRPr>
          </a:p>
        </p:txBody>
      </p:sp>
      <p:sp>
        <p:nvSpPr>
          <p:cNvPr id="60" name="Google Shape;60;p3"/>
          <p:cNvSpPr txBox="1"/>
          <p:nvPr/>
        </p:nvSpPr>
        <p:spPr>
          <a:xfrm>
            <a:off x="10619064" y="4540881"/>
            <a:ext cx="3103245" cy="2266315"/>
          </a:xfrm>
          <a:prstGeom prst="rect">
            <a:avLst/>
          </a:prstGeom>
          <a:noFill/>
          <a:ln>
            <a:noFill/>
          </a:ln>
        </p:spPr>
        <p:txBody>
          <a:bodyPr spcFirstLastPara="1" wrap="square" lIns="0" tIns="16900" rIns="0" bIns="0" anchor="t" anchorCtr="0">
            <a:spAutoFit/>
          </a:bodyPr>
          <a:lstStyle/>
          <a:p>
            <a:pPr marL="365760" marR="0" lvl="0" indent="0" algn="l" rtl="0">
              <a:lnSpc>
                <a:spcPct val="107000"/>
              </a:lnSpc>
              <a:spcBef>
                <a:spcPts val="0"/>
              </a:spcBef>
              <a:spcAft>
                <a:spcPts val="0"/>
              </a:spcAft>
              <a:buClr>
                <a:srgbClr val="222222"/>
              </a:buClr>
              <a:buSzPts val="2200"/>
              <a:buFont typeface="Arial"/>
              <a:buNone/>
            </a:pPr>
            <a:r>
              <a:rPr lang="en-US" sz="2200">
                <a:solidFill>
                  <a:srgbClr val="222222"/>
                </a:solidFill>
                <a:latin typeface="Arial"/>
                <a:ea typeface="Arial"/>
                <a:cs typeface="Arial"/>
                <a:sym typeface="Arial"/>
              </a:rPr>
              <a:t>Clustering</a:t>
            </a:r>
            <a:endParaRPr sz="1200">
              <a:latin typeface="Arial"/>
              <a:ea typeface="Arial"/>
              <a:cs typeface="Arial"/>
              <a:sym typeface="Arial"/>
            </a:endParaRPr>
          </a:p>
          <a:p>
            <a:pPr marL="342900" marR="0" lvl="0" indent="-342900" algn="l" rtl="0">
              <a:spcBef>
                <a:spcPts val="600"/>
              </a:spcBef>
              <a:spcAft>
                <a:spcPts val="0"/>
              </a:spcAft>
              <a:buClr>
                <a:srgbClr val="242424"/>
              </a:buClr>
              <a:buSzPts val="2200"/>
              <a:buFont typeface="Arial"/>
              <a:buChar char="-"/>
            </a:pPr>
            <a:r>
              <a:rPr lang="en-US" sz="2200">
                <a:solidFill>
                  <a:srgbClr val="242424"/>
                </a:solidFill>
                <a:latin typeface="Arial"/>
                <a:ea typeface="Arial"/>
                <a:cs typeface="Arial"/>
                <a:sym typeface="Arial"/>
              </a:rPr>
              <a:t>K Means</a:t>
            </a:r>
            <a:endParaRPr sz="1200">
              <a:latin typeface="Times New Roman"/>
              <a:ea typeface="Times New Roman"/>
              <a:cs typeface="Times New Roman"/>
              <a:sym typeface="Times New Roman"/>
            </a:endParaRPr>
          </a:p>
          <a:p>
            <a:pPr marL="384175" marR="567055" lvl="0" indent="-8890" algn="l" rtl="0">
              <a:lnSpc>
                <a:spcPct val="107000"/>
              </a:lnSpc>
              <a:spcBef>
                <a:spcPts val="600"/>
              </a:spcBef>
              <a:spcAft>
                <a:spcPts val="0"/>
              </a:spcAft>
              <a:buClr>
                <a:srgbClr val="252525"/>
              </a:buClr>
              <a:buSzPts val="2200"/>
              <a:buFont typeface="Arial"/>
              <a:buNone/>
            </a:pPr>
            <a:r>
              <a:rPr lang="en-US" sz="2200">
                <a:solidFill>
                  <a:srgbClr val="252525"/>
                </a:solidFill>
                <a:latin typeface="Arial"/>
                <a:ea typeface="Arial"/>
                <a:cs typeface="Arial"/>
                <a:sym typeface="Arial"/>
              </a:rPr>
              <a:t>Dimensionality Reduction</a:t>
            </a:r>
            <a:endParaRPr sz="1200">
              <a:latin typeface="Arial"/>
              <a:ea typeface="Arial"/>
              <a:cs typeface="Arial"/>
              <a:sym typeface="Arial"/>
            </a:endParaRPr>
          </a:p>
          <a:p>
            <a:pPr marL="342900" marR="0" lvl="0" indent="-342900" algn="l" rtl="0">
              <a:spcBef>
                <a:spcPts val="600"/>
              </a:spcBef>
              <a:spcAft>
                <a:spcPts val="0"/>
              </a:spcAft>
              <a:buClr>
                <a:srgbClr val="252525"/>
              </a:buClr>
              <a:buSzPts val="2200"/>
              <a:buFont typeface="Arial"/>
              <a:buChar char="-"/>
            </a:pPr>
            <a:r>
              <a:rPr lang="en-US" sz="2200">
                <a:solidFill>
                  <a:srgbClr val="252525"/>
                </a:solidFill>
                <a:latin typeface="Arial"/>
                <a:ea typeface="Arial"/>
                <a:cs typeface="Arial"/>
                <a:sym typeface="Arial"/>
              </a:rPr>
              <a:t>Principal Component Analysis</a:t>
            </a:r>
            <a:endParaRPr sz="1200">
              <a:latin typeface="Times New Roman"/>
              <a:ea typeface="Times New Roman"/>
              <a:cs typeface="Times New Roman"/>
              <a:sym typeface="Times New Roman"/>
            </a:endParaRPr>
          </a:p>
          <a:p>
            <a:pPr marL="374650" marR="0" lvl="0" indent="0" algn="l" rtl="0">
              <a:lnSpc>
                <a:spcPct val="107000"/>
              </a:lnSpc>
              <a:spcBef>
                <a:spcPts val="600"/>
              </a:spcBef>
              <a:spcAft>
                <a:spcPts val="0"/>
              </a:spcAft>
              <a:buClr>
                <a:srgbClr val="252525"/>
              </a:buClr>
              <a:buSzPts val="2200"/>
              <a:buFont typeface="Arial"/>
              <a:buNone/>
            </a:pPr>
            <a:r>
              <a:rPr lang="en-US" sz="2200">
                <a:solidFill>
                  <a:srgbClr val="252525"/>
                </a:solidFill>
                <a:latin typeface="Arial"/>
                <a:ea typeface="Arial"/>
                <a:cs typeface="Arial"/>
                <a:sym typeface="Arial"/>
              </a:rPr>
              <a:t>-SVD</a:t>
            </a:r>
            <a:endParaRPr sz="1200">
              <a:latin typeface="Arial"/>
              <a:ea typeface="Arial"/>
              <a:cs typeface="Arial"/>
              <a:sym typeface="Arial"/>
            </a:endParaRPr>
          </a:p>
        </p:txBody>
      </p:sp>
      <p:sp>
        <p:nvSpPr>
          <p:cNvPr id="61" name="Google Shape;61;p3"/>
          <p:cNvSpPr txBox="1"/>
          <p:nvPr/>
        </p:nvSpPr>
        <p:spPr>
          <a:xfrm>
            <a:off x="7809285" y="4583291"/>
            <a:ext cx="2128520" cy="1972310"/>
          </a:xfrm>
          <a:prstGeom prst="rect">
            <a:avLst/>
          </a:prstGeom>
          <a:noFill/>
          <a:ln>
            <a:noFill/>
          </a:ln>
        </p:spPr>
        <p:txBody>
          <a:bodyPr spcFirstLastPara="1" wrap="square" lIns="0" tIns="16900" rIns="0" bIns="0" anchor="t" anchorCtr="0">
            <a:spAutoFit/>
          </a:bodyPr>
          <a:lstStyle/>
          <a:p>
            <a:pPr marL="393065" marR="0" lvl="0" indent="0" algn="l" rtl="0">
              <a:lnSpc>
                <a:spcPct val="107000"/>
              </a:lnSpc>
              <a:spcBef>
                <a:spcPts val="0"/>
              </a:spcBef>
              <a:spcAft>
                <a:spcPts val="0"/>
              </a:spcAft>
              <a:buClr>
                <a:srgbClr val="292929"/>
              </a:buClr>
              <a:buSzPts val="2200"/>
              <a:buFont typeface="Arial"/>
              <a:buNone/>
            </a:pPr>
            <a:r>
              <a:rPr lang="en-US" sz="2200">
                <a:solidFill>
                  <a:srgbClr val="292929"/>
                </a:solidFill>
                <a:latin typeface="Arial"/>
                <a:ea typeface="Arial"/>
                <a:cs typeface="Arial"/>
                <a:sym typeface="Arial"/>
              </a:rPr>
              <a:t>Classification</a:t>
            </a:r>
            <a:endParaRPr sz="1200">
              <a:latin typeface="Arial"/>
              <a:ea typeface="Arial"/>
              <a:cs typeface="Arial"/>
              <a:sym typeface="Arial"/>
            </a:endParaRPr>
          </a:p>
          <a:p>
            <a:pPr marL="342900" marR="0" lvl="0" indent="-342900" algn="l" rtl="0">
              <a:spcBef>
                <a:spcPts val="600"/>
              </a:spcBef>
              <a:spcAft>
                <a:spcPts val="0"/>
              </a:spcAft>
              <a:buClr>
                <a:srgbClr val="202020"/>
              </a:buClr>
              <a:buSzPts val="2200"/>
              <a:buFont typeface="Helvetica Neue"/>
              <a:buChar char="-"/>
            </a:pPr>
            <a:r>
              <a:rPr lang="en-US" sz="2200">
                <a:solidFill>
                  <a:srgbClr val="202020"/>
                </a:solidFill>
                <a:latin typeface="Arial"/>
                <a:ea typeface="Arial"/>
                <a:cs typeface="Arial"/>
                <a:sym typeface="Arial"/>
              </a:rPr>
              <a:t>Naive Bayes</a:t>
            </a:r>
            <a:endParaRPr sz="1200">
              <a:latin typeface="Times New Roman"/>
              <a:ea typeface="Times New Roman"/>
              <a:cs typeface="Times New Roman"/>
              <a:sym typeface="Times New Roman"/>
            </a:endParaRPr>
          </a:p>
          <a:p>
            <a:pPr marL="374650" marR="0" lvl="0" indent="0" algn="l" rtl="0">
              <a:lnSpc>
                <a:spcPct val="107000"/>
              </a:lnSpc>
              <a:spcBef>
                <a:spcPts val="600"/>
              </a:spcBef>
              <a:spcAft>
                <a:spcPts val="0"/>
              </a:spcAft>
              <a:buClr>
                <a:srgbClr val="202020"/>
              </a:buClr>
              <a:buSzPts val="2200"/>
              <a:buFont typeface="Arial"/>
              <a:buNone/>
            </a:pPr>
            <a:r>
              <a:rPr lang="en-US" sz="2200">
                <a:solidFill>
                  <a:srgbClr val="202020"/>
                </a:solidFill>
                <a:latin typeface="Arial"/>
                <a:ea typeface="Arial"/>
                <a:cs typeface="Arial"/>
                <a:sym typeface="Arial"/>
              </a:rPr>
              <a:t>-SVM</a:t>
            </a:r>
            <a:endParaRPr sz="1200">
              <a:latin typeface="Arial"/>
              <a:ea typeface="Arial"/>
              <a:cs typeface="Arial"/>
              <a:sym typeface="Arial"/>
            </a:endParaRPr>
          </a:p>
          <a:p>
            <a:pPr marL="384175" marR="0" lvl="0" indent="0" algn="l" rtl="0">
              <a:lnSpc>
                <a:spcPct val="107000"/>
              </a:lnSpc>
              <a:spcBef>
                <a:spcPts val="1200"/>
              </a:spcBef>
              <a:spcAft>
                <a:spcPts val="0"/>
              </a:spcAft>
              <a:buClr>
                <a:srgbClr val="212121"/>
              </a:buClr>
              <a:buSzPts val="2200"/>
              <a:buFont typeface="Arial"/>
              <a:buNone/>
            </a:pPr>
            <a:r>
              <a:rPr lang="en-US" sz="2200">
                <a:solidFill>
                  <a:srgbClr val="212121"/>
                </a:solidFill>
                <a:latin typeface="Arial"/>
                <a:ea typeface="Arial"/>
                <a:cs typeface="Arial"/>
                <a:sym typeface="Arial"/>
              </a:rPr>
              <a:t>Regression</a:t>
            </a:r>
            <a:endParaRPr sz="1200">
              <a:latin typeface="Arial"/>
              <a:ea typeface="Arial"/>
              <a:cs typeface="Arial"/>
              <a:sym typeface="Arial"/>
            </a:endParaRPr>
          </a:p>
          <a:p>
            <a:pPr marL="342900" marR="0" lvl="0" indent="-342900" algn="l" rtl="0">
              <a:spcBef>
                <a:spcPts val="600"/>
              </a:spcBef>
              <a:spcAft>
                <a:spcPts val="0"/>
              </a:spcAft>
              <a:buClr>
                <a:srgbClr val="282828"/>
              </a:buClr>
              <a:buSzPts val="2200"/>
              <a:buFont typeface="Helvetica Neue"/>
              <a:buChar char="-"/>
            </a:pPr>
            <a:r>
              <a:rPr lang="en-US" sz="2200">
                <a:solidFill>
                  <a:srgbClr val="282828"/>
                </a:solidFill>
                <a:latin typeface="Arial"/>
                <a:ea typeface="Arial"/>
                <a:cs typeface="Arial"/>
                <a:sym typeface="Arial"/>
              </a:rPr>
              <a:t>Linear</a:t>
            </a:r>
            <a:endParaRPr sz="1200">
              <a:latin typeface="Times New Roman"/>
              <a:ea typeface="Times New Roman"/>
              <a:cs typeface="Times New Roman"/>
              <a:sym typeface="Times New Roman"/>
            </a:endParaRPr>
          </a:p>
          <a:p>
            <a:pPr marL="342900" marR="0" lvl="0" indent="-342900" algn="l" rtl="0">
              <a:spcBef>
                <a:spcPts val="0"/>
              </a:spcBef>
              <a:spcAft>
                <a:spcPts val="0"/>
              </a:spcAft>
              <a:buClr>
                <a:srgbClr val="252525"/>
              </a:buClr>
              <a:buSzPts val="2200"/>
              <a:buFont typeface="Helvetica Neue"/>
              <a:buChar char="-"/>
            </a:pPr>
            <a:r>
              <a:rPr lang="en-US" sz="2200">
                <a:solidFill>
                  <a:srgbClr val="252525"/>
                </a:solidFill>
                <a:latin typeface="Arial"/>
                <a:ea typeface="Arial"/>
                <a:cs typeface="Arial"/>
                <a:sym typeface="Arial"/>
              </a:rPr>
              <a:t>Logistic</a:t>
            </a:r>
            <a:endParaRPr sz="12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99C15A-A374-96E0-7611-336486AC0C4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1548" cy="9753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723290" y="2723287"/>
            <a:ext cx="9753600" cy="4307025"/>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723290" y="2737705"/>
            <a:ext cx="9753599" cy="4307028"/>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74322" y="5820893"/>
            <a:ext cx="3558370" cy="430703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35186" y="1379154"/>
            <a:ext cx="4160380" cy="5943407"/>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723300" y="2708867"/>
            <a:ext cx="9753604" cy="4307024"/>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Google Shape;2802;p117" descr="$PPTXTitle">
            <a:extLst>
              <a:ext uri="{FF2B5EF4-FFF2-40B4-BE49-F238E27FC236}">
                <a16:creationId xmlns:a16="http://schemas.microsoft.com/office/drawing/2014/main" id="{FF98D064-926F-DD2D-6FF0-3A03BFFFD2BF}"/>
              </a:ext>
            </a:extLst>
          </p:cNvPr>
          <p:cNvSpPr txBox="1">
            <a:spLocks/>
          </p:cNvSpPr>
          <p:nvPr/>
        </p:nvSpPr>
        <p:spPr>
          <a:xfrm>
            <a:off x="497836" y="834638"/>
            <a:ext cx="3414791" cy="4817773"/>
          </a:xfrm>
          <a:prstGeom prst="rect">
            <a:avLst/>
          </a:prstGeom>
        </p:spPr>
        <p:txBody>
          <a:bodyPr spcFirstLastPara="1" vert="horz" lIns="91440" tIns="45720" rIns="91440" bIns="45720" rtlCol="0" anchor="b"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spcBef>
                <a:spcPct val="0"/>
              </a:spcBef>
              <a:spcAft>
                <a:spcPts val="600"/>
              </a:spcAft>
            </a:pPr>
            <a:r>
              <a:rPr lang="en-US" sz="5000" b="1" kern="1200">
                <a:solidFill>
                  <a:srgbClr val="FFFFFF"/>
                </a:solidFill>
                <a:latin typeface="+mj-lt"/>
                <a:ea typeface="+mj-ea"/>
                <a:cs typeface="+mj-cs"/>
              </a:rPr>
              <a:t>Spark and Machine Learning</a:t>
            </a:r>
          </a:p>
        </p:txBody>
      </p:sp>
      <p:sp>
        <p:nvSpPr>
          <p:cNvPr id="4" name="TextBox 3">
            <a:extLst>
              <a:ext uri="{FF2B5EF4-FFF2-40B4-BE49-F238E27FC236}">
                <a16:creationId xmlns:a16="http://schemas.microsoft.com/office/drawing/2014/main" id="{DAECCD28-A11D-BFD2-4CAD-D59C1073268F}"/>
              </a:ext>
            </a:extLst>
          </p:cNvPr>
          <p:cNvSpPr txBox="1"/>
          <p:nvPr/>
        </p:nvSpPr>
        <p:spPr>
          <a:xfrm>
            <a:off x="5130942" y="923704"/>
            <a:ext cx="6992371" cy="7887712"/>
          </a:xfrm>
          <a:prstGeom prst="rect">
            <a:avLst/>
          </a:prstGeom>
        </p:spPr>
        <p:txBody>
          <a:bodyPr vert="horz" lIns="91440" tIns="45720" rIns="91440" bIns="45720" rtlCol="0" anchor="ctr">
            <a:normAutofit/>
          </a:bodyPr>
          <a:lstStyle/>
          <a:p>
            <a:pPr indent="-228600">
              <a:lnSpc>
                <a:spcPct val="90000"/>
              </a:lnSpc>
              <a:spcBef>
                <a:spcPts val="600"/>
              </a:spcBef>
              <a:spcAft>
                <a:spcPts val="600"/>
              </a:spcAft>
              <a:buFont typeface="Arial" panose="020B0604020202020204" pitchFamily="34" charset="0"/>
              <a:buChar char="•"/>
            </a:pPr>
            <a:r>
              <a:rPr lang="en-US" sz="2300" b="1" kern="1200">
                <a:solidFill>
                  <a:schemeClr val="tx1"/>
                </a:solidFill>
                <a:latin typeface="+mn-lt"/>
                <a:ea typeface="+mn-ea"/>
                <a:cs typeface="+mn-cs"/>
              </a:rPr>
              <a:t>MLlib in Spark</a:t>
            </a:r>
            <a:r>
              <a:rPr lang="en-US" sz="2300" kern="1200">
                <a:solidFill>
                  <a:schemeClr val="tx1"/>
                </a:solidFill>
                <a:latin typeface="+mn-lt"/>
                <a:ea typeface="+mn-ea"/>
                <a:cs typeface="+mn-cs"/>
              </a:rPr>
              <a:t>: Provides common machine learning algorithms for classification, regression, clustering, and collaborative filtering. Some examples:</a:t>
            </a:r>
          </a:p>
          <a:p>
            <a:pPr indent="-228600">
              <a:lnSpc>
                <a:spcPct val="90000"/>
              </a:lnSpc>
              <a:spcBef>
                <a:spcPts val="600"/>
              </a:spcBef>
              <a:spcAft>
                <a:spcPts val="600"/>
              </a:spcAft>
              <a:buFont typeface="Arial" panose="020B0604020202020204" pitchFamily="34" charset="0"/>
              <a:buChar char="•"/>
            </a:pPr>
            <a:r>
              <a:rPr lang="en-US" sz="2300" kern="1200">
                <a:solidFill>
                  <a:schemeClr val="tx1"/>
                </a:solidFill>
                <a:latin typeface="+mn-lt"/>
                <a:ea typeface="+mn-ea"/>
                <a:cs typeface="+mn-cs"/>
              </a:rPr>
              <a:t>Logistic Regression</a:t>
            </a:r>
          </a:p>
          <a:p>
            <a:pPr indent="-228600">
              <a:lnSpc>
                <a:spcPct val="90000"/>
              </a:lnSpc>
              <a:spcBef>
                <a:spcPts val="600"/>
              </a:spcBef>
              <a:spcAft>
                <a:spcPts val="600"/>
              </a:spcAft>
              <a:buFont typeface="Arial" panose="020B0604020202020204" pitchFamily="34" charset="0"/>
              <a:buChar char="•"/>
            </a:pPr>
            <a:r>
              <a:rPr lang="en-US" sz="2300" kern="1200">
                <a:solidFill>
                  <a:schemeClr val="tx1"/>
                </a:solidFill>
                <a:latin typeface="+mn-lt"/>
                <a:ea typeface="+mn-ea"/>
                <a:cs typeface="+mn-cs"/>
              </a:rPr>
              <a:t>Decision Trees</a:t>
            </a:r>
          </a:p>
          <a:p>
            <a:pPr indent="-228600">
              <a:lnSpc>
                <a:spcPct val="90000"/>
              </a:lnSpc>
              <a:spcBef>
                <a:spcPts val="600"/>
              </a:spcBef>
              <a:spcAft>
                <a:spcPts val="600"/>
              </a:spcAft>
              <a:buFont typeface="Arial" panose="020B0604020202020204" pitchFamily="34" charset="0"/>
              <a:buChar char="•"/>
            </a:pPr>
            <a:r>
              <a:rPr lang="en-US" sz="2300" kern="1200">
                <a:solidFill>
                  <a:schemeClr val="tx1"/>
                </a:solidFill>
                <a:latin typeface="+mn-lt"/>
                <a:ea typeface="+mn-ea"/>
                <a:cs typeface="+mn-cs"/>
              </a:rPr>
              <a:t>K-means clustering </a:t>
            </a:r>
          </a:p>
          <a:p>
            <a:pPr indent="-228600">
              <a:lnSpc>
                <a:spcPct val="90000"/>
              </a:lnSpc>
              <a:spcBef>
                <a:spcPts val="600"/>
              </a:spcBef>
              <a:spcAft>
                <a:spcPts val="600"/>
              </a:spcAft>
              <a:buFont typeface="Arial" panose="020B0604020202020204" pitchFamily="34" charset="0"/>
              <a:buChar char="•"/>
            </a:pPr>
            <a:r>
              <a:rPr lang="en-US" sz="2300" kern="1200">
                <a:solidFill>
                  <a:schemeClr val="tx1"/>
                </a:solidFill>
                <a:latin typeface="+mn-lt"/>
                <a:ea typeface="+mn-ea"/>
                <a:cs typeface="+mn-cs"/>
              </a:rPr>
              <a:t>Random Forest</a:t>
            </a:r>
          </a:p>
          <a:p>
            <a:pPr indent="-228600">
              <a:lnSpc>
                <a:spcPct val="90000"/>
              </a:lnSpc>
              <a:spcBef>
                <a:spcPts val="600"/>
              </a:spcBef>
              <a:spcAft>
                <a:spcPts val="600"/>
              </a:spcAft>
              <a:buFont typeface="Arial" panose="020B0604020202020204" pitchFamily="34" charset="0"/>
              <a:buChar char="•"/>
            </a:pPr>
            <a:r>
              <a:rPr lang="en-US" sz="2300" b="1" kern="1200">
                <a:solidFill>
                  <a:schemeClr val="tx1"/>
                </a:solidFill>
                <a:latin typeface="+mn-lt"/>
                <a:ea typeface="+mn-ea"/>
                <a:cs typeface="+mn-cs"/>
              </a:rPr>
              <a:t>MLlib for Neural Networks</a:t>
            </a:r>
            <a:r>
              <a:rPr lang="en-US" sz="2300" kern="1200">
                <a:solidFill>
                  <a:schemeClr val="tx1"/>
                </a:solidFill>
                <a:latin typeface="+mn-lt"/>
                <a:ea typeface="+mn-ea"/>
                <a:cs typeface="+mn-cs"/>
              </a:rPr>
              <a:t>: Though Spark MLlib doesn’t natively support deep neural networks, it provides infrastructure to run simpler machine learning algorithms on large datasets. For deep learning, integration with other libraries (like </a:t>
            </a:r>
            <a:r>
              <a:rPr lang="en-US" sz="2300" b="1" kern="1200">
                <a:solidFill>
                  <a:schemeClr val="tx1"/>
                </a:solidFill>
                <a:latin typeface="+mn-lt"/>
                <a:ea typeface="+mn-ea"/>
                <a:cs typeface="+mn-cs"/>
              </a:rPr>
              <a:t>TensorFlow</a:t>
            </a:r>
            <a:r>
              <a:rPr lang="en-US" sz="2300" kern="1200">
                <a:solidFill>
                  <a:schemeClr val="tx1"/>
                </a:solidFill>
                <a:latin typeface="+mn-lt"/>
                <a:ea typeface="+mn-ea"/>
                <a:cs typeface="+mn-cs"/>
              </a:rPr>
              <a:t> or </a:t>
            </a:r>
            <a:r>
              <a:rPr lang="en-US" sz="2300" b="1" kern="1200">
                <a:solidFill>
                  <a:schemeClr val="tx1"/>
                </a:solidFill>
                <a:latin typeface="+mn-lt"/>
                <a:ea typeface="+mn-ea"/>
                <a:cs typeface="+mn-cs"/>
              </a:rPr>
              <a:t>Keras</a:t>
            </a:r>
            <a:r>
              <a:rPr lang="en-US" sz="2300" kern="1200">
                <a:solidFill>
                  <a:schemeClr val="tx1"/>
                </a:solidFill>
                <a:latin typeface="+mn-lt"/>
                <a:ea typeface="+mn-ea"/>
                <a:cs typeface="+mn-cs"/>
              </a:rPr>
              <a:t>) is often used.</a:t>
            </a:r>
          </a:p>
          <a:p>
            <a:pPr indent="-228600">
              <a:lnSpc>
                <a:spcPct val="90000"/>
              </a:lnSpc>
              <a:spcBef>
                <a:spcPts val="600"/>
              </a:spcBef>
              <a:spcAft>
                <a:spcPts val="600"/>
              </a:spcAft>
              <a:buFont typeface="Arial" panose="020B0604020202020204" pitchFamily="34" charset="0"/>
              <a:buChar char="•"/>
            </a:pPr>
            <a:r>
              <a:rPr lang="en-US" sz="2300" b="1" kern="1200">
                <a:solidFill>
                  <a:schemeClr val="tx1"/>
                </a:solidFill>
                <a:latin typeface="+mn-lt"/>
                <a:ea typeface="+mn-ea"/>
                <a:cs typeface="+mn-cs"/>
              </a:rPr>
              <a:t>Why Spark for Machine Learning</a:t>
            </a:r>
            <a:r>
              <a:rPr lang="en-US" sz="2300" kern="1200">
                <a:solidFill>
                  <a:schemeClr val="tx1"/>
                </a:solidFill>
                <a:latin typeface="+mn-lt"/>
                <a:ea typeface="+mn-ea"/>
                <a:cs typeface="+mn-cs"/>
              </a:rPr>
              <a:t>:</a:t>
            </a:r>
          </a:p>
          <a:p>
            <a:pPr indent="-228600">
              <a:lnSpc>
                <a:spcPct val="90000"/>
              </a:lnSpc>
              <a:spcBef>
                <a:spcPts val="600"/>
              </a:spcBef>
              <a:spcAft>
                <a:spcPts val="600"/>
              </a:spcAft>
              <a:buFont typeface="Arial" panose="020B0604020202020204" pitchFamily="34" charset="0"/>
              <a:buChar char="•"/>
            </a:pPr>
            <a:r>
              <a:rPr lang="en-US" sz="2300" b="1" kern="1200">
                <a:solidFill>
                  <a:schemeClr val="tx1"/>
                </a:solidFill>
                <a:latin typeface="+mn-lt"/>
                <a:ea typeface="+mn-ea"/>
                <a:cs typeface="+mn-cs"/>
              </a:rPr>
              <a:t>Distributed Model Training</a:t>
            </a:r>
            <a:r>
              <a:rPr lang="en-US" sz="2300" kern="1200">
                <a:solidFill>
                  <a:schemeClr val="tx1"/>
                </a:solidFill>
                <a:latin typeface="+mn-lt"/>
                <a:ea typeface="+mn-ea"/>
                <a:cs typeface="+mn-cs"/>
              </a:rPr>
              <a:t>: Split datasets across nodes and train models concurrently.</a:t>
            </a:r>
          </a:p>
          <a:p>
            <a:pPr indent="-228600">
              <a:lnSpc>
                <a:spcPct val="90000"/>
              </a:lnSpc>
              <a:spcBef>
                <a:spcPts val="600"/>
              </a:spcBef>
              <a:spcAft>
                <a:spcPts val="600"/>
              </a:spcAft>
              <a:buFont typeface="Arial" panose="020B0604020202020204" pitchFamily="34" charset="0"/>
              <a:buChar char="•"/>
            </a:pPr>
            <a:r>
              <a:rPr lang="en-US" sz="2300" b="1" kern="1200">
                <a:solidFill>
                  <a:schemeClr val="tx1"/>
                </a:solidFill>
                <a:latin typeface="+mn-lt"/>
                <a:ea typeface="+mn-ea"/>
                <a:cs typeface="+mn-cs"/>
              </a:rPr>
              <a:t>Hyperparameter Tuning</a:t>
            </a:r>
            <a:r>
              <a:rPr lang="en-US" sz="2300" kern="1200">
                <a:solidFill>
                  <a:schemeClr val="tx1"/>
                </a:solidFill>
                <a:latin typeface="+mn-lt"/>
                <a:ea typeface="+mn-ea"/>
                <a:cs typeface="+mn-cs"/>
              </a:rPr>
              <a:t>: Leverage Spark’s parallel processing to test multiple configurations at once.</a:t>
            </a:r>
          </a:p>
          <a:p>
            <a:pPr indent="-228600">
              <a:lnSpc>
                <a:spcPct val="90000"/>
              </a:lnSpc>
              <a:spcBef>
                <a:spcPts val="600"/>
              </a:spcBef>
              <a:spcAft>
                <a:spcPts val="600"/>
              </a:spcAft>
              <a:buFont typeface="Arial" panose="020B0604020202020204" pitchFamily="34" charset="0"/>
              <a:buChar char="•"/>
            </a:pPr>
            <a:endParaRPr lang="en-US" sz="2300" kern="1200">
              <a:solidFill>
                <a:schemeClr val="tx1"/>
              </a:solidFill>
              <a:latin typeface="+mn-lt"/>
              <a:ea typeface="+mn-ea"/>
              <a:cs typeface="+mn-cs"/>
            </a:endParaRPr>
          </a:p>
        </p:txBody>
      </p:sp>
    </p:spTree>
    <p:extLst>
      <p:ext uri="{BB962C8B-B14F-4D97-AF65-F5344CB8AC3E}">
        <p14:creationId xmlns:p14="http://schemas.microsoft.com/office/powerpoint/2010/main" val="620534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65"/>
        <p:cNvGrpSpPr/>
        <p:nvPr/>
      </p:nvGrpSpPr>
      <p:grpSpPr>
        <a:xfrm>
          <a:off x="0" y="0"/>
          <a:ext cx="0" cy="0"/>
          <a:chOff x="0" y="0"/>
          <a:chExt cx="0" cy="0"/>
        </a:xfrm>
      </p:grpSpPr>
      <p:sp useBgFill="1">
        <p:nvSpPr>
          <p:cNvPr id="78" name="Rectangle 7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723290" y="2723287"/>
            <a:ext cx="9753600" cy="4307025"/>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723290" y="2737705"/>
            <a:ext cx="9753599" cy="4307028"/>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74322" y="5820893"/>
            <a:ext cx="3558370" cy="430703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Freeform: Shape 80">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35186" y="1379154"/>
            <a:ext cx="4160380" cy="5943407"/>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3" name="Rectangle 82">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723302" y="2723283"/>
            <a:ext cx="9753604" cy="4307024"/>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Google Shape;66;p4" descr="$PPTXTitle"/>
          <p:cNvSpPr txBox="1">
            <a:spLocks noGrp="1"/>
          </p:cNvSpPr>
          <p:nvPr>
            <p:ph type="title"/>
          </p:nvPr>
        </p:nvSpPr>
        <p:spPr>
          <a:xfrm>
            <a:off x="625576" y="2394675"/>
            <a:ext cx="3322949" cy="3408155"/>
          </a:xfrm>
          <a:prstGeom prst="rect">
            <a:avLst/>
          </a:prstGeom>
        </p:spPr>
        <p:txBody>
          <a:bodyPr spcFirstLastPara="1" vert="horz" lIns="91440" tIns="45720" rIns="91440" bIns="45720" rtlCol="0" anchor="b" anchorCtr="0">
            <a:normAutofit/>
          </a:bodyPr>
          <a:lstStyle/>
          <a:p>
            <a:pPr marL="23676" lvl="0" indent="0" algn="r">
              <a:lnSpc>
                <a:spcPct val="90000"/>
              </a:lnSpc>
              <a:spcBef>
                <a:spcPct val="0"/>
              </a:spcBef>
              <a:spcAft>
                <a:spcPts val="0"/>
              </a:spcAft>
            </a:pPr>
            <a:r>
              <a:rPr lang="en-US" sz="4300" b="1" kern="1200">
                <a:solidFill>
                  <a:srgbClr val="FFFFFF"/>
                </a:solidFill>
                <a:latin typeface="+mj-lt"/>
                <a:ea typeface="+mj-ea"/>
                <a:cs typeface="+mj-cs"/>
                <a:sym typeface="Arial"/>
              </a:rPr>
              <a:t>Mllib Techniques</a:t>
            </a:r>
          </a:p>
        </p:txBody>
      </p:sp>
      <p:graphicFrame>
        <p:nvGraphicFramePr>
          <p:cNvPr id="82" name="Google Shape;67;p4">
            <a:extLst>
              <a:ext uri="{FF2B5EF4-FFF2-40B4-BE49-F238E27FC236}">
                <a16:creationId xmlns:a16="http://schemas.microsoft.com/office/drawing/2014/main" id="{66F44DFE-CDBF-AAE6-281F-8E3C755AD510}"/>
              </a:ext>
            </a:extLst>
          </p:cNvPr>
          <p:cNvGraphicFramePr/>
          <p:nvPr>
            <p:extLst>
              <p:ext uri="{D42A27DB-BD31-4B8C-83A1-F6EECF244321}">
                <p14:modId xmlns:p14="http://schemas.microsoft.com/office/powerpoint/2010/main" val="10545799"/>
              </p:ext>
            </p:extLst>
          </p:nvPr>
        </p:nvGraphicFramePr>
        <p:xfrm>
          <a:off x="5232055" y="1067292"/>
          <a:ext cx="7111289" cy="77566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grpSp>
        <p:nvGrpSpPr>
          <p:cNvPr id="72" name="Google Shape;72;p5"/>
          <p:cNvGrpSpPr/>
          <p:nvPr/>
        </p:nvGrpSpPr>
        <p:grpSpPr>
          <a:xfrm>
            <a:off x="0" y="1219732"/>
            <a:ext cx="12997849" cy="7313157"/>
            <a:chOff x="0" y="2"/>
            <a:chExt cx="9761080" cy="5492010"/>
          </a:xfrm>
        </p:grpSpPr>
        <p:pic>
          <p:nvPicPr>
            <p:cNvPr id="73" name="Google Shape;73;p5"/>
            <p:cNvPicPr preferRelativeResize="0"/>
            <p:nvPr/>
          </p:nvPicPr>
          <p:blipFill rotWithShape="1">
            <a:blip r:embed="rId3">
              <a:alphaModFix/>
            </a:blip>
            <a:srcRect/>
            <a:stretch/>
          </p:blipFill>
          <p:spPr>
            <a:xfrm>
              <a:off x="0" y="2"/>
              <a:ext cx="9761080" cy="5492010"/>
            </a:xfrm>
            <a:prstGeom prst="rect">
              <a:avLst/>
            </a:prstGeom>
            <a:noFill/>
            <a:ln>
              <a:noFill/>
            </a:ln>
          </p:spPr>
        </p:pic>
        <p:pic>
          <p:nvPicPr>
            <p:cNvPr id="74" name="Google Shape;74;p5"/>
            <p:cNvPicPr preferRelativeResize="0"/>
            <p:nvPr/>
          </p:nvPicPr>
          <p:blipFill rotWithShape="1">
            <a:blip r:embed="rId4">
              <a:alphaModFix/>
            </a:blip>
            <a:srcRect/>
            <a:stretch/>
          </p:blipFill>
          <p:spPr>
            <a:xfrm>
              <a:off x="5379846" y="2939541"/>
              <a:ext cx="3450005" cy="532917"/>
            </a:xfrm>
            <a:prstGeom prst="rect">
              <a:avLst/>
            </a:prstGeom>
            <a:noFill/>
            <a:ln>
              <a:noFill/>
            </a:ln>
          </p:spPr>
        </p:pic>
        <p:pic>
          <p:nvPicPr>
            <p:cNvPr id="75" name="Google Shape;75;p5"/>
            <p:cNvPicPr preferRelativeResize="0"/>
            <p:nvPr/>
          </p:nvPicPr>
          <p:blipFill rotWithShape="1">
            <a:blip r:embed="rId5">
              <a:alphaModFix/>
            </a:blip>
            <a:srcRect/>
            <a:stretch/>
          </p:blipFill>
          <p:spPr>
            <a:xfrm>
              <a:off x="5301360" y="3797845"/>
              <a:ext cx="3567760" cy="549643"/>
            </a:xfrm>
            <a:prstGeom prst="rect">
              <a:avLst/>
            </a:prstGeom>
            <a:noFill/>
            <a:ln>
              <a:noFill/>
            </a:ln>
          </p:spPr>
        </p:pic>
        <p:sp>
          <p:nvSpPr>
            <p:cNvPr id="76" name="Google Shape;76;p5"/>
            <p:cNvSpPr/>
            <p:nvPr/>
          </p:nvSpPr>
          <p:spPr>
            <a:xfrm>
              <a:off x="5318106" y="1082697"/>
              <a:ext cx="3585210" cy="0"/>
            </a:xfrm>
            <a:custGeom>
              <a:avLst/>
              <a:gdLst/>
              <a:ahLst/>
              <a:cxnLst/>
              <a:rect l="l" t="t" r="r" b="b"/>
              <a:pathLst>
                <a:path w="3585209" h="120000" extrusionOk="0">
                  <a:moveTo>
                    <a:pt x="0" y="0"/>
                  </a:moveTo>
                  <a:lnTo>
                    <a:pt x="3584676" y="0"/>
                  </a:lnTo>
                </a:path>
              </a:pathLst>
            </a:custGeom>
            <a:noFill/>
            <a:ln w="11200" cap="flat" cmpd="sng">
              <a:solidFill>
                <a:srgbClr val="232323"/>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77" name="Google Shape;77;p5"/>
            <p:cNvSpPr/>
            <p:nvPr/>
          </p:nvSpPr>
          <p:spPr>
            <a:xfrm>
              <a:off x="5396642" y="3674432"/>
              <a:ext cx="505459" cy="0"/>
            </a:xfrm>
            <a:custGeom>
              <a:avLst/>
              <a:gdLst/>
              <a:ahLst/>
              <a:cxnLst/>
              <a:rect l="l" t="t" r="r" b="b"/>
              <a:pathLst>
                <a:path w="505460" h="120000" extrusionOk="0">
                  <a:moveTo>
                    <a:pt x="0" y="0"/>
                  </a:moveTo>
                  <a:lnTo>
                    <a:pt x="504888" y="0"/>
                  </a:lnTo>
                </a:path>
              </a:pathLst>
            </a:custGeom>
            <a:noFill/>
            <a:ln w="22425" cap="flat" cmpd="sng">
              <a:solidFill>
                <a:srgbClr val="508BE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78" name="Google Shape;78;p5"/>
          <p:cNvSpPr txBox="1"/>
          <p:nvPr/>
        </p:nvSpPr>
        <p:spPr>
          <a:xfrm>
            <a:off x="304404" y="1439101"/>
            <a:ext cx="3855779" cy="549851"/>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3400" b="1">
                <a:solidFill>
                  <a:srgbClr val="0070C0"/>
                </a:solidFill>
                <a:latin typeface="Arial"/>
                <a:ea typeface="Arial"/>
                <a:cs typeface="Arial"/>
                <a:sym typeface="Arial"/>
              </a:rPr>
              <a:t>Mllib - Techniques</a:t>
            </a:r>
            <a:endParaRPr sz="3400">
              <a:solidFill>
                <a:srgbClr val="0070C0"/>
              </a:solidFill>
              <a:latin typeface="Arial"/>
              <a:ea typeface="Arial"/>
              <a:cs typeface="Arial"/>
              <a:sym typeface="Arial"/>
            </a:endParaRPr>
          </a:p>
        </p:txBody>
      </p:sp>
      <p:sp>
        <p:nvSpPr>
          <p:cNvPr id="79" name="Google Shape;79;p5"/>
          <p:cNvSpPr txBox="1"/>
          <p:nvPr/>
        </p:nvSpPr>
        <p:spPr>
          <a:xfrm>
            <a:off x="724142" y="2741273"/>
            <a:ext cx="5791786" cy="5195868"/>
          </a:xfrm>
          <a:prstGeom prst="rect">
            <a:avLst/>
          </a:prstGeom>
          <a:noFill/>
          <a:ln>
            <a:noFill/>
          </a:ln>
        </p:spPr>
        <p:txBody>
          <a:bodyPr spcFirstLastPara="1" wrap="square" lIns="0" tIns="10125" rIns="0" bIns="0" anchor="t" anchorCtr="0">
            <a:spAutoFit/>
          </a:bodyPr>
          <a:lstStyle/>
          <a:p>
            <a:pPr marL="16911" marR="6765" lvl="0" indent="5919" algn="l" rtl="0">
              <a:lnSpc>
                <a:spcPct val="102600"/>
              </a:lnSpc>
              <a:spcBef>
                <a:spcPts val="0"/>
              </a:spcBef>
              <a:spcAft>
                <a:spcPts val="0"/>
              </a:spcAft>
              <a:buNone/>
            </a:pPr>
            <a:r>
              <a:rPr lang="en-US" sz="2400">
                <a:solidFill>
                  <a:srgbClr val="2B74A2"/>
                </a:solidFill>
                <a:latin typeface="Arial"/>
                <a:ea typeface="Arial"/>
                <a:cs typeface="Arial"/>
                <a:sym typeface="Arial"/>
              </a:rPr>
              <a:t>C</a:t>
            </a:r>
            <a:r>
              <a:rPr lang="en-US" sz="2400">
                <a:solidFill>
                  <a:srgbClr val="4A7A9B"/>
                </a:solidFill>
                <a:latin typeface="Arial"/>
                <a:ea typeface="Arial"/>
                <a:cs typeface="Arial"/>
                <a:sym typeface="Arial"/>
              </a:rPr>
              <a:t>l</a:t>
            </a:r>
            <a:r>
              <a:rPr lang="en-US" sz="2400">
                <a:solidFill>
                  <a:srgbClr val="2B74A2"/>
                </a:solidFill>
                <a:latin typeface="Arial"/>
                <a:ea typeface="Arial"/>
                <a:cs typeface="Arial"/>
                <a:sym typeface="Arial"/>
              </a:rPr>
              <a:t>ass</a:t>
            </a:r>
            <a:r>
              <a:rPr lang="en-US" sz="2400">
                <a:solidFill>
                  <a:srgbClr val="235F85"/>
                </a:solidFill>
                <a:latin typeface="Arial"/>
                <a:ea typeface="Arial"/>
                <a:cs typeface="Arial"/>
                <a:sym typeface="Arial"/>
              </a:rPr>
              <a:t>i</a:t>
            </a:r>
            <a:r>
              <a:rPr lang="en-US" sz="2400">
                <a:solidFill>
                  <a:srgbClr val="2B74A2"/>
                </a:solidFill>
                <a:latin typeface="Arial"/>
                <a:ea typeface="Arial"/>
                <a:cs typeface="Arial"/>
                <a:sym typeface="Arial"/>
              </a:rPr>
              <a:t>ficat</a:t>
            </a:r>
            <a:r>
              <a:rPr lang="en-US" sz="2400">
                <a:solidFill>
                  <a:srgbClr val="235F85"/>
                </a:solidFill>
                <a:latin typeface="Arial"/>
                <a:ea typeface="Arial"/>
                <a:cs typeface="Arial"/>
                <a:sym typeface="Arial"/>
              </a:rPr>
              <a:t>i</a:t>
            </a:r>
            <a:r>
              <a:rPr lang="en-US" sz="2400">
                <a:solidFill>
                  <a:srgbClr val="2B74A2"/>
                </a:solidFill>
                <a:latin typeface="Arial"/>
                <a:ea typeface="Arial"/>
                <a:cs typeface="Arial"/>
                <a:sym typeface="Arial"/>
              </a:rPr>
              <a:t>on: </a:t>
            </a:r>
            <a:r>
              <a:rPr lang="en-US" sz="2400">
                <a:solidFill>
                  <a:srgbClr val="1B1F20"/>
                </a:solidFill>
                <a:latin typeface="Arial"/>
                <a:ea typeface="Arial"/>
                <a:cs typeface="Arial"/>
                <a:sym typeface="Arial"/>
              </a:rPr>
              <a:t>It is a family of supervised machine learning algorithms that designate input as belonging to one of several pre-defined classes</a:t>
            </a:r>
            <a:endParaRPr sz="2400">
              <a:solidFill>
                <a:srgbClr val="1B1F20"/>
              </a:solidFill>
              <a:latin typeface="Arial"/>
              <a:ea typeface="Arial"/>
              <a:cs typeface="Arial"/>
              <a:sym typeface="Arial"/>
            </a:endParaRPr>
          </a:p>
          <a:p>
            <a:pPr marL="22830" lvl="0" indent="0" algn="l" rtl="0">
              <a:spcBef>
                <a:spcPts val="133"/>
              </a:spcBef>
              <a:spcAft>
                <a:spcPts val="0"/>
              </a:spcAft>
              <a:buNone/>
            </a:pPr>
            <a:r>
              <a:rPr lang="en-US" sz="2400">
                <a:solidFill>
                  <a:srgbClr val="1E2021"/>
                </a:solidFill>
                <a:latin typeface="Arial"/>
                <a:ea typeface="Arial"/>
                <a:cs typeface="Arial"/>
                <a:sym typeface="Arial"/>
              </a:rPr>
              <a:t>Some common use cases for classification include:</a:t>
            </a:r>
            <a:endParaRPr sz="2400">
              <a:latin typeface="Arial"/>
              <a:ea typeface="Arial"/>
              <a:cs typeface="Arial"/>
              <a:sym typeface="Arial"/>
            </a:endParaRPr>
          </a:p>
          <a:p>
            <a:pPr marL="251979" lvl="0" indent="-235067" algn="l" rtl="0">
              <a:spcBef>
                <a:spcPts val="13"/>
              </a:spcBef>
              <a:spcAft>
                <a:spcPts val="0"/>
              </a:spcAft>
              <a:buClr>
                <a:srgbClr val="1A1D1E"/>
              </a:buClr>
              <a:buSzPts val="2400"/>
              <a:buFont typeface="Arial"/>
              <a:buAutoNum type="romanLcParenR"/>
            </a:pPr>
            <a:r>
              <a:rPr lang="en-US" sz="2400">
                <a:solidFill>
                  <a:srgbClr val="1A1D1E"/>
                </a:solidFill>
                <a:latin typeface="Arial"/>
                <a:ea typeface="Arial"/>
                <a:cs typeface="Arial"/>
                <a:sym typeface="Arial"/>
              </a:rPr>
              <a:t>Credit card fraud detection</a:t>
            </a:r>
            <a:endParaRPr sz="2400">
              <a:latin typeface="Arial"/>
              <a:ea typeface="Arial"/>
              <a:cs typeface="Arial"/>
              <a:sym typeface="Arial"/>
            </a:endParaRPr>
          </a:p>
          <a:p>
            <a:pPr marL="251979" lvl="0" indent="-228303" algn="l" rtl="0">
              <a:spcBef>
                <a:spcPts val="40"/>
              </a:spcBef>
              <a:spcAft>
                <a:spcPts val="0"/>
              </a:spcAft>
              <a:buClr>
                <a:srgbClr val="1D2021"/>
              </a:buClr>
              <a:buSzPts val="2400"/>
              <a:buFont typeface="Arial"/>
              <a:buAutoNum type="romanLcParenR"/>
            </a:pPr>
            <a:r>
              <a:rPr lang="en-US" sz="2400">
                <a:solidFill>
                  <a:srgbClr val="1D2021"/>
                </a:solidFill>
                <a:latin typeface="Arial"/>
                <a:ea typeface="Arial"/>
                <a:cs typeface="Arial"/>
                <a:sym typeface="Arial"/>
              </a:rPr>
              <a:t>Email spam detection.</a:t>
            </a:r>
            <a:endParaRPr/>
          </a:p>
          <a:p>
            <a:pPr marL="23676" lvl="0" indent="0" algn="l" rtl="0">
              <a:spcBef>
                <a:spcPts val="40"/>
              </a:spcBef>
              <a:spcAft>
                <a:spcPts val="0"/>
              </a:spcAft>
              <a:buNone/>
            </a:pPr>
            <a:r>
              <a:rPr lang="en-US" sz="2400">
                <a:solidFill>
                  <a:srgbClr val="346D97"/>
                </a:solidFill>
                <a:latin typeface="Arial"/>
                <a:ea typeface="Arial"/>
                <a:cs typeface="Arial"/>
                <a:sym typeface="Arial"/>
              </a:rPr>
              <a:t>Clustering: </a:t>
            </a:r>
            <a:r>
              <a:rPr lang="en-US" sz="2400">
                <a:solidFill>
                  <a:srgbClr val="1C1E1F"/>
                </a:solidFill>
                <a:latin typeface="Arial"/>
                <a:ea typeface="Arial"/>
                <a:cs typeface="Arial"/>
                <a:sym typeface="Arial"/>
              </a:rPr>
              <a:t>In clustering, an algorithm groups objects into categories by analyzing similarities between input examples</a:t>
            </a:r>
            <a:endParaRPr sz="2400">
              <a:latin typeface="Arial"/>
              <a:ea typeface="Arial"/>
              <a:cs typeface="Arial"/>
              <a:sym typeface="Arial"/>
            </a:endParaRPr>
          </a:p>
          <a:p>
            <a:pPr marL="251979" lvl="0" indent="-75903" algn="l" rtl="0">
              <a:spcBef>
                <a:spcPts val="40"/>
              </a:spcBef>
              <a:spcAft>
                <a:spcPts val="0"/>
              </a:spcAft>
              <a:buSzPts val="2400"/>
              <a:buFont typeface="Arial"/>
              <a:buNone/>
            </a:pPr>
            <a:endParaRPr sz="2400">
              <a:latin typeface="Arial"/>
              <a:ea typeface="Arial"/>
              <a:cs typeface="Arial"/>
              <a:sym typeface="Arial"/>
            </a:endParaRPr>
          </a:p>
          <a:p>
            <a:pPr marL="16911" marR="6765" lvl="0" indent="5919" algn="l" rtl="0">
              <a:lnSpc>
                <a:spcPct val="102600"/>
              </a:lnSpc>
              <a:spcBef>
                <a:spcPts val="80"/>
              </a:spcBef>
              <a:spcAft>
                <a:spcPts val="0"/>
              </a:spcAft>
              <a:buNone/>
            </a:pPr>
            <a:endParaRPr sz="2400">
              <a:latin typeface="Arial"/>
              <a:ea typeface="Arial"/>
              <a:cs typeface="Arial"/>
              <a:sym typeface="Arial"/>
            </a:endParaRPr>
          </a:p>
        </p:txBody>
      </p:sp>
      <p:sp>
        <p:nvSpPr>
          <p:cNvPr id="80" name="Google Shape;80;p5"/>
          <p:cNvSpPr txBox="1"/>
          <p:nvPr/>
        </p:nvSpPr>
        <p:spPr>
          <a:xfrm>
            <a:off x="364101" y="5338851"/>
            <a:ext cx="5586652" cy="256103"/>
          </a:xfrm>
          <a:prstGeom prst="rect">
            <a:avLst/>
          </a:prstGeom>
          <a:noFill/>
          <a:ln>
            <a:noFill/>
          </a:ln>
        </p:spPr>
        <p:txBody>
          <a:bodyPr spcFirstLastPara="1" wrap="square" lIns="0" tIns="10975" rIns="0" bIns="0" anchor="t" anchorCtr="0">
            <a:spAutoFit/>
          </a:bodyPr>
          <a:lstStyle/>
          <a:p>
            <a:pPr marL="381350" marR="6765" lvl="0" indent="-364439" algn="l" rtl="0">
              <a:lnSpc>
                <a:spcPct val="102299"/>
              </a:lnSpc>
              <a:spcBef>
                <a:spcPts val="0"/>
              </a:spcBef>
              <a:spcAft>
                <a:spcPts val="0"/>
              </a:spcAft>
              <a:buNone/>
            </a:pPr>
            <a:endParaRPr sz="1665">
              <a:latin typeface="Trebuchet MS"/>
              <a:ea typeface="Trebuchet MS"/>
              <a:cs typeface="Trebuchet MS"/>
              <a:sym typeface="Trebuchet MS"/>
            </a:endParaRPr>
          </a:p>
        </p:txBody>
      </p:sp>
      <p:sp>
        <p:nvSpPr>
          <p:cNvPr id="81" name="Google Shape;81;p5"/>
          <p:cNvSpPr txBox="1"/>
          <p:nvPr/>
        </p:nvSpPr>
        <p:spPr>
          <a:xfrm>
            <a:off x="7102074" y="2517367"/>
            <a:ext cx="580057" cy="595155"/>
          </a:xfrm>
          <a:prstGeom prst="rect">
            <a:avLst/>
          </a:prstGeom>
          <a:noFill/>
          <a:ln>
            <a:noFill/>
          </a:ln>
        </p:spPr>
        <p:txBody>
          <a:bodyPr spcFirstLastPara="1" wrap="square" lIns="0" tIns="120050" rIns="0" bIns="0" anchor="t" anchorCtr="0">
            <a:spAutoFit/>
          </a:bodyPr>
          <a:lstStyle/>
          <a:p>
            <a:pPr marL="16911" lvl="0" indent="0" algn="l" rtl="0">
              <a:spcBef>
                <a:spcPts val="0"/>
              </a:spcBef>
              <a:spcAft>
                <a:spcPts val="0"/>
              </a:spcAft>
              <a:buNone/>
            </a:pPr>
            <a:r>
              <a:rPr lang="en-US" sz="1598">
                <a:solidFill>
                  <a:srgbClr val="576191"/>
                </a:solidFill>
                <a:latin typeface="Times New Roman"/>
                <a:ea typeface="Times New Roman"/>
                <a:cs typeface="Times New Roman"/>
                <a:sym typeface="Times New Roman"/>
              </a:rPr>
              <a:t>G</a:t>
            </a:r>
            <a:r>
              <a:rPr lang="en-US" sz="1598">
                <a:solidFill>
                  <a:srgbClr val="935F5F"/>
                </a:solidFill>
                <a:latin typeface="Times New Roman"/>
                <a:ea typeface="Times New Roman"/>
                <a:cs typeface="Times New Roman"/>
                <a:sym typeface="Times New Roman"/>
              </a:rPr>
              <a:t>o</a:t>
            </a:r>
            <a:r>
              <a:rPr lang="en-US" sz="1598">
                <a:solidFill>
                  <a:srgbClr val="C0AF6B"/>
                </a:solidFill>
                <a:latin typeface="Times New Roman"/>
                <a:ea typeface="Times New Roman"/>
                <a:cs typeface="Times New Roman"/>
                <a:sym typeface="Times New Roman"/>
              </a:rPr>
              <a:t>o</a:t>
            </a:r>
            <a:r>
              <a:rPr lang="en-US" sz="1598">
                <a:solidFill>
                  <a:srgbClr val="576191"/>
                </a:solidFill>
                <a:latin typeface="Times New Roman"/>
                <a:ea typeface="Times New Roman"/>
                <a:cs typeface="Times New Roman"/>
                <a:sym typeface="Times New Roman"/>
              </a:rPr>
              <a:t>g</a:t>
            </a:r>
            <a:r>
              <a:rPr lang="en-US" sz="1598">
                <a:solidFill>
                  <a:srgbClr val="746F63"/>
                </a:solidFill>
                <a:latin typeface="Times New Roman"/>
                <a:ea typeface="Times New Roman"/>
                <a:cs typeface="Times New Roman"/>
                <a:sym typeface="Times New Roman"/>
              </a:rPr>
              <a:t>le</a:t>
            </a:r>
            <a:endParaRPr sz="1598">
              <a:latin typeface="Times New Roman"/>
              <a:ea typeface="Times New Roman"/>
              <a:cs typeface="Times New Roman"/>
              <a:sym typeface="Times New Roman"/>
            </a:endParaRPr>
          </a:p>
          <a:p>
            <a:pPr marL="16911" lvl="0" indent="0" algn="l" rtl="0">
              <a:spcBef>
                <a:spcPts val="545"/>
              </a:spcBef>
              <a:spcAft>
                <a:spcPts val="0"/>
              </a:spcAft>
              <a:buNone/>
            </a:pPr>
            <a:r>
              <a:rPr lang="en-US" sz="1065" b="1">
                <a:solidFill>
                  <a:srgbClr val="AF837E"/>
                </a:solidFill>
                <a:latin typeface="Times New Roman"/>
                <a:ea typeface="Times New Roman"/>
                <a:cs typeface="Times New Roman"/>
                <a:sym typeface="Times New Roman"/>
              </a:rPr>
              <a:t>Gmal</a:t>
            </a:r>
            <a:r>
              <a:rPr lang="en-US" sz="1065" b="1">
                <a:solidFill>
                  <a:srgbClr val="8B7B7B"/>
                </a:solidFill>
                <a:latin typeface="Times New Roman"/>
                <a:ea typeface="Times New Roman"/>
                <a:cs typeface="Times New Roman"/>
                <a:sym typeface="Times New Roman"/>
              </a:rPr>
              <a:t>·</a:t>
            </a:r>
            <a:endParaRPr sz="1065">
              <a:latin typeface="Times New Roman"/>
              <a:ea typeface="Times New Roman"/>
              <a:cs typeface="Times New Roman"/>
              <a:sym typeface="Times New Roman"/>
            </a:endParaRPr>
          </a:p>
        </p:txBody>
      </p:sp>
      <p:sp>
        <p:nvSpPr>
          <p:cNvPr id="82" name="Google Shape;82;p5"/>
          <p:cNvSpPr txBox="1"/>
          <p:nvPr/>
        </p:nvSpPr>
        <p:spPr>
          <a:xfrm>
            <a:off x="7102075" y="3074088"/>
            <a:ext cx="714503" cy="365505"/>
          </a:xfrm>
          <a:prstGeom prst="rect">
            <a:avLst/>
          </a:prstGeom>
          <a:noFill/>
          <a:ln>
            <a:noFill/>
          </a:ln>
        </p:spPr>
        <p:txBody>
          <a:bodyPr spcFirstLastPara="1" wrap="square" lIns="0" tIns="16900" rIns="0" bIns="0" anchor="t" anchorCtr="0">
            <a:spAutoFit/>
          </a:bodyPr>
          <a:lstStyle/>
          <a:p>
            <a:pPr marL="207164" lvl="0" indent="-207164" algn="l" rtl="0">
              <a:spcBef>
                <a:spcPts val="0"/>
              </a:spcBef>
              <a:spcAft>
                <a:spcPts val="0"/>
              </a:spcAft>
              <a:buClr>
                <a:srgbClr val="CF4433"/>
              </a:buClr>
              <a:buSzPts val="1731"/>
              <a:buFont typeface="Arial"/>
              <a:buChar char="➔"/>
            </a:pPr>
            <a:r>
              <a:rPr lang="en-US" sz="2264">
                <a:solidFill>
                  <a:srgbClr val="784034"/>
                </a:solidFill>
                <a:latin typeface="Arial"/>
                <a:ea typeface="Arial"/>
                <a:cs typeface="Arial"/>
                <a:sym typeface="Arial"/>
              </a:rPr>
              <a:t>·</a:t>
            </a:r>
            <a:r>
              <a:rPr lang="en-US" sz="2264">
                <a:solidFill>
                  <a:srgbClr val="905C5C"/>
                </a:solidFill>
                <a:latin typeface="Arial"/>
                <a:ea typeface="Arial"/>
                <a:cs typeface="Arial"/>
                <a:sym typeface="Arial"/>
              </a:rPr>
              <a:t>· </a:t>
            </a:r>
            <a:r>
              <a:rPr lang="en-US" sz="2264" u="sng">
                <a:solidFill>
                  <a:srgbClr val="CF4433"/>
                </a:solidFill>
                <a:latin typeface="Arial"/>
                <a:ea typeface="Arial"/>
                <a:cs typeface="Arial"/>
                <a:sym typeface="Arial"/>
              </a:rPr>
              <a:t>...</a:t>
            </a:r>
            <a:endParaRPr sz="2264">
              <a:latin typeface="Arial"/>
              <a:ea typeface="Arial"/>
              <a:cs typeface="Arial"/>
              <a:sym typeface="Arial"/>
            </a:endParaRPr>
          </a:p>
        </p:txBody>
      </p:sp>
      <p:sp>
        <p:nvSpPr>
          <p:cNvPr id="83" name="Google Shape;83;p5"/>
          <p:cNvSpPr txBox="1"/>
          <p:nvPr/>
        </p:nvSpPr>
        <p:spPr>
          <a:xfrm>
            <a:off x="7102074" y="3307125"/>
            <a:ext cx="362748" cy="273300"/>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1665">
                <a:solidFill>
                  <a:srgbClr val="6B6B6B"/>
                </a:solidFill>
                <a:latin typeface="Trebuchet MS"/>
                <a:ea typeface="Trebuchet MS"/>
                <a:cs typeface="Trebuchet MS"/>
                <a:sym typeface="Trebuchet MS"/>
              </a:rPr>
              <a:t>....,,,</a:t>
            </a:r>
            <a:endParaRPr sz="1665">
              <a:latin typeface="Trebuchet MS"/>
              <a:ea typeface="Trebuchet MS"/>
              <a:cs typeface="Trebuchet MS"/>
              <a:sym typeface="Trebuchet MS"/>
            </a:endParaRPr>
          </a:p>
        </p:txBody>
      </p:sp>
      <p:sp>
        <p:nvSpPr>
          <p:cNvPr id="84" name="Google Shape;84;p5"/>
          <p:cNvSpPr txBox="1"/>
          <p:nvPr/>
        </p:nvSpPr>
        <p:spPr>
          <a:xfrm>
            <a:off x="7102074" y="3516149"/>
            <a:ext cx="370358" cy="273300"/>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1665">
                <a:solidFill>
                  <a:srgbClr val="A3A3A0"/>
                </a:solidFill>
                <a:latin typeface="Trebuchet MS"/>
                <a:ea typeface="Trebuchet MS"/>
                <a:cs typeface="Trebuchet MS"/>
                <a:sym typeface="Trebuchet MS"/>
              </a:rPr>
              <a:t>,</a:t>
            </a:r>
            <a:r>
              <a:rPr lang="en-US" sz="1665">
                <a:solidFill>
                  <a:srgbClr val="7B7B78"/>
                </a:solidFill>
                <a:latin typeface="Trebuchet MS"/>
                <a:ea typeface="Trebuchet MS"/>
                <a:cs typeface="Trebuchet MS"/>
                <a:sym typeface="Trebuchet MS"/>
              </a:rPr>
              <a:t>......</a:t>
            </a:r>
            <a:endParaRPr sz="1665">
              <a:latin typeface="Trebuchet MS"/>
              <a:ea typeface="Trebuchet MS"/>
              <a:cs typeface="Trebuchet MS"/>
              <a:sym typeface="Trebuchet MS"/>
            </a:endParaRPr>
          </a:p>
        </p:txBody>
      </p:sp>
      <p:sp>
        <p:nvSpPr>
          <p:cNvPr id="85" name="Google Shape;85;p5"/>
          <p:cNvSpPr txBox="1"/>
          <p:nvPr/>
        </p:nvSpPr>
        <p:spPr>
          <a:xfrm>
            <a:off x="8073292" y="2714723"/>
            <a:ext cx="370358" cy="140059"/>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799" b="1">
                <a:solidFill>
                  <a:srgbClr val="6F6F6F"/>
                </a:solidFill>
                <a:latin typeface="Arial"/>
                <a:ea typeface="Arial"/>
                <a:cs typeface="Arial"/>
                <a:sym typeface="Arial"/>
              </a:rPr>
              <a:t>In�•</a:t>
            </a:r>
            <a:endParaRPr sz="799">
              <a:latin typeface="Arial"/>
              <a:ea typeface="Arial"/>
              <a:cs typeface="Arial"/>
              <a:sym typeface="Arial"/>
            </a:endParaRPr>
          </a:p>
        </p:txBody>
      </p:sp>
      <p:sp>
        <p:nvSpPr>
          <p:cNvPr id="86" name="Google Shape;86;p5"/>
          <p:cNvSpPr txBox="1"/>
          <p:nvPr/>
        </p:nvSpPr>
        <p:spPr>
          <a:xfrm>
            <a:off x="7102075" y="3155769"/>
            <a:ext cx="1411249" cy="836659"/>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5326">
                <a:solidFill>
                  <a:srgbClr val="818181"/>
                </a:solidFill>
                <a:latin typeface="Times New Roman"/>
                <a:ea typeface="Times New Roman"/>
                <a:cs typeface="Times New Roman"/>
                <a:sym typeface="Times New Roman"/>
              </a:rPr>
              <a:t>-- </a:t>
            </a:r>
            <a:r>
              <a:rPr lang="en-US" sz="5326" u="sng">
                <a:solidFill>
                  <a:srgbClr val="818181"/>
                </a:solidFill>
                <a:latin typeface="Times New Roman"/>
                <a:ea typeface="Times New Roman"/>
                <a:cs typeface="Times New Roman"/>
                <a:sym typeface="Times New Roman"/>
              </a:rPr>
              <a:t>  </a:t>
            </a:r>
            <a:endParaRPr sz="5326">
              <a:latin typeface="Times New Roman"/>
              <a:ea typeface="Times New Roman"/>
              <a:cs typeface="Times New Roman"/>
              <a:sym typeface="Times New Roman"/>
            </a:endParaRPr>
          </a:p>
        </p:txBody>
      </p:sp>
      <p:sp>
        <p:nvSpPr>
          <p:cNvPr id="87" name="Google Shape;87;p5"/>
          <p:cNvSpPr txBox="1"/>
          <p:nvPr/>
        </p:nvSpPr>
        <p:spPr>
          <a:xfrm>
            <a:off x="8678209" y="2951819"/>
            <a:ext cx="138671" cy="160513"/>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932">
                <a:solidFill>
                  <a:srgbClr val="808080"/>
                </a:solidFill>
                <a:latin typeface="Times New Roman"/>
                <a:ea typeface="Times New Roman"/>
                <a:cs typeface="Times New Roman"/>
                <a:sym typeface="Times New Roman"/>
              </a:rPr>
              <a:t>C</a:t>
            </a:r>
            <a:endParaRPr sz="932">
              <a:latin typeface="Times New Roman"/>
              <a:ea typeface="Times New Roman"/>
              <a:cs typeface="Times New Roman"/>
              <a:sym typeface="Times New Roman"/>
            </a:endParaRPr>
          </a:p>
        </p:txBody>
      </p:sp>
      <p:sp>
        <p:nvSpPr>
          <p:cNvPr id="88" name="Google Shape;88;p5"/>
          <p:cNvSpPr txBox="1"/>
          <p:nvPr/>
        </p:nvSpPr>
        <p:spPr>
          <a:xfrm>
            <a:off x="8487619" y="3238466"/>
            <a:ext cx="348373" cy="365505"/>
          </a:xfrm>
          <a:prstGeom prst="rect">
            <a:avLst/>
          </a:prstGeom>
          <a:noFill/>
          <a:ln>
            <a:noFill/>
          </a:ln>
        </p:spPr>
        <p:txBody>
          <a:bodyPr spcFirstLastPara="1" wrap="square" lIns="0" tIns="16900" rIns="0" bIns="0" anchor="t" anchorCtr="0">
            <a:spAutoFit/>
          </a:bodyPr>
          <a:lstStyle/>
          <a:p>
            <a:pPr marL="50734" lvl="0" indent="0" algn="l" rtl="0">
              <a:spcBef>
                <a:spcPts val="0"/>
              </a:spcBef>
              <a:spcAft>
                <a:spcPts val="0"/>
              </a:spcAft>
              <a:buNone/>
            </a:pPr>
            <a:r>
              <a:rPr lang="en-US" sz="2497" baseline="-25000">
                <a:solidFill>
                  <a:srgbClr val="626262"/>
                </a:solidFill>
                <a:latin typeface="Trebuchet MS"/>
                <a:ea typeface="Trebuchet MS"/>
                <a:cs typeface="Trebuchet MS"/>
                <a:sym typeface="Trebuchet MS"/>
              </a:rPr>
              <a:t>.</a:t>
            </a:r>
            <a:r>
              <a:rPr lang="en-US" sz="2264">
                <a:solidFill>
                  <a:srgbClr val="5F5F5F"/>
                </a:solidFill>
                <a:latin typeface="Arial"/>
                <a:ea typeface="Arial"/>
                <a:cs typeface="Arial"/>
                <a:sym typeface="Arial"/>
              </a:rPr>
              <a:t>_</a:t>
            </a:r>
            <a:r>
              <a:rPr lang="en-US" sz="2497" baseline="-25000">
                <a:solidFill>
                  <a:srgbClr val="626262"/>
                </a:solidFill>
                <a:latin typeface="Trebuchet MS"/>
                <a:ea typeface="Trebuchet MS"/>
                <a:cs typeface="Trebuchet MS"/>
                <a:sym typeface="Trebuchet MS"/>
              </a:rPr>
              <a:t>...</a:t>
            </a:r>
            <a:r>
              <a:rPr lang="en-US" sz="2264">
                <a:solidFill>
                  <a:srgbClr val="5F5F5F"/>
                </a:solidFill>
                <a:latin typeface="Arial"/>
                <a:ea typeface="Arial"/>
                <a:cs typeface="Arial"/>
                <a:sym typeface="Arial"/>
              </a:rPr>
              <a:t>.,</a:t>
            </a:r>
            <a:r>
              <a:rPr lang="en-US" sz="2497" baseline="-25000">
                <a:solidFill>
                  <a:srgbClr val="626262"/>
                </a:solidFill>
                <a:latin typeface="Trebuchet MS"/>
                <a:ea typeface="Trebuchet MS"/>
                <a:cs typeface="Trebuchet MS"/>
                <a:sym typeface="Trebuchet MS"/>
              </a:rPr>
              <a:t>.</a:t>
            </a:r>
            <a:r>
              <a:rPr lang="en-US" sz="2264">
                <a:solidFill>
                  <a:srgbClr val="5F5F5F"/>
                </a:solidFill>
                <a:latin typeface="Arial"/>
                <a:ea typeface="Arial"/>
                <a:cs typeface="Arial"/>
                <a:sym typeface="Arial"/>
              </a:rPr>
              <a:t>,</a:t>
            </a:r>
            <a:endParaRPr sz="2264">
              <a:latin typeface="Arial"/>
              <a:ea typeface="Arial"/>
              <a:cs typeface="Arial"/>
              <a:sym typeface="Arial"/>
            </a:endParaRPr>
          </a:p>
        </p:txBody>
      </p:sp>
      <p:sp>
        <p:nvSpPr>
          <p:cNvPr id="89" name="Google Shape;89;p5"/>
          <p:cNvSpPr txBox="1"/>
          <p:nvPr/>
        </p:nvSpPr>
        <p:spPr>
          <a:xfrm>
            <a:off x="8521442" y="3693380"/>
            <a:ext cx="273116" cy="140059"/>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799" b="1">
                <a:solidFill>
                  <a:srgbClr val="5B5B5B"/>
                </a:solidFill>
                <a:latin typeface="Arial"/>
                <a:ea typeface="Arial"/>
                <a:cs typeface="Arial"/>
                <a:sym typeface="Arial"/>
              </a:rPr>
              <a:t>E,r..</a:t>
            </a:r>
            <a:endParaRPr sz="799">
              <a:latin typeface="Arial"/>
              <a:ea typeface="Arial"/>
              <a:cs typeface="Arial"/>
              <a:sym typeface="Arial"/>
            </a:endParaRPr>
          </a:p>
        </p:txBody>
      </p:sp>
      <p:sp>
        <p:nvSpPr>
          <p:cNvPr id="90" name="Google Shape;90;p5"/>
          <p:cNvSpPr txBox="1"/>
          <p:nvPr/>
        </p:nvSpPr>
        <p:spPr>
          <a:xfrm>
            <a:off x="9529863" y="1684823"/>
            <a:ext cx="459988" cy="1451443"/>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9321">
                <a:solidFill>
                  <a:srgbClr val="4B87E3"/>
                </a:solidFill>
                <a:latin typeface="Times New Roman"/>
                <a:ea typeface="Times New Roman"/>
                <a:cs typeface="Times New Roman"/>
                <a:sym typeface="Times New Roman"/>
              </a:rPr>
              <a:t>-</a:t>
            </a:r>
            <a:endParaRPr sz="9321">
              <a:latin typeface="Times New Roman"/>
              <a:ea typeface="Times New Roman"/>
              <a:cs typeface="Times New Roman"/>
              <a:sym typeface="Times New Roman"/>
            </a:endParaRPr>
          </a:p>
        </p:txBody>
      </p:sp>
      <p:sp>
        <p:nvSpPr>
          <p:cNvPr id="91" name="Google Shape;91;p5"/>
          <p:cNvSpPr txBox="1"/>
          <p:nvPr/>
        </p:nvSpPr>
        <p:spPr>
          <a:xfrm>
            <a:off x="9656867" y="3150696"/>
            <a:ext cx="2222991" cy="140059"/>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799" b="1">
                <a:solidFill>
                  <a:srgbClr val="77859D"/>
                </a:solidFill>
                <a:latin typeface="Arial"/>
                <a:ea typeface="Arial"/>
                <a:cs typeface="Arial"/>
                <a:sym typeface="Arial"/>
              </a:rPr>
              <a:t>O..•llfMlmM•._.-</a:t>
            </a:r>
            <a:r>
              <a:rPr lang="en-US" sz="799" b="1">
                <a:solidFill>
                  <a:srgbClr val="838383"/>
                </a:solidFill>
                <a:latin typeface="Arial"/>
                <a:ea typeface="Arial"/>
                <a:cs typeface="Arial"/>
                <a:sym typeface="Arial"/>
              </a:rPr>
              <a:t>.,_.,.____h_</a:t>
            </a:r>
            <a:endParaRPr sz="799">
              <a:latin typeface="Arial"/>
              <a:ea typeface="Arial"/>
              <a:cs typeface="Arial"/>
              <a:sym typeface="Arial"/>
            </a:endParaRPr>
          </a:p>
        </p:txBody>
      </p:sp>
      <p:sp>
        <p:nvSpPr>
          <p:cNvPr id="92" name="Google Shape;92;p5"/>
          <p:cNvSpPr txBox="1"/>
          <p:nvPr/>
        </p:nvSpPr>
        <p:spPr>
          <a:xfrm>
            <a:off x="9612053" y="3274995"/>
            <a:ext cx="2261041" cy="140059"/>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799" b="1">
                <a:solidFill>
                  <a:srgbClr val="555656"/>
                </a:solidFill>
                <a:latin typeface="Arial"/>
                <a:ea typeface="Arial"/>
                <a:cs typeface="Arial"/>
                <a:sym typeface="Arial"/>
              </a:rPr>
              <a:t>lf-</a:t>
            </a:r>
            <a:r>
              <a:rPr lang="en-US" sz="799" b="1">
                <a:solidFill>
                  <a:srgbClr val="696969"/>
                </a:solidFill>
                <a:latin typeface="Arial"/>
                <a:ea typeface="Arial"/>
                <a:cs typeface="Arial"/>
                <a:sym typeface="Arial"/>
              </a:rPr>
              <a:t>•�</a:t>
            </a:r>
            <a:r>
              <a:rPr lang="en-US" sz="799" b="1">
                <a:solidFill>
                  <a:srgbClr val="555656"/>
                </a:solidFill>
                <a:latin typeface="Arial"/>
                <a:ea typeface="Arial"/>
                <a:cs typeface="Arial"/>
                <a:sym typeface="Arial"/>
              </a:rPr>
              <a:t>INMO</a:t>
            </a:r>
            <a:r>
              <a:rPr lang="en-US" sz="799" b="1">
                <a:solidFill>
                  <a:srgbClr val="696969"/>
                </a:solidFill>
                <a:latin typeface="Arial"/>
                <a:ea typeface="Arial"/>
                <a:cs typeface="Arial"/>
                <a:sym typeface="Arial"/>
              </a:rPr>
              <a:t>�h</a:t>
            </a:r>
            <a:r>
              <a:rPr lang="en-US" sz="799" b="1">
                <a:solidFill>
                  <a:srgbClr val="7A7A7A"/>
                </a:solidFill>
                <a:latin typeface="Arial"/>
                <a:ea typeface="Arial"/>
                <a:cs typeface="Arial"/>
                <a:sym typeface="Arial"/>
              </a:rPr>
              <a:t>ll</a:t>
            </a:r>
            <a:r>
              <a:rPr lang="en-US" sz="799" b="1">
                <a:solidFill>
                  <a:srgbClr val="9B9B9B"/>
                </a:solidFill>
                <a:latin typeface="Arial"/>
                <a:ea typeface="Arial"/>
                <a:cs typeface="Arial"/>
                <a:sym typeface="Arial"/>
              </a:rPr>
              <a:t>:</a:t>
            </a:r>
            <a:r>
              <a:rPr lang="en-US" sz="799" b="1">
                <a:solidFill>
                  <a:srgbClr val="555656"/>
                </a:solidFill>
                <a:latin typeface="Arial"/>
                <a:ea typeface="Arial"/>
                <a:cs typeface="Arial"/>
                <a:sym typeface="Arial"/>
              </a:rPr>
              <a:t>,...-P</a:t>
            </a:r>
            <a:r>
              <a:rPr lang="en-US" sz="799" b="1">
                <a:solidFill>
                  <a:srgbClr val="696969"/>
                </a:solidFill>
                <a:latin typeface="Arial"/>
                <a:ea typeface="Arial"/>
                <a:cs typeface="Arial"/>
                <a:sym typeface="Arial"/>
              </a:rPr>
              <a:t>-111</a:t>
            </a:r>
            <a:r>
              <a:rPr lang="en-US" sz="799" b="1">
                <a:solidFill>
                  <a:srgbClr val="B8B8B8"/>
                </a:solidFill>
                <a:latin typeface="Arial"/>
                <a:ea typeface="Arial"/>
                <a:cs typeface="Arial"/>
                <a:sym typeface="Arial"/>
              </a:rPr>
              <a:t>•</a:t>
            </a:r>
            <a:r>
              <a:rPr lang="en-US" sz="799" b="1">
                <a:solidFill>
                  <a:srgbClr val="A8A8A8"/>
                </a:solidFill>
                <a:latin typeface="Arial"/>
                <a:ea typeface="Arial"/>
                <a:cs typeface="Arial"/>
                <a:sym typeface="Arial"/>
              </a:rPr>
              <a:t>1</a:t>
            </a:r>
            <a:r>
              <a:rPr lang="en-US" sz="799" b="1">
                <a:solidFill>
                  <a:srgbClr val="9B9B9B"/>
                </a:solidFill>
                <a:latin typeface="Arial"/>
                <a:ea typeface="Arial"/>
                <a:cs typeface="Arial"/>
                <a:sym typeface="Arial"/>
              </a:rPr>
              <a:t>-.UII</a:t>
            </a:r>
            <a:endParaRPr sz="799">
              <a:latin typeface="Arial"/>
              <a:ea typeface="Arial"/>
              <a:cs typeface="Arial"/>
              <a:sym typeface="Arial"/>
            </a:endParaRPr>
          </a:p>
        </p:txBody>
      </p:sp>
      <p:sp>
        <p:nvSpPr>
          <p:cNvPr id="93" name="Google Shape;93;p5"/>
          <p:cNvSpPr txBox="1"/>
          <p:nvPr/>
        </p:nvSpPr>
        <p:spPr>
          <a:xfrm>
            <a:off x="9612053" y="3693380"/>
            <a:ext cx="2261041" cy="140059"/>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799" b="1">
                <a:solidFill>
                  <a:srgbClr val="555656"/>
                </a:solidFill>
                <a:latin typeface="Arial"/>
                <a:ea typeface="Arial"/>
                <a:cs typeface="Arial"/>
                <a:sym typeface="Arial"/>
              </a:rPr>
              <a:t>"Ml•</a:t>
            </a:r>
            <a:r>
              <a:rPr lang="en-US" sz="799" b="1">
                <a:solidFill>
                  <a:srgbClr val="696969"/>
                </a:solidFill>
                <a:latin typeface="Arial"/>
                <a:ea typeface="Arial"/>
                <a:cs typeface="Arial"/>
                <a:sym typeface="Arial"/>
              </a:rPr>
              <a:t>IIO</a:t>
            </a:r>
            <a:r>
              <a:rPr lang="en-US" sz="799" b="1">
                <a:solidFill>
                  <a:srgbClr val="555656"/>
                </a:solidFill>
                <a:latin typeface="Arial"/>
                <a:ea typeface="Arial"/>
                <a:cs typeface="Arial"/>
                <a:sym typeface="Arial"/>
              </a:rPr>
              <a:t>l</a:t>
            </a:r>
            <a:r>
              <a:rPr lang="en-US" sz="799" b="1">
                <a:solidFill>
                  <a:srgbClr val="696969"/>
                </a:solidFill>
                <a:latin typeface="Arial"/>
                <a:ea typeface="Arial"/>
                <a:cs typeface="Arial"/>
                <a:sym typeface="Arial"/>
              </a:rPr>
              <a:t>l</a:t>
            </a:r>
            <a:r>
              <a:rPr lang="en-US" sz="799" b="1">
                <a:solidFill>
                  <a:srgbClr val="555656"/>
                </a:solidFill>
                <a:latin typeface="Arial"/>
                <a:ea typeface="Arial"/>
                <a:cs typeface="Arial"/>
                <a:sym typeface="Arial"/>
              </a:rPr>
              <a:t>OOO</a:t>
            </a:r>
            <a:r>
              <a:rPr lang="en-US" sz="799" b="1">
                <a:solidFill>
                  <a:srgbClr val="696969"/>
                </a:solidFill>
                <a:latin typeface="Arial"/>
                <a:ea typeface="Arial"/>
                <a:cs typeface="Arial"/>
                <a:sym typeface="Arial"/>
              </a:rPr>
              <a:t>O..</a:t>
            </a:r>
            <a:r>
              <a:rPr lang="en-US" sz="799" b="1">
                <a:solidFill>
                  <a:srgbClr val="404040"/>
                </a:solidFill>
                <a:latin typeface="Arial"/>
                <a:ea typeface="Arial"/>
                <a:cs typeface="Arial"/>
                <a:sym typeface="Arial"/>
              </a:rPr>
              <a:t>o</a:t>
            </a:r>
            <a:r>
              <a:rPr lang="en-US" sz="799" b="1">
                <a:solidFill>
                  <a:srgbClr val="555656"/>
                </a:solidFill>
                <a:latin typeface="Arial"/>
                <a:ea typeface="Arial"/>
                <a:cs typeface="Arial"/>
                <a:sym typeface="Arial"/>
              </a:rPr>
              <a:t>'f</a:t>
            </a:r>
            <a:r>
              <a:rPr lang="en-US" sz="799" b="1">
                <a:solidFill>
                  <a:srgbClr val="696969"/>
                </a:solidFill>
                <a:latin typeface="Arial"/>
                <a:ea typeface="Arial"/>
                <a:cs typeface="Arial"/>
                <a:sym typeface="Arial"/>
              </a:rPr>
              <a:t>-1-..."</a:t>
            </a:r>
            <a:r>
              <a:rPr lang="en-US" sz="799" b="1">
                <a:solidFill>
                  <a:srgbClr val="B8B8B8"/>
                </a:solidFill>
                <a:latin typeface="Arial"/>
                <a:ea typeface="Arial"/>
                <a:cs typeface="Arial"/>
                <a:sym typeface="Arial"/>
              </a:rPr>
              <a:t>,</a:t>
            </a:r>
            <a:r>
              <a:rPr lang="en-US" sz="799" b="1">
                <a:solidFill>
                  <a:srgbClr val="9B9B9B"/>
                </a:solidFill>
                <a:latin typeface="Arial"/>
                <a:ea typeface="Arial"/>
                <a:cs typeface="Arial"/>
                <a:sym typeface="Arial"/>
              </a:rPr>
              <a:t>To__,_et</a:t>
            </a:r>
            <a:endParaRPr sz="799">
              <a:latin typeface="Arial"/>
              <a:ea typeface="Arial"/>
              <a:cs typeface="Arial"/>
              <a:sym typeface="Arial"/>
            </a:endParaRPr>
          </a:p>
        </p:txBody>
      </p:sp>
      <p:sp>
        <p:nvSpPr>
          <p:cNvPr id="94" name="Google Shape;94;p5"/>
          <p:cNvSpPr txBox="1"/>
          <p:nvPr/>
        </p:nvSpPr>
        <p:spPr>
          <a:xfrm>
            <a:off x="7102075" y="3842707"/>
            <a:ext cx="1003686" cy="140059"/>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799" b="1">
                <a:solidFill>
                  <a:srgbClr val="626261"/>
                </a:solidFill>
                <a:latin typeface="Arial"/>
                <a:ea typeface="Arial"/>
                <a:cs typeface="Arial"/>
                <a:sym typeface="Arial"/>
              </a:rPr>
              <a:t>-1u1	</a:t>
            </a:r>
            <a:r>
              <a:rPr lang="en-US" sz="799" b="1">
                <a:solidFill>
                  <a:srgbClr val="D3225F"/>
                </a:solidFill>
                <a:latin typeface="Arial"/>
                <a:ea typeface="Arial"/>
                <a:cs typeface="Arial"/>
                <a:sym typeface="Arial"/>
              </a:rPr>
              <a:t>t,,--</a:t>
            </a:r>
            <a:endParaRPr sz="799">
              <a:latin typeface="Arial"/>
              <a:ea typeface="Arial"/>
              <a:cs typeface="Arial"/>
              <a:sym typeface="Arial"/>
            </a:endParaRPr>
          </a:p>
        </p:txBody>
      </p:sp>
      <p:sp>
        <p:nvSpPr>
          <p:cNvPr id="95" name="Google Shape;95;p5"/>
          <p:cNvSpPr txBox="1"/>
          <p:nvPr/>
        </p:nvSpPr>
        <p:spPr>
          <a:xfrm>
            <a:off x="7094633" y="3786730"/>
            <a:ext cx="742407" cy="334727"/>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799" b="1">
                <a:solidFill>
                  <a:srgbClr val="818180"/>
                </a:solidFill>
                <a:latin typeface="Arial"/>
                <a:ea typeface="Arial"/>
                <a:cs typeface="Arial"/>
                <a:sym typeface="Arial"/>
              </a:rPr>
              <a:t>Mll.,	</a:t>
            </a:r>
            <a:r>
              <a:rPr lang="en-US" sz="2064" b="1" i="1">
                <a:solidFill>
                  <a:srgbClr val="DF2163"/>
                </a:solidFill>
                <a:latin typeface="Arial"/>
                <a:ea typeface="Arial"/>
                <a:cs typeface="Arial"/>
                <a:sym typeface="Arial"/>
              </a:rPr>
              <a:t>A</a:t>
            </a:r>
            <a:endParaRPr sz="2064">
              <a:latin typeface="Arial"/>
              <a:ea typeface="Arial"/>
              <a:cs typeface="Arial"/>
              <a:sym typeface="Arial"/>
            </a:endParaRPr>
          </a:p>
        </p:txBody>
      </p:sp>
      <p:sp>
        <p:nvSpPr>
          <p:cNvPr id="96" name="Google Shape;96;p5"/>
          <p:cNvSpPr txBox="1"/>
          <p:nvPr/>
        </p:nvSpPr>
        <p:spPr>
          <a:xfrm>
            <a:off x="7068252" y="3880758"/>
            <a:ext cx="819353" cy="365505"/>
          </a:xfrm>
          <a:prstGeom prst="rect">
            <a:avLst/>
          </a:prstGeom>
          <a:noFill/>
          <a:ln>
            <a:noFill/>
          </a:ln>
        </p:spPr>
        <p:txBody>
          <a:bodyPr spcFirstLastPara="1" wrap="square" lIns="0" tIns="16900" rIns="0" bIns="0" anchor="t" anchorCtr="0">
            <a:spAutoFit/>
          </a:bodyPr>
          <a:lstStyle/>
          <a:p>
            <a:pPr marL="50734" lvl="0" indent="0" algn="l" rtl="0">
              <a:spcBef>
                <a:spcPts val="0"/>
              </a:spcBef>
              <a:spcAft>
                <a:spcPts val="0"/>
              </a:spcAft>
              <a:buNone/>
            </a:pPr>
            <a:r>
              <a:rPr lang="en-US" sz="3396" baseline="-25000">
                <a:solidFill>
                  <a:srgbClr val="818180"/>
                </a:solidFill>
                <a:latin typeface="Arial"/>
                <a:ea typeface="Arial"/>
                <a:cs typeface="Arial"/>
                <a:sym typeface="Arial"/>
              </a:rPr>
              <a:t>,</a:t>
            </a:r>
            <a:r>
              <a:rPr lang="en-US" sz="799" b="1">
                <a:solidFill>
                  <a:srgbClr val="AE7570"/>
                </a:solidFill>
                <a:latin typeface="Arial"/>
                <a:ea typeface="Arial"/>
                <a:cs typeface="Arial"/>
                <a:sym typeface="Arial"/>
              </a:rPr>
              <a:t>..,_</a:t>
            </a:r>
            <a:r>
              <a:rPr lang="en-US" sz="3396" baseline="-25000">
                <a:solidFill>
                  <a:srgbClr val="818180"/>
                </a:solidFill>
                <a:latin typeface="Arial"/>
                <a:ea typeface="Arial"/>
                <a:cs typeface="Arial"/>
                <a:sym typeface="Arial"/>
              </a:rPr>
              <a:t>_ </a:t>
            </a:r>
            <a:r>
              <a:rPr lang="en-US" sz="799" b="1">
                <a:solidFill>
                  <a:srgbClr val="AE7570"/>
                </a:solidFill>
                <a:latin typeface="Arial"/>
                <a:ea typeface="Arial"/>
                <a:cs typeface="Arial"/>
                <a:sym typeface="Arial"/>
              </a:rPr>
              <a:t>...,</a:t>
            </a:r>
            <a:r>
              <a:rPr lang="en-US" sz="799" b="1">
                <a:solidFill>
                  <a:srgbClr val="A8938B"/>
                </a:solidFill>
                <a:latin typeface="Arial"/>
                <a:ea typeface="Arial"/>
                <a:cs typeface="Arial"/>
                <a:sym typeface="Arial"/>
              </a:rPr>
              <a:t>, </a:t>
            </a:r>
            <a:r>
              <a:rPr lang="en-US" sz="799" b="1">
                <a:solidFill>
                  <a:srgbClr val="DF2163"/>
                </a:solidFill>
                <a:latin typeface="Arial"/>
                <a:ea typeface="Arial"/>
                <a:cs typeface="Arial"/>
                <a:sym typeface="Arial"/>
              </a:rPr>
              <a:t>4111111:</a:t>
            </a:r>
            <a:endParaRPr sz="799">
              <a:latin typeface="Arial"/>
              <a:ea typeface="Arial"/>
              <a:cs typeface="Arial"/>
              <a:sym typeface="Arial"/>
            </a:endParaRPr>
          </a:p>
        </p:txBody>
      </p:sp>
      <p:sp>
        <p:nvSpPr>
          <p:cNvPr id="97" name="Google Shape;97;p5"/>
          <p:cNvSpPr txBox="1"/>
          <p:nvPr/>
        </p:nvSpPr>
        <p:spPr>
          <a:xfrm>
            <a:off x="8020867" y="3600029"/>
            <a:ext cx="438003" cy="488424"/>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3063">
                <a:solidFill>
                  <a:srgbClr val="A8345C"/>
                </a:solidFill>
                <a:latin typeface="Times New Roman"/>
                <a:ea typeface="Times New Roman"/>
                <a:cs typeface="Times New Roman"/>
                <a:sym typeface="Times New Roman"/>
              </a:rPr>
              <a:t>-</a:t>
            </a:r>
            <a:r>
              <a:rPr lang="en-US" sz="3063">
                <a:solidFill>
                  <a:srgbClr val="383B3B"/>
                </a:solidFill>
                <a:latin typeface="Times New Roman"/>
                <a:ea typeface="Times New Roman"/>
                <a:cs typeface="Times New Roman"/>
                <a:sym typeface="Times New Roman"/>
              </a:rPr>
              <a:t>·</a:t>
            </a:r>
            <a:endParaRPr sz="3063">
              <a:latin typeface="Times New Roman"/>
              <a:ea typeface="Times New Roman"/>
              <a:cs typeface="Times New Roman"/>
              <a:sym typeface="Times New Roman"/>
            </a:endParaRPr>
          </a:p>
        </p:txBody>
      </p:sp>
      <p:sp>
        <p:nvSpPr>
          <p:cNvPr id="98" name="Google Shape;98;p5"/>
          <p:cNvSpPr txBox="1"/>
          <p:nvPr/>
        </p:nvSpPr>
        <p:spPr>
          <a:xfrm>
            <a:off x="8521442" y="3555214"/>
            <a:ext cx="475208" cy="488424"/>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3063">
                <a:solidFill>
                  <a:srgbClr val="646464"/>
                </a:solidFill>
                <a:latin typeface="Times New Roman"/>
                <a:ea typeface="Times New Roman"/>
                <a:cs typeface="Times New Roman"/>
                <a:sym typeface="Times New Roman"/>
              </a:rPr>
              <a:t>.........</a:t>
            </a:r>
            <a:endParaRPr sz="3063">
              <a:latin typeface="Times New Roman"/>
              <a:ea typeface="Times New Roman"/>
              <a:cs typeface="Times New Roman"/>
              <a:sym typeface="Times New Roman"/>
            </a:endParaRPr>
          </a:p>
        </p:txBody>
      </p:sp>
      <p:sp>
        <p:nvSpPr>
          <p:cNvPr id="99" name="Google Shape;99;p5"/>
          <p:cNvSpPr txBox="1"/>
          <p:nvPr/>
        </p:nvSpPr>
        <p:spPr>
          <a:xfrm>
            <a:off x="9619494" y="3829516"/>
            <a:ext cx="2261041" cy="140059"/>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799" b="1">
                <a:solidFill>
                  <a:srgbClr val="6F6F6F"/>
                </a:solidFill>
                <a:latin typeface="Arial"/>
                <a:ea typeface="Arial"/>
                <a:cs typeface="Arial"/>
                <a:sym typeface="Arial"/>
              </a:rPr>
              <a:t>.........,._,..lel"OI/All...llllohc'.b•.,._&amp;IN(</a:t>
            </a:r>
            <a:endParaRPr sz="799">
              <a:latin typeface="Arial"/>
              <a:ea typeface="Arial"/>
              <a:cs typeface="Arial"/>
              <a:sym typeface="Arial"/>
            </a:endParaRPr>
          </a:p>
        </p:txBody>
      </p:sp>
      <p:sp>
        <p:nvSpPr>
          <p:cNvPr id="100" name="Google Shape;100;p5"/>
          <p:cNvSpPr txBox="1"/>
          <p:nvPr/>
        </p:nvSpPr>
        <p:spPr>
          <a:xfrm>
            <a:off x="8521442" y="3682218"/>
            <a:ext cx="391497" cy="488424"/>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3063">
                <a:solidFill>
                  <a:srgbClr val="666666"/>
                </a:solidFill>
                <a:latin typeface="Times New Roman"/>
                <a:ea typeface="Times New Roman"/>
                <a:cs typeface="Times New Roman"/>
                <a:sym typeface="Times New Roman"/>
              </a:rPr>
              <a:t>........</a:t>
            </a:r>
            <a:endParaRPr sz="3063">
              <a:latin typeface="Times New Roman"/>
              <a:ea typeface="Times New Roman"/>
              <a:cs typeface="Times New Roman"/>
              <a:sym typeface="Times New Roman"/>
            </a:endParaRPr>
          </a:p>
        </p:txBody>
      </p:sp>
      <p:sp>
        <p:nvSpPr>
          <p:cNvPr id="101" name="Google Shape;101;p5"/>
          <p:cNvSpPr txBox="1"/>
          <p:nvPr/>
        </p:nvSpPr>
        <p:spPr>
          <a:xfrm>
            <a:off x="7049818" y="4025856"/>
            <a:ext cx="348373" cy="488424"/>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3063">
                <a:solidFill>
                  <a:srgbClr val="6A6A6A"/>
                </a:solidFill>
                <a:latin typeface="Times New Roman"/>
                <a:ea typeface="Times New Roman"/>
                <a:cs typeface="Times New Roman"/>
                <a:sym typeface="Times New Roman"/>
              </a:rPr>
              <a:t>.......</a:t>
            </a:r>
            <a:endParaRPr sz="3063">
              <a:latin typeface="Times New Roman"/>
              <a:ea typeface="Times New Roman"/>
              <a:cs typeface="Times New Roman"/>
              <a:sym typeface="Times New Roman"/>
            </a:endParaRPr>
          </a:p>
        </p:txBody>
      </p:sp>
      <p:sp>
        <p:nvSpPr>
          <p:cNvPr id="102" name="Google Shape;102;p5"/>
          <p:cNvSpPr txBox="1"/>
          <p:nvPr/>
        </p:nvSpPr>
        <p:spPr>
          <a:xfrm>
            <a:off x="8521442" y="4246887"/>
            <a:ext cx="960563" cy="282696"/>
          </a:xfrm>
          <a:prstGeom prst="rect">
            <a:avLst/>
          </a:prstGeom>
          <a:noFill/>
          <a:ln>
            <a:noFill/>
          </a:ln>
        </p:spPr>
        <p:txBody>
          <a:bodyPr spcFirstLastPara="1" wrap="square" lIns="0" tIns="23675" rIns="0" bIns="0" anchor="t" anchorCtr="0">
            <a:spAutoFit/>
          </a:bodyPr>
          <a:lstStyle/>
          <a:p>
            <a:pPr marL="16911" lvl="0" indent="0" algn="l" rtl="0">
              <a:spcBef>
                <a:spcPts val="0"/>
              </a:spcBef>
              <a:spcAft>
                <a:spcPts val="0"/>
              </a:spcAft>
              <a:buNone/>
            </a:pPr>
            <a:r>
              <a:rPr lang="en-US" sz="799" b="1">
                <a:solidFill>
                  <a:srgbClr val="585858"/>
                </a:solidFill>
                <a:latin typeface="Arial"/>
                <a:ea typeface="Arial"/>
                <a:cs typeface="Arial"/>
                <a:sym typeface="Arial"/>
              </a:rPr>
              <a:t>.,._...,._</a:t>
            </a:r>
            <a:endParaRPr sz="799">
              <a:latin typeface="Arial"/>
              <a:ea typeface="Arial"/>
              <a:cs typeface="Arial"/>
              <a:sym typeface="Arial"/>
            </a:endParaRPr>
          </a:p>
          <a:p>
            <a:pPr marL="16911" lvl="0" indent="0" algn="l" rtl="0">
              <a:spcBef>
                <a:spcPts val="53"/>
              </a:spcBef>
              <a:spcAft>
                <a:spcPts val="0"/>
              </a:spcAft>
              <a:buNone/>
            </a:pPr>
            <a:r>
              <a:rPr lang="en-US" sz="799" b="1">
                <a:solidFill>
                  <a:srgbClr val="5B5B5B"/>
                </a:solidFill>
                <a:latin typeface="Arial"/>
                <a:ea typeface="Arial"/>
                <a:cs typeface="Arial"/>
                <a:sym typeface="Arial"/>
              </a:rPr>
              <a:t>MMriun </a:t>
            </a:r>
            <a:r>
              <a:rPr lang="en-US" sz="799" b="1">
                <a:solidFill>
                  <a:srgbClr val="6A6A6A"/>
                </a:solidFill>
                <a:latin typeface="Arial"/>
                <a:ea typeface="Arial"/>
                <a:cs typeface="Arial"/>
                <a:sym typeface="Arial"/>
              </a:rPr>
              <a:t>•••</a:t>
            </a:r>
            <a:r>
              <a:rPr lang="en-US" sz="799" b="1">
                <a:solidFill>
                  <a:srgbClr val="5B5B5B"/>
                </a:solidFill>
                <a:latin typeface="Arial"/>
                <a:ea typeface="Arial"/>
                <a:cs typeface="Arial"/>
                <a:sym typeface="Arial"/>
              </a:rPr>
              <a:t>'"""'</a:t>
            </a:r>
            <a:endParaRPr sz="799">
              <a:latin typeface="Arial"/>
              <a:ea typeface="Arial"/>
              <a:cs typeface="Arial"/>
              <a:sym typeface="Arial"/>
            </a:endParaRPr>
          </a:p>
        </p:txBody>
      </p:sp>
      <p:sp>
        <p:nvSpPr>
          <p:cNvPr id="103" name="Google Shape;103;p5"/>
          <p:cNvSpPr txBox="1"/>
          <p:nvPr/>
        </p:nvSpPr>
        <p:spPr>
          <a:xfrm>
            <a:off x="9612052" y="4261093"/>
            <a:ext cx="2267807" cy="273557"/>
          </a:xfrm>
          <a:prstGeom prst="rect">
            <a:avLst/>
          </a:prstGeom>
          <a:noFill/>
          <a:ln>
            <a:noFill/>
          </a:ln>
        </p:spPr>
        <p:txBody>
          <a:bodyPr spcFirstLastPara="1" wrap="square" lIns="0" tIns="16900" rIns="0" bIns="0" anchor="t" anchorCtr="0">
            <a:spAutoFit/>
          </a:bodyPr>
          <a:lstStyle/>
          <a:p>
            <a:pPr marL="16911" lvl="0" indent="0" algn="l" rtl="0">
              <a:lnSpc>
                <a:spcPct val="85857"/>
              </a:lnSpc>
              <a:spcBef>
                <a:spcPts val="0"/>
              </a:spcBef>
              <a:spcAft>
                <a:spcPts val="0"/>
              </a:spcAft>
              <a:buNone/>
            </a:pPr>
            <a:r>
              <a:rPr lang="en-US" sz="799" b="1">
                <a:solidFill>
                  <a:srgbClr val="585858"/>
                </a:solidFill>
                <a:latin typeface="Arial"/>
                <a:ea typeface="Arial"/>
                <a:cs typeface="Arial"/>
                <a:sym typeface="Arial"/>
              </a:rPr>
              <a:t>o-,  </a:t>
            </a:r>
            <a:r>
              <a:rPr lang="en-US" sz="799" b="1">
                <a:solidFill>
                  <a:srgbClr val="969696"/>
                </a:solidFill>
                <a:latin typeface="Arial"/>
                <a:ea typeface="Arial"/>
                <a:cs typeface="Arial"/>
                <a:sym typeface="Arial"/>
              </a:rPr>
              <a:t>o.-, _______,..., _____ _</a:t>
            </a:r>
            <a:endParaRPr sz="799">
              <a:latin typeface="Arial"/>
              <a:ea typeface="Arial"/>
              <a:cs typeface="Arial"/>
              <a:sym typeface="Arial"/>
            </a:endParaRPr>
          </a:p>
          <a:p>
            <a:pPr marL="23676" lvl="0" indent="0" algn="l" rtl="0">
              <a:lnSpc>
                <a:spcPct val="99399"/>
              </a:lnSpc>
              <a:spcBef>
                <a:spcPts val="0"/>
              </a:spcBef>
              <a:spcAft>
                <a:spcPts val="0"/>
              </a:spcAft>
              <a:buNone/>
            </a:pPr>
            <a:r>
              <a:rPr lang="en-US" sz="799" b="1">
                <a:solidFill>
                  <a:srgbClr val="5B5B5B"/>
                </a:solidFill>
                <a:latin typeface="Arial"/>
                <a:ea typeface="Arial"/>
                <a:cs typeface="Arial"/>
                <a:sym typeface="Arial"/>
              </a:rPr>
              <a:t>u..'--..s._,.;., </a:t>
            </a:r>
            <a:r>
              <a:rPr lang="en-US" sz="1332" b="1">
                <a:solidFill>
                  <a:srgbClr val="5B5B5B"/>
                </a:solidFill>
                <a:latin typeface="Times New Roman"/>
                <a:ea typeface="Times New Roman"/>
                <a:cs typeface="Times New Roman"/>
                <a:sym typeface="Times New Roman"/>
              </a:rPr>
              <a:t>"'° </a:t>
            </a:r>
            <a:r>
              <a:rPr lang="en-US" sz="799" b="1">
                <a:solidFill>
                  <a:srgbClr val="5B5B5B"/>
                </a:solidFill>
                <a:latin typeface="Arial"/>
                <a:ea typeface="Arial"/>
                <a:cs typeface="Arial"/>
                <a:sym typeface="Arial"/>
              </a:rPr>
              <a:t>c- .....� ...</a:t>
            </a:r>
            <a:r>
              <a:rPr lang="en-US" sz="799" b="1">
                <a:solidFill>
                  <a:srgbClr val="9D9D9C"/>
                </a:solidFill>
                <a:latin typeface="Arial"/>
                <a:ea typeface="Arial"/>
                <a:cs typeface="Arial"/>
                <a:sym typeface="Arial"/>
              </a:rPr>
              <a:t>-�&amp;,11</a:t>
            </a:r>
            <a:endParaRPr sz="799">
              <a:latin typeface="Arial"/>
              <a:ea typeface="Arial"/>
              <a:cs typeface="Arial"/>
              <a:sym typeface="Arial"/>
            </a:endParaRPr>
          </a:p>
        </p:txBody>
      </p:sp>
      <p:sp>
        <p:nvSpPr>
          <p:cNvPr id="104" name="Google Shape;104;p5"/>
          <p:cNvSpPr txBox="1"/>
          <p:nvPr/>
        </p:nvSpPr>
        <p:spPr>
          <a:xfrm>
            <a:off x="11748458" y="4840136"/>
            <a:ext cx="123453" cy="488424"/>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3063">
                <a:solidFill>
                  <a:srgbClr val="8BD7EF"/>
                </a:solidFill>
                <a:latin typeface="Times New Roman"/>
                <a:ea typeface="Times New Roman"/>
                <a:cs typeface="Times New Roman"/>
                <a:sym typeface="Times New Roman"/>
              </a:rPr>
              <a:t>•</a:t>
            </a:r>
            <a:endParaRPr sz="3063">
              <a:latin typeface="Times New Roman"/>
              <a:ea typeface="Times New Roman"/>
              <a:cs typeface="Times New Roman"/>
              <a:sym typeface="Times New Roman"/>
            </a:endParaRPr>
          </a:p>
        </p:txBody>
      </p:sp>
      <p:sp>
        <p:nvSpPr>
          <p:cNvPr id="105" name="Google Shape;105;p5"/>
          <p:cNvSpPr txBox="1"/>
          <p:nvPr/>
        </p:nvSpPr>
        <p:spPr>
          <a:xfrm>
            <a:off x="7533145" y="5755883"/>
            <a:ext cx="100622" cy="140059"/>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799" b="1">
                <a:solidFill>
                  <a:srgbClr val="C6C6C6"/>
                </a:solidFill>
                <a:latin typeface="Arial"/>
                <a:ea typeface="Arial"/>
                <a:cs typeface="Arial"/>
                <a:sym typeface="Arial"/>
              </a:rPr>
              <a:t>•</a:t>
            </a:r>
            <a:endParaRPr sz="799">
              <a:latin typeface="Arial"/>
              <a:ea typeface="Arial"/>
              <a:cs typeface="Arial"/>
              <a:sym typeface="Arial"/>
            </a:endParaRPr>
          </a:p>
        </p:txBody>
      </p:sp>
      <p:sp>
        <p:nvSpPr>
          <p:cNvPr id="106" name="Google Shape;106;p5"/>
          <p:cNvSpPr txBox="1"/>
          <p:nvPr/>
        </p:nvSpPr>
        <p:spPr>
          <a:xfrm>
            <a:off x="7908914" y="5818118"/>
            <a:ext cx="1953257" cy="140059"/>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799" b="1">
                <a:solidFill>
                  <a:srgbClr val="A3B4D7"/>
                </a:solidFill>
                <a:latin typeface="Arial"/>
                <a:ea typeface="Arial"/>
                <a:cs typeface="Arial"/>
                <a:sym typeface="Arial"/>
              </a:rPr>
              <a:t>y-cao,,,;</a:t>
            </a:r>
            <a:r>
              <a:rPr lang="en-US" sz="799" b="1">
                <a:solidFill>
                  <a:srgbClr val="96A8CD"/>
                </a:solidFill>
                <a:latin typeface="Arial"/>
                <a:ea typeface="Arial"/>
                <a:cs typeface="Arial"/>
                <a:sym typeface="Arial"/>
              </a:rPr>
              <a:t>�bK.limitl�p&lt;oflHiil'Ml</a:t>
            </a:r>
            <a:endParaRPr sz="799">
              <a:latin typeface="Arial"/>
              <a:ea typeface="Arial"/>
              <a:cs typeface="Arial"/>
              <a:sym typeface="Arial"/>
            </a:endParaRPr>
          </a:p>
        </p:txBody>
      </p:sp>
      <p:sp>
        <p:nvSpPr>
          <p:cNvPr id="107" name="Google Shape;107;p5"/>
          <p:cNvSpPr txBox="1"/>
          <p:nvPr/>
        </p:nvSpPr>
        <p:spPr>
          <a:xfrm>
            <a:off x="10329092" y="5750132"/>
            <a:ext cx="175878" cy="222069"/>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1332">
                <a:solidFill>
                  <a:srgbClr val="C6C6C6"/>
                </a:solidFill>
                <a:latin typeface="Times New Roman"/>
                <a:ea typeface="Times New Roman"/>
                <a:cs typeface="Times New Roman"/>
                <a:sym typeface="Times New Roman"/>
              </a:rPr>
              <a:t>"°'</a:t>
            </a:r>
            <a:endParaRPr sz="1332">
              <a:latin typeface="Times New Roman"/>
              <a:ea typeface="Times New Roman"/>
              <a:cs typeface="Times New Roman"/>
              <a:sym typeface="Times New Roman"/>
            </a:endParaRPr>
          </a:p>
        </p:txBody>
      </p:sp>
      <p:sp>
        <p:nvSpPr>
          <p:cNvPr id="108" name="Google Shape;108;p5"/>
          <p:cNvSpPr txBox="1"/>
          <p:nvPr/>
        </p:nvSpPr>
        <p:spPr>
          <a:xfrm>
            <a:off x="7154330" y="5785647"/>
            <a:ext cx="722113" cy="549851"/>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3462">
                <a:solidFill>
                  <a:srgbClr val="4A88ED"/>
                </a:solidFill>
                <a:latin typeface="Times New Roman"/>
                <a:ea typeface="Times New Roman"/>
                <a:cs typeface="Times New Roman"/>
                <a:sym typeface="Times New Roman"/>
              </a:rPr>
              <a:t>I</a:t>
            </a:r>
            <a:r>
              <a:rPr lang="en-US" sz="3329">
                <a:solidFill>
                  <a:srgbClr val="4A88ED"/>
                </a:solidFill>
                <a:latin typeface="Times New Roman"/>
                <a:ea typeface="Times New Roman"/>
                <a:cs typeface="Times New Roman"/>
                <a:sym typeface="Times New Roman"/>
              </a:rPr>
              <a:t>!I</a:t>
            </a:r>
            <a:r>
              <a:rPr lang="en-US" sz="2530" b="1">
                <a:solidFill>
                  <a:srgbClr val="4A88ED"/>
                </a:solidFill>
                <a:latin typeface="Times New Roman"/>
                <a:ea typeface="Times New Roman"/>
                <a:cs typeface="Times New Roman"/>
                <a:sym typeface="Times New Roman"/>
              </a:rPr>
              <a:t>ii</a:t>
            </a:r>
            <a:r>
              <a:rPr lang="en-US" sz="3462" b="1">
                <a:solidFill>
                  <a:srgbClr val="4A88ED"/>
                </a:solidFill>
                <a:latin typeface="Times New Roman"/>
                <a:ea typeface="Times New Roman"/>
                <a:cs typeface="Times New Roman"/>
                <a:sym typeface="Times New Roman"/>
              </a:rPr>
              <a:t>I</a:t>
            </a:r>
            <a:endParaRPr sz="3462">
              <a:latin typeface="Times New Roman"/>
              <a:ea typeface="Times New Roman"/>
              <a:cs typeface="Times New Roman"/>
              <a:sym typeface="Times New Roman"/>
            </a:endParaRPr>
          </a:p>
        </p:txBody>
      </p:sp>
      <p:sp>
        <p:nvSpPr>
          <p:cNvPr id="109" name="Google Shape;109;p5"/>
          <p:cNvSpPr txBox="1"/>
          <p:nvPr/>
        </p:nvSpPr>
        <p:spPr>
          <a:xfrm>
            <a:off x="7908914" y="5934299"/>
            <a:ext cx="2821653" cy="140059"/>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799" b="1">
                <a:solidFill>
                  <a:srgbClr val="96ABD4"/>
                </a:solidFill>
                <a:latin typeface="Arial"/>
                <a:ea typeface="Arial"/>
                <a:cs typeface="Arial"/>
                <a:sym typeface="Arial"/>
              </a:rPr>
              <a:t>"'-"5-f'..IIISOh«l!'lp,ll!Mlsi-.bK.MN</a:t>
            </a:r>
            <a:r>
              <a:rPr lang="en-US" sz="799" b="1">
                <a:solidFill>
                  <a:srgbClr val="90A0C4"/>
                </a:solidFill>
                <a:latin typeface="Arial"/>
                <a:ea typeface="Arial"/>
                <a:cs typeface="Arial"/>
                <a:sym typeface="Arial"/>
              </a:rPr>
              <a:t>1</a:t>
            </a:r>
            <a:r>
              <a:rPr lang="en-US" sz="799" b="1">
                <a:solidFill>
                  <a:srgbClr val="96ABD4"/>
                </a:solidFill>
                <a:latin typeface="Arial"/>
                <a:ea typeface="Arial"/>
                <a:cs typeface="Arial"/>
                <a:sym typeface="Arial"/>
              </a:rPr>
              <a:t>U011119� �</a:t>
            </a:r>
            <a:endParaRPr sz="799">
              <a:latin typeface="Arial"/>
              <a:ea typeface="Arial"/>
              <a:cs typeface="Arial"/>
              <a:sym typeface="Arial"/>
            </a:endParaRPr>
          </a:p>
        </p:txBody>
      </p:sp>
      <p:sp>
        <p:nvSpPr>
          <p:cNvPr id="110" name="Google Shape;110;p5"/>
          <p:cNvSpPr txBox="1"/>
          <p:nvPr/>
        </p:nvSpPr>
        <p:spPr>
          <a:xfrm>
            <a:off x="7961170" y="6105779"/>
            <a:ext cx="2089393" cy="140059"/>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799" b="1">
                <a:solidFill>
                  <a:srgbClr val="B4B5B5"/>
                </a:solidFill>
                <a:latin typeface="Arial"/>
                <a:ea typeface="Arial"/>
                <a:cs typeface="Arial"/>
                <a:sym typeface="Arial"/>
              </a:rPr>
              <a:t>flOfflPal)� </a:t>
            </a:r>
            <a:r>
              <a:rPr lang="en-US" sz="799" b="1">
                <a:solidFill>
                  <a:srgbClr val="96ABD4"/>
                </a:solidFill>
                <a:latin typeface="Arial"/>
                <a:ea typeface="Arial"/>
                <a:cs typeface="Arial"/>
                <a:sym typeface="Arial"/>
              </a:rPr>
              <a:t>� l,old PabstMI in..o!flef 1,gtt...,n</a:t>
            </a:r>
            <a:endParaRPr sz="799">
              <a:latin typeface="Arial"/>
              <a:ea typeface="Arial"/>
              <a:cs typeface="Arial"/>
              <a:sym typeface="Arial"/>
            </a:endParaRPr>
          </a:p>
        </p:txBody>
      </p:sp>
      <p:sp>
        <p:nvSpPr>
          <p:cNvPr id="111" name="Google Shape;111;p5"/>
          <p:cNvSpPr txBox="1"/>
          <p:nvPr/>
        </p:nvSpPr>
        <p:spPr>
          <a:xfrm>
            <a:off x="11412262" y="5433385"/>
            <a:ext cx="325543" cy="611406"/>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3862">
                <a:solidFill>
                  <a:srgbClr val="B0B1B1"/>
                </a:solidFill>
                <a:latin typeface="Times New Roman"/>
                <a:ea typeface="Times New Roman"/>
                <a:cs typeface="Times New Roman"/>
                <a:sym typeface="Times New Roman"/>
              </a:rPr>
              <a:t>.....</a:t>
            </a:r>
            <a:endParaRPr sz="3862">
              <a:latin typeface="Times New Roman"/>
              <a:ea typeface="Times New Roman"/>
              <a:cs typeface="Times New Roman"/>
              <a:sym typeface="Times New Roman"/>
            </a:endParaRPr>
          </a:p>
        </p:txBody>
      </p:sp>
      <p:sp>
        <p:nvSpPr>
          <p:cNvPr id="112" name="Google Shape;112;p5"/>
          <p:cNvSpPr txBox="1"/>
          <p:nvPr/>
        </p:nvSpPr>
        <p:spPr>
          <a:xfrm>
            <a:off x="11378439" y="5661857"/>
            <a:ext cx="527633" cy="488424"/>
          </a:xfrm>
          <a:prstGeom prst="rect">
            <a:avLst/>
          </a:prstGeom>
          <a:noFill/>
          <a:ln>
            <a:noFill/>
          </a:ln>
        </p:spPr>
        <p:txBody>
          <a:bodyPr spcFirstLastPara="1" wrap="square" lIns="0" tIns="16900" rIns="0" bIns="0" anchor="t" anchorCtr="0">
            <a:spAutoFit/>
          </a:bodyPr>
          <a:lstStyle/>
          <a:p>
            <a:pPr marL="50734" lvl="0" indent="0" algn="l" rtl="0">
              <a:spcBef>
                <a:spcPts val="0"/>
              </a:spcBef>
              <a:spcAft>
                <a:spcPts val="0"/>
              </a:spcAft>
              <a:buNone/>
            </a:pPr>
            <a:r>
              <a:rPr lang="en-US" sz="3396" baseline="-25000">
                <a:solidFill>
                  <a:srgbClr val="A8B7DA"/>
                </a:solidFill>
                <a:latin typeface="Arial"/>
                <a:ea typeface="Arial"/>
                <a:cs typeface="Arial"/>
                <a:sym typeface="Arial"/>
              </a:rPr>
              <a:t>,</a:t>
            </a:r>
            <a:r>
              <a:rPr lang="en-US" sz="3063">
                <a:solidFill>
                  <a:srgbClr val="A8B7DA"/>
                </a:solidFill>
                <a:latin typeface="Times New Roman"/>
                <a:ea typeface="Times New Roman"/>
                <a:cs typeface="Times New Roman"/>
                <a:sym typeface="Times New Roman"/>
              </a:rPr>
              <a:t>.</a:t>
            </a:r>
            <a:r>
              <a:rPr lang="en-US" sz="3396" baseline="-25000">
                <a:solidFill>
                  <a:srgbClr val="A8B7DA"/>
                </a:solidFill>
                <a:latin typeface="Arial"/>
                <a:ea typeface="Arial"/>
                <a:cs typeface="Arial"/>
                <a:sym typeface="Arial"/>
              </a:rPr>
              <a:t>....</a:t>
            </a:r>
            <a:r>
              <a:rPr lang="en-US" sz="3063">
                <a:solidFill>
                  <a:srgbClr val="A8B7DA"/>
                </a:solidFill>
                <a:latin typeface="Times New Roman"/>
                <a:ea typeface="Times New Roman"/>
                <a:cs typeface="Times New Roman"/>
                <a:sym typeface="Times New Roman"/>
              </a:rPr>
              <a:t>...</a:t>
            </a:r>
            <a:r>
              <a:rPr lang="en-US" sz="3396" baseline="-25000">
                <a:solidFill>
                  <a:srgbClr val="A8B7DA"/>
                </a:solidFill>
                <a:latin typeface="Arial"/>
                <a:ea typeface="Arial"/>
                <a:cs typeface="Arial"/>
                <a:sym typeface="Arial"/>
              </a:rPr>
              <a:t>,</a:t>
            </a:r>
            <a:r>
              <a:rPr lang="en-US" sz="3063">
                <a:solidFill>
                  <a:srgbClr val="A8B7DA"/>
                </a:solidFill>
                <a:latin typeface="Times New Roman"/>
                <a:ea typeface="Times New Roman"/>
                <a:cs typeface="Times New Roman"/>
                <a:sym typeface="Times New Roman"/>
              </a:rPr>
              <a:t>.</a:t>
            </a:r>
            <a:r>
              <a:rPr lang="en-US" sz="4594" baseline="-25000">
                <a:solidFill>
                  <a:srgbClr val="A8B7DA"/>
                </a:solidFill>
                <a:latin typeface="Times New Roman"/>
                <a:ea typeface="Times New Roman"/>
                <a:cs typeface="Times New Roman"/>
                <a:sym typeface="Times New Roman"/>
              </a:rPr>
              <a:t>....</a:t>
            </a:r>
            <a:r>
              <a:rPr lang="en-US" sz="3063">
                <a:solidFill>
                  <a:srgbClr val="A8B7DA"/>
                </a:solidFill>
                <a:latin typeface="Times New Roman"/>
                <a:ea typeface="Times New Roman"/>
                <a:cs typeface="Times New Roman"/>
                <a:sym typeface="Times New Roman"/>
              </a:rPr>
              <a:t>,.,.</a:t>
            </a:r>
            <a:endParaRPr sz="3063">
              <a:latin typeface="Times New Roman"/>
              <a:ea typeface="Times New Roman"/>
              <a:cs typeface="Times New Roman"/>
              <a:sym typeface="Times New Roman"/>
            </a:endParaRPr>
          </a:p>
        </p:txBody>
      </p:sp>
      <p:sp>
        <p:nvSpPr>
          <p:cNvPr id="113" name="Google Shape;113;p5"/>
          <p:cNvSpPr txBox="1"/>
          <p:nvPr/>
        </p:nvSpPr>
        <p:spPr>
          <a:xfrm>
            <a:off x="11412262" y="5769582"/>
            <a:ext cx="280728" cy="611406"/>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3862">
                <a:solidFill>
                  <a:srgbClr val="A8B7DA"/>
                </a:solidFill>
                <a:latin typeface="Times New Roman"/>
                <a:ea typeface="Times New Roman"/>
                <a:cs typeface="Times New Roman"/>
                <a:sym typeface="Times New Roman"/>
              </a:rPr>
              <a:t>...</a:t>
            </a:r>
            <a:r>
              <a:rPr lang="en-US" sz="3862">
                <a:solidFill>
                  <a:srgbClr val="93A8E3"/>
                </a:solidFill>
                <a:latin typeface="Times New Roman"/>
                <a:ea typeface="Times New Roman"/>
                <a:cs typeface="Times New Roman"/>
                <a:sym typeface="Times New Roman"/>
              </a:rPr>
              <a:t>.</a:t>
            </a:r>
            <a:endParaRPr sz="3862">
              <a:latin typeface="Times New Roman"/>
              <a:ea typeface="Times New Roman"/>
              <a:cs typeface="Times New Roman"/>
              <a:sym typeface="Times New Roman"/>
            </a:endParaRPr>
          </a:p>
        </p:txBody>
      </p:sp>
      <p:sp>
        <p:nvSpPr>
          <p:cNvPr id="114" name="Google Shape;114;p5"/>
          <p:cNvSpPr txBox="1"/>
          <p:nvPr/>
        </p:nvSpPr>
        <p:spPr>
          <a:xfrm>
            <a:off x="7901473" y="6218239"/>
            <a:ext cx="1959176" cy="140059"/>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799" b="1">
                <a:solidFill>
                  <a:srgbClr val="ADAFAF"/>
                </a:solidFill>
                <a:latin typeface="Arial"/>
                <a:ea typeface="Arial"/>
                <a:cs typeface="Arial"/>
                <a:sym typeface="Arial"/>
              </a:rPr>
              <a:t>11-die,i:tn </a:t>
            </a:r>
            <a:r>
              <a:rPr lang="en-US" sz="799" b="1">
                <a:solidFill>
                  <a:srgbClr val="9BABCD"/>
                </a:solidFill>
                <a:latin typeface="Arial"/>
                <a:ea typeface="Arial"/>
                <a:cs typeface="Arial"/>
                <a:sym typeface="Arial"/>
              </a:rPr>
              <a:t>M,c</a:t>
            </a:r>
            <a:r>
              <a:rPr lang="en-US" sz="799" b="1">
                <a:solidFill>
                  <a:srgbClr val="ABB8DC"/>
                </a:solidFill>
                <a:latin typeface="Arial"/>
                <a:ea typeface="Arial"/>
                <a:cs typeface="Arial"/>
                <a:sym typeface="Arial"/>
              </a:rPr>
              <a:t>:M</a:t>
            </a:r>
            <a:r>
              <a:rPr lang="en-US" sz="799" b="1">
                <a:solidFill>
                  <a:srgbClr val="9BABCD"/>
                </a:solidFill>
                <a:latin typeface="Arial"/>
                <a:ea typeface="Arial"/>
                <a:cs typeface="Arial"/>
                <a:sym typeface="Arial"/>
              </a:rPr>
              <a:t>c,1r1 </a:t>
            </a:r>
            <a:r>
              <a:rPr lang="en-US" sz="799" b="1">
                <a:solidFill>
                  <a:srgbClr val="8B9CB8"/>
                </a:solidFill>
                <a:latin typeface="Arial"/>
                <a:ea typeface="Arial"/>
                <a:cs typeface="Arial"/>
                <a:sym typeface="Arial"/>
              </a:rPr>
              <a:t>•</a:t>
            </a:r>
            <a:r>
              <a:rPr lang="en-US" sz="799" b="1">
                <a:solidFill>
                  <a:srgbClr val="9BABCD"/>
                </a:solidFill>
                <a:latin typeface="Arial"/>
                <a:ea typeface="Arial"/>
                <a:cs typeface="Arial"/>
                <a:sym typeface="Arial"/>
              </a:rPr>
              <a:t>lMI.,to Mlf20 -• 1 1</a:t>
            </a:r>
            <a:endParaRPr sz="799">
              <a:latin typeface="Arial"/>
              <a:ea typeface="Arial"/>
              <a:cs typeface="Arial"/>
              <a:sym typeface="Arial"/>
            </a:endParaRPr>
          </a:p>
        </p:txBody>
      </p:sp>
      <p:sp>
        <p:nvSpPr>
          <p:cNvPr id="115" name="Google Shape;115;p5"/>
          <p:cNvSpPr txBox="1"/>
          <p:nvPr/>
        </p:nvSpPr>
        <p:spPr>
          <a:xfrm>
            <a:off x="7460596" y="7166963"/>
            <a:ext cx="131063" cy="140059"/>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799" b="1">
                <a:solidFill>
                  <a:srgbClr val="6F5C47"/>
                </a:solidFill>
                <a:latin typeface="Arial"/>
                <a:ea typeface="Arial"/>
                <a:cs typeface="Arial"/>
                <a:sym typeface="Arial"/>
              </a:rPr>
              <a:t>l</a:t>
            </a:r>
            <a:endParaRPr sz="799">
              <a:latin typeface="Arial"/>
              <a:ea typeface="Arial"/>
              <a:cs typeface="Arial"/>
              <a:sym typeface="Arial"/>
            </a:endParaRPr>
          </a:p>
        </p:txBody>
      </p:sp>
      <p:sp>
        <p:nvSpPr>
          <p:cNvPr id="116" name="Google Shape;116;p5"/>
          <p:cNvSpPr txBox="1"/>
          <p:nvPr/>
        </p:nvSpPr>
        <p:spPr>
          <a:xfrm>
            <a:off x="7673339" y="6819606"/>
            <a:ext cx="3300243" cy="488359"/>
          </a:xfrm>
          <a:prstGeom prst="rect">
            <a:avLst/>
          </a:prstGeom>
          <a:noFill/>
          <a:ln>
            <a:noFill/>
          </a:ln>
        </p:spPr>
        <p:txBody>
          <a:bodyPr spcFirstLastPara="1" wrap="square" lIns="0" tIns="16900" rIns="0" bIns="0" anchor="t" anchorCtr="0">
            <a:spAutoFit/>
          </a:bodyPr>
          <a:lstStyle/>
          <a:p>
            <a:pPr marL="50734" lvl="0" indent="0" algn="l" rtl="0">
              <a:spcBef>
                <a:spcPts val="0"/>
              </a:spcBef>
              <a:spcAft>
                <a:spcPts val="0"/>
              </a:spcAft>
              <a:buNone/>
            </a:pPr>
            <a:r>
              <a:rPr lang="en-US" sz="799" b="1">
                <a:solidFill>
                  <a:srgbClr val="5370AA"/>
                </a:solidFill>
                <a:latin typeface="Arial"/>
                <a:ea typeface="Arial"/>
                <a:cs typeface="Arial"/>
                <a:sym typeface="Arial"/>
              </a:rPr>
              <a:t>Ashott Dinda</a:t>
            </a:r>
            <a:r>
              <a:rPr lang="en-US" sz="4594" baseline="-25000">
                <a:solidFill>
                  <a:srgbClr val="C5C5C4"/>
                </a:solidFill>
                <a:latin typeface="Times New Roman"/>
                <a:ea typeface="Times New Roman"/>
                <a:cs typeface="Times New Roman"/>
                <a:sym typeface="Times New Roman"/>
              </a:rPr>
              <a:t>.</a:t>
            </a:r>
            <a:r>
              <a:rPr lang="en-US" sz="799" b="1">
                <a:solidFill>
                  <a:srgbClr val="5370AA"/>
                </a:solidFill>
                <a:latin typeface="Arial"/>
                <a:ea typeface="Arial"/>
                <a:cs typeface="Arial"/>
                <a:sym typeface="Arial"/>
              </a:rPr>
              <a:t>IIH • g</a:t>
            </a:r>
            <a:r>
              <a:rPr lang="en-US" sz="1996" baseline="-25000">
                <a:solidFill>
                  <a:srgbClr val="C5C5C4"/>
                </a:solidFill>
                <a:latin typeface="Times New Roman"/>
                <a:ea typeface="Times New Roman"/>
                <a:cs typeface="Times New Roman"/>
                <a:sym typeface="Times New Roman"/>
              </a:rPr>
              <a:t>"</a:t>
            </a:r>
            <a:r>
              <a:rPr lang="en-US" sz="799" b="1">
                <a:solidFill>
                  <a:srgbClr val="5370AA"/>
                </a:solidFill>
                <a:latin typeface="Arial"/>
                <a:ea typeface="Arial"/>
                <a:cs typeface="Arial"/>
                <a:sym typeface="Arial"/>
              </a:rPr>
              <a:t>ood hHrt and learns quickly: Sunil Gavukar</a:t>
            </a:r>
            <a:endParaRPr sz="799">
              <a:latin typeface="Arial"/>
              <a:ea typeface="Arial"/>
              <a:cs typeface="Arial"/>
              <a:sym typeface="Arial"/>
            </a:endParaRPr>
          </a:p>
        </p:txBody>
      </p:sp>
      <p:sp>
        <p:nvSpPr>
          <p:cNvPr id="117" name="Google Shape;117;p5"/>
          <p:cNvSpPr txBox="1"/>
          <p:nvPr/>
        </p:nvSpPr>
        <p:spPr>
          <a:xfrm>
            <a:off x="7714602" y="7281116"/>
            <a:ext cx="4157646" cy="396283"/>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799">
                <a:solidFill>
                  <a:srgbClr val="858485"/>
                </a:solidFill>
                <a:latin typeface="Times New Roman"/>
                <a:ea typeface="Times New Roman"/>
                <a:cs typeface="Times New Roman"/>
                <a:sym typeface="Times New Roman"/>
              </a:rPr>
              <a:t>�--- </a:t>
            </a:r>
            <a:r>
              <a:rPr lang="en-US" sz="799" b="1">
                <a:solidFill>
                  <a:srgbClr val="858485"/>
                </a:solidFill>
                <a:latin typeface="Arial"/>
                <a:ea typeface="Arial"/>
                <a:cs typeface="Arial"/>
                <a:sym typeface="Arial"/>
              </a:rPr>
              <a:t>pr-()w,(la. </a:t>
            </a:r>
            <a:r>
              <a:rPr lang="en-US" sz="799">
                <a:solidFill>
                  <a:srgbClr val="858485"/>
                </a:solidFill>
                <a:latin typeface="Times New Roman"/>
                <a:ea typeface="Times New Roman"/>
                <a:cs typeface="Times New Roman"/>
                <a:sym typeface="Times New Roman"/>
              </a:rPr>
              <a:t>"'-'"�·</a:t>
            </a:r>
            <a:r>
              <a:rPr lang="en-US" sz="1665">
                <a:solidFill>
                  <a:srgbClr val="858485"/>
                </a:solidFill>
                <a:latin typeface="Trebuchet MS"/>
                <a:ea typeface="Trebuchet MS"/>
                <a:cs typeface="Trebuchet MS"/>
                <a:sym typeface="Trebuchet MS"/>
              </a:rPr>
              <a:t>*�</a:t>
            </a:r>
            <a:r>
              <a:rPr lang="en-US" sz="1065" b="1">
                <a:solidFill>
                  <a:srgbClr val="858485"/>
                </a:solidFill>
                <a:latin typeface="Times New Roman"/>
                <a:ea typeface="Times New Roman"/>
                <a:cs typeface="Times New Roman"/>
                <a:sym typeface="Times New Roman"/>
              </a:rPr>
              <a:t>!8"--�!J!d.���IIQI��"'"'' </a:t>
            </a:r>
            <a:r>
              <a:rPr lang="en-US" sz="799" b="1">
                <a:solidFill>
                  <a:srgbClr val="858485"/>
                </a:solidFill>
                <a:latin typeface="Arial"/>
                <a:ea typeface="Arial"/>
                <a:cs typeface="Arial"/>
                <a:sym typeface="Arial"/>
              </a:rPr>
              <a:t>•�11"11</a:t>
            </a:r>
            <a:endParaRPr sz="799">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grpSp>
        <p:nvGrpSpPr>
          <p:cNvPr id="122" name="Google Shape;122;p6"/>
          <p:cNvGrpSpPr/>
          <p:nvPr/>
        </p:nvGrpSpPr>
        <p:grpSpPr>
          <a:xfrm>
            <a:off x="1773484" y="5281214"/>
            <a:ext cx="10378308" cy="3516044"/>
            <a:chOff x="4179313" y="2193440"/>
            <a:chExt cx="5155565" cy="1750695"/>
          </a:xfrm>
        </p:grpSpPr>
        <p:pic>
          <p:nvPicPr>
            <p:cNvPr id="123" name="Google Shape;123;p6"/>
            <p:cNvPicPr preferRelativeResize="0"/>
            <p:nvPr/>
          </p:nvPicPr>
          <p:blipFill rotWithShape="1">
            <a:blip r:embed="rId3">
              <a:alphaModFix/>
            </a:blip>
            <a:srcRect/>
            <a:stretch/>
          </p:blipFill>
          <p:spPr>
            <a:xfrm>
              <a:off x="8886063" y="2249458"/>
              <a:ext cx="403906" cy="95368"/>
            </a:xfrm>
            <a:prstGeom prst="rect">
              <a:avLst/>
            </a:prstGeom>
            <a:noFill/>
            <a:ln>
              <a:noFill/>
            </a:ln>
          </p:spPr>
        </p:pic>
        <p:pic>
          <p:nvPicPr>
            <p:cNvPr id="124" name="Google Shape;124;p6"/>
            <p:cNvPicPr preferRelativeResize="0"/>
            <p:nvPr/>
          </p:nvPicPr>
          <p:blipFill rotWithShape="1">
            <a:blip r:embed="rId4">
              <a:alphaModFix/>
            </a:blip>
            <a:srcRect/>
            <a:stretch/>
          </p:blipFill>
          <p:spPr>
            <a:xfrm>
              <a:off x="5531358" y="2462635"/>
              <a:ext cx="611470" cy="762935"/>
            </a:xfrm>
            <a:prstGeom prst="rect">
              <a:avLst/>
            </a:prstGeom>
            <a:noFill/>
            <a:ln>
              <a:noFill/>
            </a:ln>
          </p:spPr>
        </p:pic>
        <p:pic>
          <p:nvPicPr>
            <p:cNvPr id="125" name="Google Shape;125;p6"/>
            <p:cNvPicPr preferRelativeResize="0"/>
            <p:nvPr/>
          </p:nvPicPr>
          <p:blipFill rotWithShape="1">
            <a:blip r:embed="rId5">
              <a:alphaModFix/>
            </a:blip>
            <a:srcRect/>
            <a:stretch/>
          </p:blipFill>
          <p:spPr>
            <a:xfrm>
              <a:off x="6333490" y="2440252"/>
              <a:ext cx="819034" cy="1391235"/>
            </a:xfrm>
            <a:prstGeom prst="rect">
              <a:avLst/>
            </a:prstGeom>
            <a:noFill/>
            <a:ln>
              <a:noFill/>
            </a:ln>
          </p:spPr>
        </p:pic>
        <p:pic>
          <p:nvPicPr>
            <p:cNvPr id="126" name="Google Shape;126;p6"/>
            <p:cNvPicPr preferRelativeResize="0"/>
            <p:nvPr/>
          </p:nvPicPr>
          <p:blipFill rotWithShape="1">
            <a:blip r:embed="rId6">
              <a:alphaModFix/>
            </a:blip>
            <a:srcRect/>
            <a:stretch/>
          </p:blipFill>
          <p:spPr>
            <a:xfrm>
              <a:off x="7399401" y="2558033"/>
              <a:ext cx="476835" cy="398297"/>
            </a:xfrm>
            <a:prstGeom prst="rect">
              <a:avLst/>
            </a:prstGeom>
            <a:noFill/>
            <a:ln>
              <a:noFill/>
            </a:ln>
          </p:spPr>
        </p:pic>
        <p:pic>
          <p:nvPicPr>
            <p:cNvPr id="127" name="Google Shape;127;p6"/>
            <p:cNvPicPr preferRelativeResize="0"/>
            <p:nvPr/>
          </p:nvPicPr>
          <p:blipFill rotWithShape="1">
            <a:blip r:embed="rId7">
              <a:alphaModFix/>
            </a:blip>
            <a:srcRect/>
            <a:stretch/>
          </p:blipFill>
          <p:spPr>
            <a:xfrm>
              <a:off x="8201659" y="2535549"/>
              <a:ext cx="723666" cy="628299"/>
            </a:xfrm>
            <a:prstGeom prst="rect">
              <a:avLst/>
            </a:prstGeom>
            <a:noFill/>
            <a:ln>
              <a:noFill/>
            </a:ln>
          </p:spPr>
        </p:pic>
        <p:sp>
          <p:nvSpPr>
            <p:cNvPr id="128" name="Google Shape;128;p6"/>
            <p:cNvSpPr/>
            <p:nvPr/>
          </p:nvSpPr>
          <p:spPr>
            <a:xfrm>
              <a:off x="4187728" y="2193440"/>
              <a:ext cx="0" cy="1750695"/>
            </a:xfrm>
            <a:custGeom>
              <a:avLst/>
              <a:gdLst/>
              <a:ahLst/>
              <a:cxnLst/>
              <a:rect l="l" t="t" r="r" b="b"/>
              <a:pathLst>
                <a:path w="120000" h="1750695" extrusionOk="0">
                  <a:moveTo>
                    <a:pt x="0" y="1750263"/>
                  </a:moveTo>
                  <a:lnTo>
                    <a:pt x="0" y="0"/>
                  </a:lnTo>
                </a:path>
              </a:pathLst>
            </a:custGeom>
            <a:noFill/>
            <a:ln w="16825" cap="flat" cmpd="sng">
              <a:solidFill>
                <a:srgbClr val="B8BBB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29" name="Google Shape;129;p6"/>
            <p:cNvSpPr/>
            <p:nvPr/>
          </p:nvSpPr>
          <p:spPr>
            <a:xfrm>
              <a:off x="4179313" y="2201855"/>
              <a:ext cx="5155565" cy="0"/>
            </a:xfrm>
            <a:custGeom>
              <a:avLst/>
              <a:gdLst/>
              <a:ahLst/>
              <a:cxnLst/>
              <a:rect l="l" t="t" r="r" b="b"/>
              <a:pathLst>
                <a:path w="5155565" h="120000" extrusionOk="0">
                  <a:moveTo>
                    <a:pt x="0" y="0"/>
                  </a:moveTo>
                  <a:lnTo>
                    <a:pt x="5155425" y="0"/>
                  </a:lnTo>
                </a:path>
              </a:pathLst>
            </a:custGeom>
            <a:noFill/>
            <a:ln w="16825" cap="flat" cmpd="sng">
              <a:solidFill>
                <a:srgbClr val="C0C0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30" name="Google Shape;130;p6"/>
            <p:cNvSpPr/>
            <p:nvPr/>
          </p:nvSpPr>
          <p:spPr>
            <a:xfrm>
              <a:off x="4628098" y="3211622"/>
              <a:ext cx="466090" cy="0"/>
            </a:xfrm>
            <a:custGeom>
              <a:avLst/>
              <a:gdLst/>
              <a:ahLst/>
              <a:cxnLst/>
              <a:rect l="l" t="t" r="r" b="b"/>
              <a:pathLst>
                <a:path w="466089" h="120000" extrusionOk="0">
                  <a:moveTo>
                    <a:pt x="0" y="0"/>
                  </a:moveTo>
                  <a:lnTo>
                    <a:pt x="465620" y="0"/>
                  </a:lnTo>
                </a:path>
              </a:pathLst>
            </a:custGeom>
            <a:noFill/>
            <a:ln w="28050" cap="flat" cmpd="sng">
              <a:solidFill>
                <a:srgbClr val="232823"/>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31" name="Google Shape;131;p6"/>
            <p:cNvSpPr/>
            <p:nvPr/>
          </p:nvSpPr>
          <p:spPr>
            <a:xfrm>
              <a:off x="7421787" y="3206013"/>
              <a:ext cx="460375" cy="0"/>
            </a:xfrm>
            <a:custGeom>
              <a:avLst/>
              <a:gdLst/>
              <a:ahLst/>
              <a:cxnLst/>
              <a:rect l="l" t="t" r="r" b="b"/>
              <a:pathLst>
                <a:path w="460375" h="120000" extrusionOk="0">
                  <a:moveTo>
                    <a:pt x="0" y="0"/>
                  </a:moveTo>
                  <a:lnTo>
                    <a:pt x="460006" y="0"/>
                  </a:lnTo>
                </a:path>
              </a:pathLst>
            </a:custGeom>
            <a:noFill/>
            <a:ln w="28050" cap="flat" cmpd="sng">
              <a:solidFill>
                <a:srgbClr val="171713"/>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32" name="Google Shape;132;p6"/>
          <p:cNvSpPr txBox="1"/>
          <p:nvPr/>
        </p:nvSpPr>
        <p:spPr>
          <a:xfrm>
            <a:off x="715179" y="2323142"/>
            <a:ext cx="6040721" cy="1871160"/>
          </a:xfrm>
          <a:prstGeom prst="rect">
            <a:avLst/>
          </a:prstGeom>
          <a:noFill/>
          <a:ln>
            <a:noFill/>
          </a:ln>
        </p:spPr>
        <p:txBody>
          <a:bodyPr spcFirstLastPara="1" wrap="square" lIns="0" tIns="10975" rIns="0" bIns="0" anchor="t" anchorCtr="0">
            <a:spAutoFit/>
          </a:bodyPr>
          <a:lstStyle/>
          <a:p>
            <a:pPr marL="344990" marR="6765" lvl="0" indent="-328924" algn="l" rtl="0">
              <a:lnSpc>
                <a:spcPct val="102099"/>
              </a:lnSpc>
              <a:spcBef>
                <a:spcPts val="0"/>
              </a:spcBef>
              <a:spcAft>
                <a:spcPts val="0"/>
              </a:spcAft>
              <a:buNone/>
            </a:pPr>
            <a:r>
              <a:rPr lang="en-US" sz="2400">
                <a:solidFill>
                  <a:srgbClr val="2B71A1"/>
                </a:solidFill>
                <a:latin typeface="Arial"/>
                <a:ea typeface="Arial"/>
                <a:cs typeface="Arial"/>
                <a:sym typeface="Arial"/>
              </a:rPr>
              <a:t>3</a:t>
            </a:r>
            <a:r>
              <a:rPr lang="en-US" sz="2400">
                <a:solidFill>
                  <a:srgbClr val="205782"/>
                </a:solidFill>
                <a:latin typeface="Arial"/>
                <a:ea typeface="Arial"/>
                <a:cs typeface="Arial"/>
                <a:sym typeface="Arial"/>
              </a:rPr>
              <a:t>. </a:t>
            </a:r>
            <a:r>
              <a:rPr lang="en-US" sz="2400">
                <a:solidFill>
                  <a:srgbClr val="2B71A1"/>
                </a:solidFill>
                <a:latin typeface="Arial"/>
                <a:ea typeface="Arial"/>
                <a:cs typeface="Arial"/>
                <a:sym typeface="Arial"/>
              </a:rPr>
              <a:t>Co</a:t>
            </a:r>
            <a:r>
              <a:rPr lang="en-US" sz="2400">
                <a:solidFill>
                  <a:srgbClr val="135F93"/>
                </a:solidFill>
                <a:latin typeface="Arial"/>
                <a:ea typeface="Arial"/>
                <a:cs typeface="Arial"/>
                <a:sym typeface="Arial"/>
              </a:rPr>
              <a:t>l</a:t>
            </a:r>
            <a:r>
              <a:rPr lang="en-US" sz="2400">
                <a:solidFill>
                  <a:srgbClr val="205782"/>
                </a:solidFill>
                <a:latin typeface="Arial"/>
                <a:ea typeface="Arial"/>
                <a:cs typeface="Arial"/>
                <a:sym typeface="Arial"/>
              </a:rPr>
              <a:t>l</a:t>
            </a:r>
            <a:r>
              <a:rPr lang="en-US" sz="2400">
                <a:solidFill>
                  <a:srgbClr val="2B71A1"/>
                </a:solidFill>
                <a:latin typeface="Arial"/>
                <a:ea typeface="Arial"/>
                <a:cs typeface="Arial"/>
                <a:sym typeface="Arial"/>
              </a:rPr>
              <a:t>aborat</a:t>
            </a:r>
            <a:r>
              <a:rPr lang="en-US" sz="2400">
                <a:solidFill>
                  <a:srgbClr val="3485C1"/>
                </a:solidFill>
                <a:latin typeface="Arial"/>
                <a:ea typeface="Arial"/>
                <a:cs typeface="Arial"/>
                <a:sym typeface="Arial"/>
              </a:rPr>
              <a:t>i</a:t>
            </a:r>
            <a:r>
              <a:rPr lang="en-US" sz="2400">
                <a:solidFill>
                  <a:srgbClr val="2B71A1"/>
                </a:solidFill>
                <a:latin typeface="Arial"/>
                <a:ea typeface="Arial"/>
                <a:cs typeface="Arial"/>
                <a:sym typeface="Arial"/>
              </a:rPr>
              <a:t>ve F</a:t>
            </a:r>
            <a:r>
              <a:rPr lang="en-US" sz="2400">
                <a:solidFill>
                  <a:srgbClr val="457695"/>
                </a:solidFill>
                <a:latin typeface="Arial"/>
                <a:ea typeface="Arial"/>
                <a:cs typeface="Arial"/>
                <a:sym typeface="Arial"/>
              </a:rPr>
              <a:t>il</a:t>
            </a:r>
            <a:r>
              <a:rPr lang="en-US" sz="2400">
                <a:solidFill>
                  <a:srgbClr val="2B71A1"/>
                </a:solidFill>
                <a:latin typeface="Arial"/>
                <a:ea typeface="Arial"/>
                <a:cs typeface="Arial"/>
                <a:sym typeface="Arial"/>
              </a:rPr>
              <a:t>te</a:t>
            </a:r>
            <a:r>
              <a:rPr lang="en-US" sz="2400">
                <a:solidFill>
                  <a:srgbClr val="3485C1"/>
                </a:solidFill>
                <a:latin typeface="Arial"/>
                <a:ea typeface="Arial"/>
                <a:cs typeface="Arial"/>
                <a:sym typeface="Arial"/>
              </a:rPr>
              <a:t>ri</a:t>
            </a:r>
            <a:r>
              <a:rPr lang="en-US" sz="2400">
                <a:solidFill>
                  <a:srgbClr val="2B71A1"/>
                </a:solidFill>
                <a:latin typeface="Arial"/>
                <a:ea typeface="Arial"/>
                <a:cs typeface="Arial"/>
                <a:sym typeface="Arial"/>
              </a:rPr>
              <a:t>ng</a:t>
            </a:r>
            <a:r>
              <a:rPr lang="en-US" sz="2400">
                <a:solidFill>
                  <a:srgbClr val="457695"/>
                </a:solidFill>
                <a:latin typeface="Arial"/>
                <a:ea typeface="Arial"/>
                <a:cs typeface="Arial"/>
                <a:sym typeface="Arial"/>
              </a:rPr>
              <a:t>: </a:t>
            </a:r>
            <a:r>
              <a:rPr lang="en-US" sz="2400">
                <a:solidFill>
                  <a:srgbClr val="1C2020"/>
                </a:solidFill>
                <a:latin typeface="Arial"/>
                <a:ea typeface="Arial"/>
                <a:cs typeface="Arial"/>
                <a:sym typeface="Arial"/>
              </a:rPr>
              <a:t>Collaborative filtering algorithms recommend items (this is the filtering part) based on preference  information  from  many  users  (this  is  the collaborative part)</a:t>
            </a:r>
            <a:endParaRPr sz="2400">
              <a:latin typeface="Arial"/>
              <a:ea typeface="Arial"/>
              <a:cs typeface="Arial"/>
              <a:sym typeface="Arial"/>
            </a:endParaRPr>
          </a:p>
        </p:txBody>
      </p:sp>
      <p:sp>
        <p:nvSpPr>
          <p:cNvPr id="133" name="Google Shape;133;p6"/>
          <p:cNvSpPr txBox="1"/>
          <p:nvPr/>
        </p:nvSpPr>
        <p:spPr>
          <a:xfrm>
            <a:off x="5837446" y="5311646"/>
            <a:ext cx="2768381" cy="150318"/>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866" b="1">
                <a:solidFill>
                  <a:srgbClr val="A46F46"/>
                </a:solidFill>
                <a:latin typeface="Merriweather Sans"/>
                <a:ea typeface="Merriweather Sans"/>
                <a:cs typeface="Merriweather Sans"/>
                <a:sym typeface="Merriweather Sans"/>
              </a:rPr>
              <a:t>Cuttomer• Who 8ot.19ht Tfll• Item AIM aought</a:t>
            </a:r>
            <a:endParaRPr sz="866">
              <a:latin typeface="Merriweather Sans"/>
              <a:ea typeface="Merriweather Sans"/>
              <a:cs typeface="Merriweather Sans"/>
              <a:sym typeface="Merriweather Sans"/>
            </a:endParaRPr>
          </a:p>
        </p:txBody>
      </p:sp>
      <p:sp>
        <p:nvSpPr>
          <p:cNvPr id="134" name="Google Shape;134;p6"/>
          <p:cNvSpPr txBox="1"/>
          <p:nvPr/>
        </p:nvSpPr>
        <p:spPr>
          <a:xfrm>
            <a:off x="6011464" y="5547199"/>
            <a:ext cx="1012988" cy="293195"/>
          </a:xfrm>
          <a:prstGeom prst="rect">
            <a:avLst/>
          </a:prstGeom>
          <a:noFill/>
          <a:ln>
            <a:noFill/>
          </a:ln>
        </p:spPr>
        <p:txBody>
          <a:bodyPr spcFirstLastPara="1" wrap="square" lIns="0" tIns="36350" rIns="0" bIns="0" anchor="t" anchorCtr="0">
            <a:spAutoFit/>
          </a:bodyPr>
          <a:lstStyle/>
          <a:p>
            <a:pPr marL="16911" marR="6765" lvl="0" indent="14374" algn="l" rtl="0">
              <a:lnSpc>
                <a:spcPct val="104291"/>
              </a:lnSpc>
              <a:spcBef>
                <a:spcPts val="0"/>
              </a:spcBef>
              <a:spcAft>
                <a:spcPts val="0"/>
              </a:spcAft>
              <a:buNone/>
            </a:pPr>
            <a:r>
              <a:rPr lang="en-US" sz="932" b="1">
                <a:solidFill>
                  <a:srgbClr val="C19F86"/>
                </a:solidFill>
                <a:latin typeface="Arial"/>
                <a:ea typeface="Arial"/>
                <a:cs typeface="Arial"/>
                <a:sym typeface="Arial"/>
              </a:rPr>
              <a:t>�E.le'IIM </a:t>
            </a:r>
            <a:r>
              <a:rPr lang="en-US" sz="932" b="1">
                <a:solidFill>
                  <a:srgbClr val="AB9784"/>
                </a:solidFill>
                <a:latin typeface="Arial"/>
                <a:ea typeface="Arial"/>
                <a:cs typeface="Arial"/>
                <a:sym typeface="Arial"/>
              </a:rPr>
              <a:t>1</a:t>
            </a:r>
            <a:r>
              <a:rPr lang="en-US" sz="932" b="1">
                <a:solidFill>
                  <a:srgbClr val="C19F86"/>
                </a:solidFill>
                <a:latin typeface="Arial"/>
                <a:ea typeface="Arial"/>
                <a:cs typeface="Arial"/>
                <a:sym typeface="Arial"/>
              </a:rPr>
              <a:t>«il U!":$-wl��</a:t>
            </a:r>
            <a:endParaRPr sz="932">
              <a:latin typeface="Arial"/>
              <a:ea typeface="Arial"/>
              <a:cs typeface="Arial"/>
              <a:sym typeface="Arial"/>
            </a:endParaRPr>
          </a:p>
        </p:txBody>
      </p:sp>
      <p:sp>
        <p:nvSpPr>
          <p:cNvPr id="135" name="Google Shape;135;p6"/>
          <p:cNvSpPr txBox="1"/>
          <p:nvPr/>
        </p:nvSpPr>
        <p:spPr>
          <a:xfrm>
            <a:off x="6018906" y="5792920"/>
            <a:ext cx="1030745" cy="160513"/>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932" b="1">
                <a:solidFill>
                  <a:srgbClr val="C19F86"/>
                </a:solidFill>
                <a:latin typeface="Arial"/>
                <a:ea typeface="Arial"/>
                <a:cs typeface="Arial"/>
                <a:sym typeface="Arial"/>
              </a:rPr>
              <a:t>Cr4.l&amp;</a:t>
            </a:r>
            <a:r>
              <a:rPr lang="en-US" sz="932" b="1">
                <a:solidFill>
                  <a:srgbClr val="A6857C"/>
                </a:solidFill>
                <a:latin typeface="Arial"/>
                <a:ea typeface="Arial"/>
                <a:cs typeface="Arial"/>
                <a:sym typeface="Arial"/>
              </a:rPr>
              <a:t>T</a:t>
            </a:r>
            <a:r>
              <a:rPr lang="en-US" sz="932" b="1">
                <a:solidFill>
                  <a:srgbClr val="C19F86"/>
                </a:solidFill>
                <a:latin typeface="Arial"/>
                <a:ea typeface="Arial"/>
                <a:cs typeface="Arial"/>
                <a:sym typeface="Arial"/>
              </a:rPr>
              <a:t>9t:'YlfL�</a:t>
            </a:r>
            <a:endParaRPr sz="932">
              <a:latin typeface="Arial"/>
              <a:ea typeface="Arial"/>
              <a:cs typeface="Arial"/>
              <a:sym typeface="Arial"/>
            </a:endParaRPr>
          </a:p>
        </p:txBody>
      </p:sp>
      <p:sp>
        <p:nvSpPr>
          <p:cNvPr id="136" name="Google Shape;136;p6"/>
          <p:cNvSpPr txBox="1"/>
          <p:nvPr/>
        </p:nvSpPr>
        <p:spPr>
          <a:xfrm>
            <a:off x="6011465" y="5909439"/>
            <a:ext cx="855712" cy="160513"/>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932" b="1">
                <a:solidFill>
                  <a:srgbClr val="C19F86"/>
                </a:solidFill>
                <a:latin typeface="Arial"/>
                <a:ea typeface="Arial"/>
                <a:cs typeface="Arial"/>
                <a:sym typeface="Arial"/>
              </a:rPr>
              <a:t>IOG�.C1IO-¢-'f</a:t>
            </a:r>
            <a:endParaRPr sz="932">
              <a:latin typeface="Arial"/>
              <a:ea typeface="Arial"/>
              <a:cs typeface="Arial"/>
              <a:sym typeface="Arial"/>
            </a:endParaRPr>
          </a:p>
        </p:txBody>
      </p:sp>
      <p:sp>
        <p:nvSpPr>
          <p:cNvPr id="137" name="Google Shape;137;p6"/>
          <p:cNvSpPr txBox="1"/>
          <p:nvPr/>
        </p:nvSpPr>
        <p:spPr>
          <a:xfrm>
            <a:off x="6018906" y="5867668"/>
            <a:ext cx="788913" cy="365505"/>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2264">
                <a:solidFill>
                  <a:srgbClr val="CCA933"/>
                </a:solidFill>
                <a:latin typeface="Times New Roman"/>
                <a:ea typeface="Times New Roman"/>
                <a:cs typeface="Times New Roman"/>
                <a:sym typeface="Times New Roman"/>
              </a:rPr>
              <a:t>......</a:t>
            </a:r>
            <a:r>
              <a:rPr lang="en-US" sz="2264">
                <a:solidFill>
                  <a:srgbClr val="CCC4A3"/>
                </a:solidFill>
                <a:latin typeface="Times New Roman"/>
                <a:ea typeface="Times New Roman"/>
                <a:cs typeface="Times New Roman"/>
                <a:sym typeface="Times New Roman"/>
              </a:rPr>
              <a:t>. </a:t>
            </a:r>
            <a:r>
              <a:rPr lang="en-US" sz="2264">
                <a:solidFill>
                  <a:srgbClr val="8095B1"/>
                </a:solidFill>
                <a:latin typeface="Times New Roman"/>
                <a:ea typeface="Times New Roman"/>
                <a:cs typeface="Times New Roman"/>
                <a:sym typeface="Times New Roman"/>
              </a:rPr>
              <a:t>,.,..</a:t>
            </a:r>
            <a:endParaRPr sz="2264">
              <a:latin typeface="Times New Roman"/>
              <a:ea typeface="Times New Roman"/>
              <a:cs typeface="Times New Roman"/>
              <a:sym typeface="Times New Roman"/>
            </a:endParaRPr>
          </a:p>
        </p:txBody>
      </p:sp>
      <p:sp>
        <p:nvSpPr>
          <p:cNvPr id="138" name="Google Shape;138;p6"/>
          <p:cNvSpPr txBox="1"/>
          <p:nvPr/>
        </p:nvSpPr>
        <p:spPr>
          <a:xfrm>
            <a:off x="6018906" y="6164631"/>
            <a:ext cx="639246" cy="160513"/>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932" b="1">
                <a:solidFill>
                  <a:srgbClr val="8B685C"/>
                </a:solidFill>
                <a:latin typeface="Arial"/>
                <a:ea typeface="Arial"/>
                <a:cs typeface="Arial"/>
                <a:sym typeface="Arial"/>
              </a:rPr>
              <a:t>s</a:t>
            </a:r>
            <a:r>
              <a:rPr lang="en-US" sz="932" b="1">
                <a:solidFill>
                  <a:srgbClr val="A6857C"/>
                </a:solidFill>
                <a:latin typeface="Arial"/>
                <a:ea typeface="Arial"/>
                <a:cs typeface="Arial"/>
                <a:sym typeface="Arial"/>
              </a:rPr>
              <a:t>w•</a:t>
            </a:r>
            <a:r>
              <a:rPr lang="en-US" sz="932" b="1">
                <a:solidFill>
                  <a:srgbClr val="8AABAB"/>
                </a:solidFill>
                <a:latin typeface="Arial"/>
                <a:ea typeface="Arial"/>
                <a:cs typeface="Arial"/>
                <a:sym typeface="Arial"/>
              </a:rPr>
              <a:t>.,,,,,,_</a:t>
            </a:r>
            <a:endParaRPr sz="932">
              <a:latin typeface="Arial"/>
              <a:ea typeface="Arial"/>
              <a:cs typeface="Arial"/>
              <a:sym typeface="Arial"/>
            </a:endParaRPr>
          </a:p>
        </p:txBody>
      </p:sp>
      <p:sp>
        <p:nvSpPr>
          <p:cNvPr id="139" name="Google Shape;139;p6"/>
          <p:cNvSpPr txBox="1"/>
          <p:nvPr/>
        </p:nvSpPr>
        <p:spPr>
          <a:xfrm>
            <a:off x="7225696" y="5655938"/>
            <a:ext cx="941960" cy="160513"/>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932" b="1">
                <a:solidFill>
                  <a:srgbClr val="8195B3"/>
                </a:solidFill>
                <a:latin typeface="Arial"/>
                <a:ea typeface="Arial"/>
                <a:cs typeface="Arial"/>
                <a:sym typeface="Arial"/>
              </a:rPr>
              <a:t>C-C..,O,OSlA</a:t>
            </a:r>
            <a:endParaRPr sz="932">
              <a:latin typeface="Arial"/>
              <a:ea typeface="Arial"/>
              <a:cs typeface="Arial"/>
              <a:sym typeface="Arial"/>
            </a:endParaRPr>
          </a:p>
        </p:txBody>
      </p:sp>
      <p:sp>
        <p:nvSpPr>
          <p:cNvPr id="140" name="Google Shape;140;p6"/>
          <p:cNvSpPr txBox="1"/>
          <p:nvPr/>
        </p:nvSpPr>
        <p:spPr>
          <a:xfrm>
            <a:off x="7221637" y="4886643"/>
            <a:ext cx="400798" cy="1246644"/>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7990">
                <a:solidFill>
                  <a:srgbClr val="859AB9"/>
                </a:solidFill>
                <a:latin typeface="Times New Roman"/>
                <a:ea typeface="Times New Roman"/>
                <a:cs typeface="Times New Roman"/>
                <a:sym typeface="Times New Roman"/>
              </a:rPr>
              <a:t>-</a:t>
            </a:r>
            <a:endParaRPr sz="7990">
              <a:latin typeface="Times New Roman"/>
              <a:ea typeface="Times New Roman"/>
              <a:cs typeface="Times New Roman"/>
              <a:sym typeface="Times New Roman"/>
            </a:endParaRPr>
          </a:p>
        </p:txBody>
      </p:sp>
      <p:sp>
        <p:nvSpPr>
          <p:cNvPr id="141" name="Google Shape;141;p6"/>
          <p:cNvSpPr txBox="1"/>
          <p:nvPr/>
        </p:nvSpPr>
        <p:spPr>
          <a:xfrm>
            <a:off x="7233307" y="5182760"/>
            <a:ext cx="725495" cy="1041652"/>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6658">
                <a:solidFill>
                  <a:srgbClr val="D3A828"/>
                </a:solidFill>
                <a:latin typeface="Times New Roman"/>
                <a:ea typeface="Times New Roman"/>
                <a:cs typeface="Times New Roman"/>
                <a:sym typeface="Times New Roman"/>
              </a:rPr>
              <a:t>.... </a:t>
            </a:r>
            <a:r>
              <a:rPr lang="en-US" sz="6658">
                <a:solidFill>
                  <a:srgbClr val="859AB9"/>
                </a:solidFill>
                <a:latin typeface="Times New Roman"/>
                <a:ea typeface="Times New Roman"/>
                <a:cs typeface="Times New Roman"/>
                <a:sym typeface="Times New Roman"/>
              </a:rPr>
              <a:t>.</a:t>
            </a:r>
            <a:r>
              <a:rPr lang="en-US" sz="1731">
                <a:solidFill>
                  <a:srgbClr val="808B93"/>
                </a:solidFill>
                <a:latin typeface="Times New Roman"/>
                <a:ea typeface="Times New Roman"/>
                <a:cs typeface="Times New Roman"/>
                <a:sym typeface="Times New Roman"/>
              </a:rPr>
              <a:t>,</a:t>
            </a:r>
            <a:r>
              <a:rPr lang="en-US" sz="1731">
                <a:solidFill>
                  <a:srgbClr val="859AB9"/>
                </a:solidFill>
                <a:latin typeface="Times New Roman"/>
                <a:ea typeface="Times New Roman"/>
                <a:cs typeface="Times New Roman"/>
                <a:sym typeface="Times New Roman"/>
              </a:rPr>
              <a:t>.</a:t>
            </a:r>
            <a:endParaRPr sz="1731">
              <a:latin typeface="Times New Roman"/>
              <a:ea typeface="Times New Roman"/>
              <a:cs typeface="Times New Roman"/>
              <a:sym typeface="Times New Roman"/>
            </a:endParaRPr>
          </a:p>
        </p:txBody>
      </p:sp>
      <p:sp>
        <p:nvSpPr>
          <p:cNvPr id="142" name="Google Shape;142;p6"/>
          <p:cNvSpPr txBox="1"/>
          <p:nvPr/>
        </p:nvSpPr>
        <p:spPr>
          <a:xfrm>
            <a:off x="7229079" y="6036950"/>
            <a:ext cx="632483" cy="160513"/>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932" b="1">
                <a:solidFill>
                  <a:srgbClr val="976F6B"/>
                </a:solidFill>
                <a:latin typeface="Arial"/>
                <a:ea typeface="Arial"/>
                <a:cs typeface="Arial"/>
                <a:sym typeface="Arial"/>
              </a:rPr>
              <a:t>S</a:t>
            </a:r>
            <a:r>
              <a:rPr lang="en-US" sz="932" b="1">
                <a:solidFill>
                  <a:srgbClr val="A38479"/>
                </a:solidFill>
                <a:latin typeface="Arial"/>
                <a:ea typeface="Arial"/>
                <a:cs typeface="Arial"/>
                <a:sym typeface="Arial"/>
              </a:rPr>
              <a:t>2:U</a:t>
            </a:r>
            <a:r>
              <a:rPr lang="en-US" sz="932" b="1">
                <a:solidFill>
                  <a:srgbClr val="AB978B"/>
                </a:solidFill>
                <a:latin typeface="Arial"/>
                <a:ea typeface="Arial"/>
                <a:cs typeface="Arial"/>
                <a:sym typeface="Arial"/>
              </a:rPr>
              <a:t>I</a:t>
            </a:r>
            <a:r>
              <a:rPr lang="en-US" sz="932" b="1">
                <a:solidFill>
                  <a:srgbClr val="86AEAE"/>
                </a:solidFill>
                <a:latin typeface="Arial"/>
                <a:ea typeface="Arial"/>
                <a:cs typeface="Arial"/>
                <a:sym typeface="Arial"/>
              </a:rPr>
              <a:t>...,_,_</a:t>
            </a:r>
            <a:endParaRPr sz="932">
              <a:latin typeface="Arial"/>
              <a:ea typeface="Arial"/>
              <a:cs typeface="Arial"/>
              <a:sym typeface="Arial"/>
            </a:endParaRPr>
          </a:p>
        </p:txBody>
      </p:sp>
      <p:sp>
        <p:nvSpPr>
          <p:cNvPr id="143" name="Google Shape;143;p6"/>
          <p:cNvSpPr txBox="1"/>
          <p:nvPr/>
        </p:nvSpPr>
        <p:spPr>
          <a:xfrm>
            <a:off x="9851010" y="5229773"/>
            <a:ext cx="662078" cy="242522"/>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1465" b="1">
                <a:solidFill>
                  <a:srgbClr val="B81E0B"/>
                </a:solidFill>
                <a:latin typeface="Arial"/>
                <a:ea typeface="Arial"/>
                <a:cs typeface="Arial"/>
                <a:sym typeface="Arial"/>
              </a:rPr>
              <a:t>1-</a:t>
            </a:r>
            <a:r>
              <a:rPr lang="en-US" sz="1465" b="1">
                <a:solidFill>
                  <a:srgbClr val="9A241C"/>
                </a:solidFill>
                <a:latin typeface="Arial"/>
                <a:ea typeface="Arial"/>
                <a:cs typeface="Arial"/>
                <a:sym typeface="Arial"/>
              </a:rPr>
              <a:t>iifiitM</a:t>
            </a:r>
            <a:r>
              <a:rPr lang="en-US" sz="1465" b="1">
                <a:solidFill>
                  <a:srgbClr val="B81E0B"/>
                </a:solidFill>
                <a:latin typeface="Arial"/>
                <a:ea typeface="Arial"/>
                <a:cs typeface="Arial"/>
                <a:sym typeface="Arial"/>
              </a:rPr>
              <a:t>I</a:t>
            </a:r>
            <a:endParaRPr sz="1465">
              <a:latin typeface="Arial"/>
              <a:ea typeface="Arial"/>
              <a:cs typeface="Arial"/>
              <a:sym typeface="Arial"/>
            </a:endParaRPr>
          </a:p>
        </p:txBody>
      </p:sp>
      <p:sp>
        <p:nvSpPr>
          <p:cNvPr id="144" name="Google Shape;144;p6"/>
          <p:cNvSpPr txBox="1"/>
          <p:nvPr/>
        </p:nvSpPr>
        <p:spPr>
          <a:xfrm>
            <a:off x="9641986" y="5655938"/>
            <a:ext cx="1005378" cy="160513"/>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932" b="1">
                <a:solidFill>
                  <a:srgbClr val="8194AF"/>
                </a:solidFill>
                <a:latin typeface="Arial"/>
                <a:ea typeface="Arial"/>
                <a:cs typeface="Arial"/>
                <a:sym typeface="Arial"/>
              </a:rPr>
              <a:t>�SOMC/,,Wf'Of'J</a:t>
            </a:r>
            <a:endParaRPr sz="932">
              <a:latin typeface="Arial"/>
              <a:ea typeface="Arial"/>
              <a:cs typeface="Arial"/>
              <a:sym typeface="Arial"/>
            </a:endParaRPr>
          </a:p>
        </p:txBody>
      </p:sp>
      <p:sp>
        <p:nvSpPr>
          <p:cNvPr id="145" name="Google Shape;145;p6"/>
          <p:cNvSpPr txBox="1"/>
          <p:nvPr/>
        </p:nvSpPr>
        <p:spPr>
          <a:xfrm>
            <a:off x="9641985" y="5783111"/>
            <a:ext cx="1080633" cy="160513"/>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932" b="1">
                <a:solidFill>
                  <a:srgbClr val="879AAF"/>
                </a:solidFill>
                <a:latin typeface="Arial"/>
                <a:ea typeface="Arial"/>
                <a:cs typeface="Arial"/>
                <a:sym typeface="Arial"/>
              </a:rPr>
              <a:t>C.,,OUJ</a:t>
            </a:r>
            <a:r>
              <a:rPr lang="en-US" sz="932" b="1">
                <a:solidFill>
                  <a:srgbClr val="848BA0"/>
                </a:solidFill>
                <a:latin typeface="Arial"/>
                <a:ea typeface="Arial"/>
                <a:cs typeface="Arial"/>
                <a:sym typeface="Arial"/>
              </a:rPr>
              <a:t>l</a:t>
            </a:r>
            <a:r>
              <a:rPr lang="en-US" sz="932" b="1">
                <a:solidFill>
                  <a:srgbClr val="879AAF"/>
                </a:solidFill>
                <a:latin typeface="Arial"/>
                <a:ea typeface="Arial"/>
                <a:cs typeface="Arial"/>
                <a:sym typeface="Arial"/>
              </a:rPr>
              <a:t>o�--</a:t>
            </a:r>
            <a:r>
              <a:rPr lang="en-US" sz="932" b="1">
                <a:solidFill>
                  <a:srgbClr val="A3ABAF"/>
                </a:solidFill>
                <a:latin typeface="Arial"/>
                <a:ea typeface="Arial"/>
                <a:cs typeface="Arial"/>
                <a:sym typeface="Arial"/>
              </a:rPr>
              <a:t>•</a:t>
            </a:r>
            <a:endParaRPr sz="932">
              <a:latin typeface="Arial"/>
              <a:ea typeface="Arial"/>
              <a:cs typeface="Arial"/>
              <a:sym typeface="Arial"/>
            </a:endParaRPr>
          </a:p>
        </p:txBody>
      </p:sp>
      <p:sp>
        <p:nvSpPr>
          <p:cNvPr id="146" name="Google Shape;146;p6"/>
          <p:cNvSpPr txBox="1"/>
          <p:nvPr/>
        </p:nvSpPr>
        <p:spPr>
          <a:xfrm>
            <a:off x="9634375" y="5892020"/>
            <a:ext cx="833728" cy="160513"/>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932" b="1">
                <a:solidFill>
                  <a:srgbClr val="879AAF"/>
                </a:solidFill>
                <a:latin typeface="Arial"/>
                <a:ea typeface="Arial"/>
                <a:cs typeface="Arial"/>
                <a:sym typeface="Arial"/>
              </a:rPr>
              <a:t>SOSOlCM«oQ,&lt;Wf</a:t>
            </a:r>
            <a:endParaRPr sz="932">
              <a:latin typeface="Arial"/>
              <a:ea typeface="Arial"/>
              <a:cs typeface="Arial"/>
              <a:sym typeface="Arial"/>
            </a:endParaRPr>
          </a:p>
        </p:txBody>
      </p:sp>
      <p:sp>
        <p:nvSpPr>
          <p:cNvPr id="147" name="Google Shape;147;p6"/>
          <p:cNvSpPr txBox="1"/>
          <p:nvPr/>
        </p:nvSpPr>
        <p:spPr>
          <a:xfrm>
            <a:off x="9649426" y="5475495"/>
            <a:ext cx="781303" cy="836659"/>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5326">
                <a:solidFill>
                  <a:srgbClr val="CFA838"/>
                </a:solidFill>
                <a:latin typeface="Times New Roman"/>
                <a:ea typeface="Times New Roman"/>
                <a:cs typeface="Times New Roman"/>
                <a:sym typeface="Times New Roman"/>
              </a:rPr>
              <a:t>.....</a:t>
            </a:r>
            <a:r>
              <a:rPr lang="en-US" sz="932" b="1">
                <a:solidFill>
                  <a:srgbClr val="879AAF"/>
                </a:solidFill>
                <a:latin typeface="Arial"/>
                <a:ea typeface="Arial"/>
                <a:cs typeface="Arial"/>
                <a:sym typeface="Arial"/>
              </a:rPr>
              <a:t>,,,</a:t>
            </a:r>
            <a:r>
              <a:rPr lang="en-US" sz="1332">
                <a:solidFill>
                  <a:srgbClr val="879AAF"/>
                </a:solidFill>
                <a:latin typeface="Times New Roman"/>
                <a:ea typeface="Times New Roman"/>
                <a:cs typeface="Times New Roman"/>
                <a:sym typeface="Times New Roman"/>
              </a:rPr>
              <a:t>....</a:t>
            </a:r>
            <a:endParaRPr sz="1332">
              <a:latin typeface="Times New Roman"/>
              <a:ea typeface="Times New Roman"/>
              <a:cs typeface="Times New Roman"/>
              <a:sym typeface="Times New Roman"/>
            </a:endParaRPr>
          </a:p>
        </p:txBody>
      </p:sp>
      <p:sp>
        <p:nvSpPr>
          <p:cNvPr id="148" name="Google Shape;148;p6"/>
          <p:cNvSpPr txBox="1"/>
          <p:nvPr/>
        </p:nvSpPr>
        <p:spPr>
          <a:xfrm>
            <a:off x="9651623" y="6159726"/>
            <a:ext cx="637557" cy="160513"/>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932" b="1">
                <a:solidFill>
                  <a:srgbClr val="906B68"/>
                </a:solidFill>
                <a:latin typeface="Arial"/>
                <a:ea typeface="Arial"/>
                <a:cs typeface="Arial"/>
                <a:sym typeface="Arial"/>
              </a:rPr>
              <a:t>S</a:t>
            </a:r>
            <a:r>
              <a:rPr lang="en-US" sz="932" b="1">
                <a:solidFill>
                  <a:srgbClr val="A98B7C"/>
                </a:solidFill>
                <a:latin typeface="Arial"/>
                <a:ea typeface="Arial"/>
                <a:cs typeface="Arial"/>
                <a:sym typeface="Arial"/>
              </a:rPr>
              <a:t>it.I&amp;</a:t>
            </a:r>
            <a:r>
              <a:rPr lang="en-US" sz="932" b="1">
                <a:solidFill>
                  <a:srgbClr val="8AAEAB"/>
                </a:solidFill>
                <a:latin typeface="Arial"/>
                <a:ea typeface="Arial"/>
                <a:cs typeface="Arial"/>
                <a:sym typeface="Arial"/>
              </a:rPr>
              <a:t>""""-</a:t>
            </a:r>
            <a:endParaRPr sz="932">
              <a:latin typeface="Arial"/>
              <a:ea typeface="Arial"/>
              <a:cs typeface="Arial"/>
              <a:sym typeface="Arial"/>
            </a:endParaRPr>
          </a:p>
        </p:txBody>
      </p:sp>
      <p:sp>
        <p:nvSpPr>
          <p:cNvPr id="149" name="Google Shape;149;p6"/>
          <p:cNvSpPr txBox="1"/>
          <p:nvPr/>
        </p:nvSpPr>
        <p:spPr>
          <a:xfrm>
            <a:off x="10844549" y="5532486"/>
            <a:ext cx="975783" cy="160513"/>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932" b="1">
                <a:solidFill>
                  <a:srgbClr val="8597B1"/>
                </a:solidFill>
                <a:latin typeface="Arial"/>
                <a:ea typeface="Arial"/>
                <a:cs typeface="Arial"/>
                <a:sym typeface="Arial"/>
              </a:rPr>
              <a:t>C.W-LP..t</a:t>
            </a:r>
            <a:r>
              <a:rPr lang="en-US" sz="932" b="1">
                <a:solidFill>
                  <a:srgbClr val="74859C"/>
                </a:solidFill>
                <a:latin typeface="Arial"/>
                <a:ea typeface="Arial"/>
                <a:cs typeface="Arial"/>
                <a:sym typeface="Arial"/>
              </a:rPr>
              <a:t>\</a:t>
            </a:r>
            <a:r>
              <a:rPr lang="en-US" sz="932" b="1">
                <a:solidFill>
                  <a:srgbClr val="8597B1"/>
                </a:solidFill>
                <a:latin typeface="Arial"/>
                <a:ea typeface="Arial"/>
                <a:cs typeface="Arial"/>
                <a:sym typeface="Arial"/>
              </a:rPr>
              <a:t>D</a:t>
            </a:r>
            <a:r>
              <a:rPr lang="en-US" sz="932" b="1">
                <a:solidFill>
                  <a:srgbClr val="9CA3AB"/>
                </a:solidFill>
                <a:latin typeface="Arial"/>
                <a:ea typeface="Arial"/>
                <a:cs typeface="Arial"/>
                <a:sym typeface="Arial"/>
              </a:rPr>
              <a:t>.</a:t>
            </a:r>
            <a:r>
              <a:rPr lang="en-US" sz="932" b="1">
                <a:solidFill>
                  <a:srgbClr val="8597B1"/>
                </a:solidFill>
                <a:latin typeface="Arial"/>
                <a:ea typeface="Arial"/>
                <a:cs typeface="Arial"/>
                <a:sym typeface="Arial"/>
              </a:rPr>
              <a:t>__.</a:t>
            </a:r>
            <a:endParaRPr sz="932">
              <a:latin typeface="Arial"/>
              <a:ea typeface="Arial"/>
              <a:cs typeface="Arial"/>
              <a:sym typeface="Arial"/>
            </a:endParaRPr>
          </a:p>
        </p:txBody>
      </p:sp>
      <p:sp>
        <p:nvSpPr>
          <p:cNvPr id="150" name="Google Shape;150;p6"/>
          <p:cNvSpPr txBox="1"/>
          <p:nvPr/>
        </p:nvSpPr>
        <p:spPr>
          <a:xfrm>
            <a:off x="10844549" y="5662534"/>
            <a:ext cx="1073023" cy="160513"/>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932" b="1">
                <a:solidFill>
                  <a:srgbClr val="8597B1"/>
                </a:solidFill>
                <a:latin typeface="Arial"/>
                <a:ea typeface="Arial"/>
                <a:cs typeface="Arial"/>
                <a:sym typeface="Arial"/>
              </a:rPr>
              <a:t>bllltoy</a:t>
            </a:r>
            <a:r>
              <a:rPr lang="en-US" sz="932" b="1">
                <a:solidFill>
                  <a:srgbClr val="A3ABB8"/>
                </a:solidFill>
                <a:latin typeface="Arial"/>
                <a:ea typeface="Arial"/>
                <a:cs typeface="Arial"/>
                <a:sym typeface="Arial"/>
              </a:rPr>
              <a:t>, </a:t>
            </a:r>
            <a:r>
              <a:rPr lang="en-US" sz="932" b="1">
                <a:solidFill>
                  <a:srgbClr val="8597B1"/>
                </a:solidFill>
                <a:latin typeface="Arial"/>
                <a:ea typeface="Arial"/>
                <a:cs typeface="Arial"/>
                <a:sym typeface="Arial"/>
              </a:rPr>
              <a:t>u.c,</a:t>
            </a:r>
            <a:r>
              <a:rPr lang="en-US" sz="932" b="1">
                <a:solidFill>
                  <a:srgbClr val="74859C"/>
                </a:solidFill>
                <a:latin typeface="Arial"/>
                <a:ea typeface="Arial"/>
                <a:cs typeface="Arial"/>
                <a:sym typeface="Arial"/>
              </a:rPr>
              <a:t>1</a:t>
            </a:r>
            <a:r>
              <a:rPr lang="en-US" sz="932" b="1">
                <a:solidFill>
                  <a:srgbClr val="8597B1"/>
                </a:solidFill>
                <a:latin typeface="Arial"/>
                <a:ea typeface="Arial"/>
                <a:cs typeface="Arial"/>
                <a:sym typeface="Arial"/>
              </a:rPr>
              <a:t>089001)</a:t>
            </a:r>
            <a:endParaRPr sz="932">
              <a:latin typeface="Arial"/>
              <a:ea typeface="Arial"/>
              <a:cs typeface="Arial"/>
              <a:sym typeface="Arial"/>
            </a:endParaRPr>
          </a:p>
        </p:txBody>
      </p:sp>
      <p:sp>
        <p:nvSpPr>
          <p:cNvPr id="151" name="Google Shape;151;p6"/>
          <p:cNvSpPr txBox="1"/>
          <p:nvPr/>
        </p:nvSpPr>
        <p:spPr>
          <a:xfrm>
            <a:off x="10851990" y="5182760"/>
            <a:ext cx="684063" cy="1041652"/>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6658">
                <a:solidFill>
                  <a:srgbClr val="CFA838"/>
                </a:solidFill>
                <a:latin typeface="Times New Roman"/>
                <a:ea typeface="Times New Roman"/>
                <a:cs typeface="Times New Roman"/>
                <a:sym typeface="Times New Roman"/>
              </a:rPr>
              <a:t>·-</a:t>
            </a:r>
            <a:r>
              <a:rPr lang="en-US" sz="2264">
                <a:solidFill>
                  <a:srgbClr val="8493AB"/>
                </a:solidFill>
                <a:latin typeface="Times New Roman"/>
                <a:ea typeface="Times New Roman"/>
                <a:cs typeface="Times New Roman"/>
                <a:sym typeface="Times New Roman"/>
              </a:rPr>
              <a:t>..</a:t>
            </a:r>
            <a:endParaRPr sz="2264">
              <a:latin typeface="Times New Roman"/>
              <a:ea typeface="Times New Roman"/>
              <a:cs typeface="Times New Roman"/>
              <a:sym typeface="Times New Roman"/>
            </a:endParaRPr>
          </a:p>
        </p:txBody>
      </p:sp>
      <p:sp>
        <p:nvSpPr>
          <p:cNvPr id="152" name="Google Shape;152;p6"/>
          <p:cNvSpPr txBox="1"/>
          <p:nvPr/>
        </p:nvSpPr>
        <p:spPr>
          <a:xfrm>
            <a:off x="10851990" y="5867837"/>
            <a:ext cx="632483" cy="365505"/>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2264">
                <a:solidFill>
                  <a:srgbClr val="A07874"/>
                </a:solidFill>
                <a:latin typeface="Times New Roman"/>
                <a:ea typeface="Times New Roman"/>
                <a:cs typeface="Times New Roman"/>
                <a:sym typeface="Times New Roman"/>
              </a:rPr>
              <a:t>.,,</a:t>
            </a:r>
            <a:r>
              <a:rPr lang="en-US" sz="2264">
                <a:solidFill>
                  <a:srgbClr val="AB8480"/>
                </a:solidFill>
                <a:latin typeface="Times New Roman"/>
                <a:ea typeface="Times New Roman"/>
                <a:cs typeface="Times New Roman"/>
                <a:sym typeface="Times New Roman"/>
              </a:rPr>
              <a:t>.,</a:t>
            </a:r>
            <a:r>
              <a:rPr lang="en-US" sz="2264">
                <a:solidFill>
                  <a:srgbClr val="87ABAB"/>
                </a:solidFill>
                <a:latin typeface="Times New Roman"/>
                <a:ea typeface="Times New Roman"/>
                <a:cs typeface="Times New Roman"/>
                <a:sym typeface="Times New Roman"/>
              </a:rPr>
              <a:t>_</a:t>
            </a:r>
            <a:endParaRPr sz="2264">
              <a:latin typeface="Times New Roman"/>
              <a:ea typeface="Times New Roman"/>
              <a:cs typeface="Times New Roman"/>
              <a:sym typeface="Times New Roman"/>
            </a:endParaRPr>
          </a:p>
        </p:txBody>
      </p:sp>
      <p:sp>
        <p:nvSpPr>
          <p:cNvPr id="153" name="Google Shape;153;p6"/>
          <p:cNvSpPr txBox="1"/>
          <p:nvPr/>
        </p:nvSpPr>
        <p:spPr>
          <a:xfrm>
            <a:off x="12151792" y="5188340"/>
            <a:ext cx="101468" cy="129736"/>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732">
                <a:solidFill>
                  <a:srgbClr val="5C5F5F"/>
                </a:solidFill>
                <a:latin typeface="Times New Roman"/>
                <a:ea typeface="Times New Roman"/>
                <a:cs typeface="Times New Roman"/>
                <a:sym typeface="Times New Roman"/>
              </a:rPr>
              <a:t>)</a:t>
            </a:r>
            <a:endParaRPr sz="732">
              <a:latin typeface="Times New Roman"/>
              <a:ea typeface="Times New Roman"/>
              <a:cs typeface="Times New Roman"/>
              <a:sym typeface="Times New Roman"/>
            </a:endParaRPr>
          </a:p>
        </p:txBody>
      </p:sp>
      <p:sp>
        <p:nvSpPr>
          <p:cNvPr id="154" name="Google Shape;154;p6"/>
          <p:cNvSpPr txBox="1"/>
          <p:nvPr/>
        </p:nvSpPr>
        <p:spPr>
          <a:xfrm>
            <a:off x="749012" y="1595911"/>
            <a:ext cx="3855779" cy="549851"/>
          </a:xfrm>
          <a:prstGeom prst="rect">
            <a:avLst/>
          </a:prstGeom>
          <a:noFill/>
          <a:ln>
            <a:noFill/>
          </a:ln>
        </p:spPr>
        <p:txBody>
          <a:bodyPr spcFirstLastPara="1" wrap="square" lIns="0" tIns="16900" rIns="0" bIns="0" anchor="t" anchorCtr="0">
            <a:spAutoFit/>
          </a:bodyPr>
          <a:lstStyle/>
          <a:p>
            <a:pPr marL="16911" lvl="0" indent="0" algn="l" rtl="0">
              <a:spcBef>
                <a:spcPts val="0"/>
              </a:spcBef>
              <a:spcAft>
                <a:spcPts val="0"/>
              </a:spcAft>
              <a:buNone/>
            </a:pPr>
            <a:r>
              <a:rPr lang="en-US" sz="3400" b="1">
                <a:solidFill>
                  <a:srgbClr val="0070C0"/>
                </a:solidFill>
                <a:latin typeface="Arial"/>
                <a:ea typeface="Arial"/>
                <a:cs typeface="Arial"/>
                <a:sym typeface="Arial"/>
              </a:rPr>
              <a:t>Mllib - Techniques</a:t>
            </a:r>
            <a:endParaRPr sz="3400">
              <a:solidFill>
                <a:srgbClr val="0070C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099"/>
        <p:cNvGrpSpPr/>
        <p:nvPr/>
      </p:nvGrpSpPr>
      <p:grpSpPr>
        <a:xfrm>
          <a:off x="0" y="0"/>
          <a:ext cx="0" cy="0"/>
          <a:chOff x="0" y="0"/>
          <a:chExt cx="0" cy="0"/>
        </a:xfrm>
      </p:grpSpPr>
      <p:sp useBgFill="1">
        <p:nvSpPr>
          <p:cNvPr id="2107" name="Rectangle 2106">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09" name="Rectangle 210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1548" cy="9753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1" name="Rectangle 211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723290" y="2723287"/>
            <a:ext cx="9753600" cy="4307025"/>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3" name="Rectangle 211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723290" y="2737705"/>
            <a:ext cx="9753599" cy="4307028"/>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5" name="Rectangle 211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74322" y="5820893"/>
            <a:ext cx="3558370" cy="430703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17" name="Freeform: Shape 211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35186" y="1379154"/>
            <a:ext cx="4160380" cy="5943407"/>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19" name="Rectangle 211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723300" y="2708867"/>
            <a:ext cx="9753604" cy="4307024"/>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0" name="Google Shape;2100;p94" descr="$PPTXTitle"/>
          <p:cNvSpPr txBox="1">
            <a:spLocks noGrp="1"/>
          </p:cNvSpPr>
          <p:nvPr>
            <p:ph type="title"/>
          </p:nvPr>
        </p:nvSpPr>
        <p:spPr>
          <a:xfrm>
            <a:off x="497836" y="834638"/>
            <a:ext cx="3414791" cy="4817773"/>
          </a:xfrm>
          <a:prstGeom prst="rect">
            <a:avLst/>
          </a:prstGeom>
        </p:spPr>
        <p:txBody>
          <a:bodyPr spcFirstLastPara="1" vert="horz" lIns="91440" tIns="45720" rIns="91440" bIns="45720" rtlCol="0" anchor="b" anchorCtr="0">
            <a:normAutofit/>
          </a:bodyPr>
          <a:lstStyle/>
          <a:p>
            <a:pPr marL="1221105" lvl="0" indent="0" algn="r">
              <a:lnSpc>
                <a:spcPct val="90000"/>
              </a:lnSpc>
              <a:spcBef>
                <a:spcPct val="0"/>
              </a:spcBef>
              <a:spcAft>
                <a:spcPts val="0"/>
              </a:spcAft>
            </a:pPr>
            <a:r>
              <a:rPr lang="en-US" sz="2800" b="1" kern="1200">
                <a:solidFill>
                  <a:srgbClr val="FFFFFF"/>
                </a:solidFill>
                <a:latin typeface="+mj-lt"/>
                <a:ea typeface="+mj-ea"/>
                <a:cs typeface="+mj-cs"/>
              </a:rPr>
              <a:t>Linear regression with many features</a:t>
            </a:r>
            <a:endParaRPr lang="en-US" sz="2800" kern="1200">
              <a:solidFill>
                <a:srgbClr val="FFFFFF"/>
              </a:solidFill>
              <a:latin typeface="+mj-lt"/>
              <a:ea typeface="+mj-ea"/>
              <a:cs typeface="+mj-cs"/>
            </a:endParaRPr>
          </a:p>
        </p:txBody>
      </p:sp>
      <p:sp>
        <p:nvSpPr>
          <p:cNvPr id="2101" name="Google Shape;2101;p94"/>
          <p:cNvSpPr txBox="1"/>
          <p:nvPr/>
        </p:nvSpPr>
        <p:spPr>
          <a:xfrm>
            <a:off x="5130942" y="923704"/>
            <a:ext cx="6992371" cy="7887712"/>
          </a:xfrm>
          <a:prstGeom prst="rect">
            <a:avLst/>
          </a:prstGeom>
        </p:spPr>
        <p:txBody>
          <a:bodyPr spcFirstLastPara="1" vert="horz" lIns="91440" tIns="45720" rIns="91440" bIns="45720" rtlCol="0" anchor="ctr" anchorCtr="0">
            <a:normAutofit/>
          </a:bodyPr>
          <a:lstStyle/>
          <a:p>
            <a:pPr marL="12700" lvl="0" indent="-228600">
              <a:lnSpc>
                <a:spcPct val="90000"/>
              </a:lnSpc>
              <a:spcBef>
                <a:spcPts val="0"/>
              </a:spcBef>
              <a:spcAft>
                <a:spcPts val="0"/>
              </a:spcAft>
              <a:buFont typeface="Arial" panose="020B0604020202020204" pitchFamily="34" charset="0"/>
              <a:buChar char="•"/>
            </a:pPr>
            <a:r>
              <a:rPr lang="en-US" sz="2500" kern="1200">
                <a:solidFill>
                  <a:schemeClr val="tx1"/>
                </a:solidFill>
                <a:latin typeface="+mn-lt"/>
                <a:ea typeface="+mn-ea"/>
                <a:cs typeface="+mn-cs"/>
                <a:sym typeface="Arial"/>
              </a:rPr>
              <a:t>Suppose we have 𝑚 examples in our data set and 𝑛 = 𝑚 features (plus</a:t>
            </a:r>
          </a:p>
          <a:p>
            <a:pPr marL="12700" lvl="0" indent="-228600">
              <a:lnSpc>
                <a:spcPct val="90000"/>
              </a:lnSpc>
              <a:spcBef>
                <a:spcPts val="120"/>
              </a:spcBef>
              <a:spcAft>
                <a:spcPts val="0"/>
              </a:spcAft>
              <a:buFont typeface="Arial" panose="020B0604020202020204" pitchFamily="34" charset="0"/>
              <a:buChar char="•"/>
            </a:pPr>
            <a:r>
              <a:rPr lang="en-US" sz="2500" kern="1200">
                <a:solidFill>
                  <a:schemeClr val="tx1"/>
                </a:solidFill>
                <a:latin typeface="+mn-lt"/>
                <a:ea typeface="+mn-ea"/>
                <a:cs typeface="+mn-cs"/>
                <a:sym typeface="Arial"/>
              </a:rPr>
              <a:t>assumption that features are linearly independent, though we’ll always assume this)</a:t>
            </a:r>
          </a:p>
          <a:p>
            <a:pPr marL="12700" lvl="0" indent="-228600">
              <a:lnSpc>
                <a:spcPct val="90000"/>
              </a:lnSpc>
              <a:spcBef>
                <a:spcPts val="120"/>
              </a:spcBef>
              <a:spcAft>
                <a:spcPts val="0"/>
              </a:spcAft>
              <a:buFont typeface="Arial" panose="020B0604020202020204" pitchFamily="34" charset="0"/>
              <a:buChar char="•"/>
            </a:pPr>
            <a:r>
              <a:rPr lang="en-US" sz="2500" kern="1200">
                <a:solidFill>
                  <a:schemeClr val="tx1"/>
                </a:solidFill>
                <a:latin typeface="+mn-lt"/>
                <a:ea typeface="+mn-ea"/>
                <a:cs typeface="+mn-cs"/>
                <a:sym typeface="Arial"/>
              </a:rPr>
              <a:t>Then 𝑋 ∈ ℝ</a:t>
            </a:r>
            <a:r>
              <a:rPr lang="en-US" sz="2500" kern="1200" baseline="30000">
                <a:solidFill>
                  <a:schemeClr val="tx1"/>
                </a:solidFill>
                <a:latin typeface="+mn-lt"/>
                <a:ea typeface="+mn-ea"/>
                <a:cs typeface="+mn-cs"/>
                <a:sym typeface="Arial"/>
              </a:rPr>
              <a:t>𝑚×𝑛 </a:t>
            </a:r>
            <a:r>
              <a:rPr lang="en-US" sz="2500" kern="1200">
                <a:solidFill>
                  <a:schemeClr val="tx1"/>
                </a:solidFill>
                <a:latin typeface="+mn-lt"/>
                <a:ea typeface="+mn-ea"/>
                <a:cs typeface="+mn-cs"/>
                <a:sym typeface="Arial"/>
              </a:rPr>
              <a:t>is a square matrix, and least squares solution is:</a:t>
            </a:r>
            <a:endParaRPr lang="en-US" sz="2500" kern="1200">
              <a:solidFill>
                <a:schemeClr val="tx1"/>
              </a:solidFill>
              <a:latin typeface="+mn-lt"/>
              <a:ea typeface="+mn-ea"/>
              <a:cs typeface="+mn-cs"/>
            </a:endParaRPr>
          </a:p>
          <a:p>
            <a:pPr marL="12700" lvl="0" indent="-228600">
              <a:lnSpc>
                <a:spcPct val="90000"/>
              </a:lnSpc>
              <a:spcBef>
                <a:spcPts val="120"/>
              </a:spcBef>
              <a:spcAft>
                <a:spcPts val="0"/>
              </a:spcAft>
              <a:buFont typeface="Arial" panose="020B0604020202020204" pitchFamily="34" charset="0"/>
              <a:buChar char="•"/>
            </a:pPr>
            <a:r>
              <a:rPr lang="en-US" sz="2500" kern="1200">
                <a:solidFill>
                  <a:schemeClr val="tx1"/>
                </a:solidFill>
                <a:latin typeface="+mn-lt"/>
                <a:ea typeface="+mn-ea"/>
                <a:cs typeface="+mn-cs"/>
                <a:sym typeface="Arial"/>
              </a:rPr>
              <a:t>𝜃 =(𝑋</a:t>
            </a:r>
            <a:r>
              <a:rPr lang="en-US" sz="2500" kern="1200" baseline="30000">
                <a:solidFill>
                  <a:schemeClr val="tx1"/>
                </a:solidFill>
                <a:latin typeface="+mn-lt"/>
                <a:ea typeface="+mn-ea"/>
                <a:cs typeface="+mn-cs"/>
                <a:sym typeface="Arial"/>
              </a:rPr>
              <a:t>𝑇</a:t>
            </a:r>
            <a:r>
              <a:rPr lang="en-US" sz="2500" kern="1200">
                <a:solidFill>
                  <a:schemeClr val="tx1"/>
                </a:solidFill>
                <a:latin typeface="+mn-lt"/>
                <a:ea typeface="+mn-ea"/>
                <a:cs typeface="+mn-cs"/>
                <a:sym typeface="Arial"/>
              </a:rPr>
              <a:t>𝑋) −1</a:t>
            </a:r>
            <a:r>
              <a:rPr lang="en-US" sz="2500" kern="1200" baseline="-25000">
                <a:solidFill>
                  <a:schemeClr val="tx1"/>
                </a:solidFill>
                <a:latin typeface="+mn-lt"/>
                <a:ea typeface="+mn-ea"/>
                <a:cs typeface="+mn-cs"/>
                <a:sym typeface="Arial"/>
              </a:rPr>
              <a:t>𝑋</a:t>
            </a:r>
            <a:r>
              <a:rPr lang="en-US" sz="2500" kern="1200">
                <a:solidFill>
                  <a:schemeClr val="tx1"/>
                </a:solidFill>
                <a:latin typeface="+mn-lt"/>
                <a:ea typeface="+mn-ea"/>
                <a:cs typeface="+mn-cs"/>
                <a:sym typeface="Arial"/>
              </a:rPr>
              <a:t>𝑇</a:t>
            </a:r>
            <a:r>
              <a:rPr lang="en-US" sz="2500" kern="1200" baseline="-25000">
                <a:solidFill>
                  <a:schemeClr val="tx1"/>
                </a:solidFill>
                <a:latin typeface="+mn-lt"/>
                <a:ea typeface="+mn-ea"/>
                <a:cs typeface="+mn-cs"/>
                <a:sym typeface="Arial"/>
              </a:rPr>
              <a:t>𝑌 = 𝑋</a:t>
            </a:r>
            <a:r>
              <a:rPr lang="en-US" sz="2500" kern="1200">
                <a:solidFill>
                  <a:schemeClr val="tx1"/>
                </a:solidFill>
                <a:latin typeface="+mn-lt"/>
                <a:ea typeface="+mn-ea"/>
                <a:cs typeface="+mn-cs"/>
                <a:sym typeface="Arial"/>
              </a:rPr>
              <a:t>−1</a:t>
            </a:r>
            <a:r>
              <a:rPr lang="en-US" sz="2500" kern="1200" baseline="-25000">
                <a:solidFill>
                  <a:schemeClr val="tx1"/>
                </a:solidFill>
                <a:latin typeface="+mn-lt"/>
                <a:ea typeface="+mn-ea"/>
                <a:cs typeface="+mn-cs"/>
                <a:sym typeface="Arial"/>
              </a:rPr>
              <a:t>𝑋</a:t>
            </a:r>
            <a:r>
              <a:rPr lang="en-US" sz="2500" kern="1200">
                <a:solidFill>
                  <a:schemeClr val="tx1"/>
                </a:solidFill>
                <a:latin typeface="+mn-lt"/>
                <a:ea typeface="+mn-ea"/>
                <a:cs typeface="+mn-cs"/>
                <a:sym typeface="Arial"/>
              </a:rPr>
              <a:t>−𝑇</a:t>
            </a:r>
            <a:r>
              <a:rPr lang="en-US" sz="2500" kern="1200" baseline="-25000">
                <a:solidFill>
                  <a:schemeClr val="tx1"/>
                </a:solidFill>
                <a:latin typeface="+mn-lt"/>
                <a:ea typeface="+mn-ea"/>
                <a:cs typeface="+mn-cs"/>
                <a:sym typeface="Arial"/>
              </a:rPr>
              <a:t>𝑋</a:t>
            </a:r>
            <a:r>
              <a:rPr lang="en-US" sz="2500" kern="1200">
                <a:solidFill>
                  <a:schemeClr val="tx1"/>
                </a:solidFill>
                <a:latin typeface="+mn-lt"/>
                <a:ea typeface="+mn-ea"/>
                <a:cs typeface="+mn-cs"/>
                <a:sym typeface="Arial"/>
              </a:rPr>
              <a:t>𝑇</a:t>
            </a:r>
            <a:r>
              <a:rPr lang="en-US" sz="2500" kern="1200" baseline="-25000">
                <a:solidFill>
                  <a:schemeClr val="tx1"/>
                </a:solidFill>
                <a:latin typeface="+mn-lt"/>
                <a:ea typeface="+mn-ea"/>
                <a:cs typeface="+mn-cs"/>
                <a:sym typeface="Arial"/>
              </a:rPr>
              <a:t>𝑦 = 𝑋</a:t>
            </a:r>
            <a:r>
              <a:rPr lang="en-US" sz="2500" kern="1200">
                <a:solidFill>
                  <a:schemeClr val="tx1"/>
                </a:solidFill>
                <a:latin typeface="+mn-lt"/>
                <a:ea typeface="+mn-ea"/>
                <a:cs typeface="+mn-cs"/>
                <a:sym typeface="Arial"/>
              </a:rPr>
              <a:t>−1</a:t>
            </a:r>
            <a:r>
              <a:rPr lang="en-US" sz="2500" kern="1200" baseline="-25000">
                <a:solidFill>
                  <a:schemeClr val="tx1"/>
                </a:solidFill>
                <a:latin typeface="+mn-lt"/>
                <a:ea typeface="+mn-ea"/>
                <a:cs typeface="+mn-cs"/>
                <a:sym typeface="Arial"/>
              </a:rPr>
              <a:t>𝑦</a:t>
            </a:r>
            <a:endParaRPr lang="en-US" sz="2500" kern="1200">
              <a:solidFill>
                <a:schemeClr val="tx1"/>
              </a:solidFill>
              <a:latin typeface="+mn-lt"/>
              <a:ea typeface="+mn-ea"/>
              <a:cs typeface="+mn-cs"/>
            </a:endParaRPr>
          </a:p>
          <a:p>
            <a:pPr marL="12700" lvl="0" indent="-228600">
              <a:lnSpc>
                <a:spcPct val="90000"/>
              </a:lnSpc>
              <a:spcBef>
                <a:spcPts val="120"/>
              </a:spcBef>
              <a:spcAft>
                <a:spcPts val="0"/>
              </a:spcAft>
              <a:buFont typeface="Arial" panose="020B0604020202020204" pitchFamily="34" charset="0"/>
              <a:buChar char="•"/>
            </a:pPr>
            <a:r>
              <a:rPr lang="en-US" sz="2500" kern="1200">
                <a:solidFill>
                  <a:schemeClr val="tx1"/>
                </a:solidFill>
                <a:latin typeface="+mn-lt"/>
                <a:ea typeface="+mn-ea"/>
                <a:cs typeface="+mn-cs"/>
                <a:sym typeface="Arial"/>
              </a:rPr>
              <a:t>and we therefore have 𝑋𝜃 = 𝑦 (i.e., we fit data exactly)</a:t>
            </a:r>
          </a:p>
          <a:p>
            <a:pPr marL="12700" marR="5080" lvl="0" indent="-228600">
              <a:lnSpc>
                <a:spcPct val="90000"/>
              </a:lnSpc>
              <a:spcBef>
                <a:spcPts val="0"/>
              </a:spcBef>
              <a:spcAft>
                <a:spcPts val="0"/>
              </a:spcAft>
              <a:buFont typeface="Arial" panose="020B0604020202020204" pitchFamily="34" charset="0"/>
              <a:buChar char="•"/>
            </a:pPr>
            <a:r>
              <a:rPr lang="en-US" sz="2500" kern="1200">
                <a:solidFill>
                  <a:schemeClr val="tx1"/>
                </a:solidFill>
                <a:latin typeface="+mn-lt"/>
                <a:ea typeface="+mn-ea"/>
                <a:cs typeface="+mn-cs"/>
                <a:sym typeface="Arial"/>
              </a:rPr>
              <a:t>Note that we can </a:t>
            </a:r>
            <a:r>
              <a:rPr lang="en-US" sz="2500" i="1" kern="1200">
                <a:solidFill>
                  <a:schemeClr val="tx1"/>
                </a:solidFill>
                <a:latin typeface="+mn-lt"/>
                <a:ea typeface="+mn-ea"/>
                <a:cs typeface="+mn-cs"/>
                <a:sym typeface="Arial"/>
              </a:rPr>
              <a:t>only </a:t>
            </a:r>
            <a:r>
              <a:rPr lang="en-US" sz="2500" kern="1200">
                <a:solidFill>
                  <a:schemeClr val="tx1"/>
                </a:solidFill>
                <a:latin typeface="+mn-lt"/>
                <a:ea typeface="+mn-ea"/>
                <a:cs typeface="+mn-cs"/>
                <a:sym typeface="Arial"/>
              </a:rPr>
              <a:t>perform the above operations when 𝑋 is square, though if we have </a:t>
            </a:r>
            <a:r>
              <a:rPr lang="en-US" sz="2500" i="1" kern="1200">
                <a:solidFill>
                  <a:schemeClr val="tx1"/>
                </a:solidFill>
                <a:latin typeface="+mn-lt"/>
                <a:ea typeface="+mn-ea"/>
                <a:cs typeface="+mn-cs"/>
                <a:sym typeface="Arial"/>
              </a:rPr>
              <a:t>more </a:t>
            </a:r>
            <a:r>
              <a:rPr lang="en-US" sz="2500" kern="1200">
                <a:solidFill>
                  <a:schemeClr val="tx1"/>
                </a:solidFill>
                <a:latin typeface="+mn-lt"/>
                <a:ea typeface="+mn-ea"/>
                <a:cs typeface="+mn-cs"/>
                <a:sym typeface="Arial"/>
              </a:rPr>
              <a:t>features than examples, we can still get an exact fit by simply discarding features</a:t>
            </a:r>
          </a:p>
          <a:p>
            <a:pPr marL="12700" lvl="0" indent="-228600">
              <a:lnSpc>
                <a:spcPct val="90000"/>
              </a:lnSpc>
              <a:spcBef>
                <a:spcPts val="120"/>
              </a:spcBef>
              <a:spcAft>
                <a:spcPts val="0"/>
              </a:spcAft>
              <a:buFont typeface="Arial" panose="020B0604020202020204" pitchFamily="34" charset="0"/>
              <a:buChar char="•"/>
            </a:pPr>
            <a:endParaRPr lang="en-US" sz="2500" kern="1200">
              <a:solidFill>
                <a:schemeClr val="tx1"/>
              </a:solidFill>
              <a:latin typeface="+mn-lt"/>
              <a:ea typeface="+mn-ea"/>
              <a:cs typeface="+mn-cs"/>
              <a:sym typeface="Arial"/>
            </a:endParaRPr>
          </a:p>
          <a:p>
            <a:pPr marL="12700" lvl="0" indent="-228600">
              <a:lnSpc>
                <a:spcPct val="90000"/>
              </a:lnSpc>
              <a:spcBef>
                <a:spcPts val="120"/>
              </a:spcBef>
              <a:spcAft>
                <a:spcPts val="0"/>
              </a:spcAft>
              <a:buFont typeface="Arial" panose="020B0604020202020204" pitchFamily="34" charset="0"/>
              <a:buChar char="•"/>
            </a:pPr>
            <a:endParaRPr lang="en-US" sz="2500" kern="1200" baseline="-25000">
              <a:solidFill>
                <a:schemeClr val="tx1"/>
              </a:solidFill>
              <a:latin typeface="+mn-lt"/>
              <a:ea typeface="+mn-ea"/>
              <a:cs typeface="+mn-cs"/>
              <a:sym typeface="Arial"/>
            </a:endParaRPr>
          </a:p>
          <a:p>
            <a:pPr marL="12700" lvl="0" indent="-228600">
              <a:lnSpc>
                <a:spcPct val="90000"/>
              </a:lnSpc>
              <a:spcBef>
                <a:spcPts val="120"/>
              </a:spcBef>
              <a:spcAft>
                <a:spcPts val="0"/>
              </a:spcAft>
              <a:buFont typeface="Arial" panose="020B0604020202020204" pitchFamily="34" charset="0"/>
              <a:buChar char="•"/>
            </a:pPr>
            <a:endParaRPr lang="en-US" sz="2500" kern="1200">
              <a:solidFill>
                <a:schemeClr val="tx1"/>
              </a:solidFill>
              <a:latin typeface="+mn-lt"/>
              <a:ea typeface="+mn-ea"/>
              <a:cs typeface="+mn-cs"/>
              <a:sym typeface="Arial"/>
            </a:endParaRPr>
          </a:p>
          <a:p>
            <a:pPr marL="12700" lvl="0" indent="-228600">
              <a:lnSpc>
                <a:spcPct val="90000"/>
              </a:lnSpc>
              <a:spcBef>
                <a:spcPts val="120"/>
              </a:spcBef>
              <a:spcAft>
                <a:spcPts val="0"/>
              </a:spcAft>
              <a:buFont typeface="Arial" panose="020B0604020202020204" pitchFamily="34" charset="0"/>
              <a:buChar char="•"/>
            </a:pPr>
            <a:endParaRPr lang="en-US" sz="2500" kern="1200">
              <a:solidFill>
                <a:schemeClr val="tx1"/>
              </a:solidFill>
              <a:latin typeface="+mn-lt"/>
              <a:ea typeface="+mn-ea"/>
              <a:cs typeface="+mn-cs"/>
              <a:sym typeface="Arial"/>
            </a:endParaRPr>
          </a:p>
          <a:p>
            <a:pPr marL="12700" lvl="0" indent="-228600">
              <a:lnSpc>
                <a:spcPct val="90000"/>
              </a:lnSpc>
              <a:spcBef>
                <a:spcPts val="120"/>
              </a:spcBef>
              <a:spcAft>
                <a:spcPts val="0"/>
              </a:spcAft>
              <a:buFont typeface="Arial" panose="020B0604020202020204" pitchFamily="34" charset="0"/>
              <a:buChar char="•"/>
            </a:pPr>
            <a:endParaRPr lang="en-US" sz="2500" kern="1200">
              <a:solidFill>
                <a:schemeClr val="tx1"/>
              </a:solidFill>
              <a:latin typeface="+mn-lt"/>
              <a:ea typeface="+mn-ea"/>
              <a:cs typeface="+mn-cs"/>
              <a:sym typeface="Arial"/>
            </a:endParaRPr>
          </a:p>
        </p:txBody>
      </p:sp>
      <p:sp>
        <p:nvSpPr>
          <p:cNvPr id="2102" name="Google Shape;2102;p94"/>
          <p:cNvSpPr txBox="1">
            <a:spLocks noGrp="1"/>
          </p:cNvSpPr>
          <p:nvPr>
            <p:ph type="sldNum" idx="12"/>
          </p:nvPr>
        </p:nvSpPr>
        <p:spPr>
          <a:xfrm>
            <a:off x="12484608" y="9181388"/>
            <a:ext cx="477926" cy="519289"/>
          </a:xfrm>
          <a:prstGeom prst="rect">
            <a:avLst/>
          </a:prstGeom>
        </p:spPr>
        <p:txBody>
          <a:bodyPr spcFirstLastPara="1" vert="horz" lIns="91440" tIns="45720" rIns="91440" bIns="45720" rtlCol="0" anchor="ctr" anchorCtr="0">
            <a:normAutofit/>
          </a:bodyPr>
          <a:lstStyle/>
          <a:p>
            <a:pPr marL="0" lvl="0" indent="0" algn="r">
              <a:spcBef>
                <a:spcPts val="0"/>
              </a:spcBef>
              <a:spcAft>
                <a:spcPts val="600"/>
              </a:spcAft>
              <a:buNone/>
            </a:pPr>
            <a:r>
              <a:rPr lang="en-US" sz="1400" kern="1200">
                <a:solidFill>
                  <a:schemeClr val="tx1">
                    <a:lumMod val="50000"/>
                    <a:lumOff val="50000"/>
                  </a:schemeClr>
                </a:solidFill>
                <a:latin typeface="+mn-lt"/>
                <a:ea typeface="+mn-ea"/>
                <a:cs typeface="+mn-cs"/>
              </a:rPr>
              <a:t>15</a:t>
            </a:r>
          </a:p>
        </p:txBody>
      </p:sp>
    </p:spTree>
    <p:extLst>
      <p:ext uri="{BB962C8B-B14F-4D97-AF65-F5344CB8AC3E}">
        <p14:creationId xmlns:p14="http://schemas.microsoft.com/office/powerpoint/2010/main" val="8828305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64"/>
        <p:cNvGrpSpPr/>
        <p:nvPr/>
      </p:nvGrpSpPr>
      <p:grpSpPr>
        <a:xfrm>
          <a:off x="0" y="0"/>
          <a:ext cx="0" cy="0"/>
          <a:chOff x="0" y="0"/>
          <a:chExt cx="0" cy="0"/>
        </a:xfrm>
      </p:grpSpPr>
      <p:sp>
        <p:nvSpPr>
          <p:cNvPr id="2165" name="Google Shape;2165;p98" descr="$PPTXTitle"/>
          <p:cNvSpPr txBox="1">
            <a:spLocks noGrp="1"/>
          </p:cNvSpPr>
          <p:nvPr>
            <p:ph type="title"/>
          </p:nvPr>
        </p:nvSpPr>
        <p:spPr>
          <a:xfrm>
            <a:off x="707542" y="494791"/>
            <a:ext cx="11589715" cy="536044"/>
          </a:xfrm>
          <a:prstGeom prst="rect">
            <a:avLst/>
          </a:prstGeom>
          <a:noFill/>
          <a:ln>
            <a:noFill/>
          </a:ln>
        </p:spPr>
        <p:txBody>
          <a:bodyPr spcFirstLastPara="1" wrap="square" lIns="0" tIns="12700" rIns="0" bIns="0" anchor="t" anchorCtr="0">
            <a:spAutoFit/>
          </a:bodyPr>
          <a:lstStyle/>
          <a:p>
            <a:pPr marL="3568065" lvl="0" indent="0" algn="l" rtl="0">
              <a:lnSpc>
                <a:spcPct val="100000"/>
              </a:lnSpc>
              <a:spcBef>
                <a:spcPts val="0"/>
              </a:spcBef>
              <a:spcAft>
                <a:spcPts val="0"/>
              </a:spcAft>
              <a:buNone/>
            </a:pPr>
            <a:r>
              <a:rPr lang="en-US" sz="3400" b="1" dirty="0">
                <a:solidFill>
                  <a:schemeClr val="accent1"/>
                </a:solidFill>
              </a:rPr>
              <a:t>Cross-validation</a:t>
            </a:r>
            <a:endParaRPr sz="3400" b="1" dirty="0">
              <a:solidFill>
                <a:schemeClr val="accent1"/>
              </a:solidFill>
            </a:endParaRPr>
          </a:p>
        </p:txBody>
      </p:sp>
      <p:sp>
        <p:nvSpPr>
          <p:cNvPr id="2166" name="Google Shape;2166;p98"/>
          <p:cNvSpPr txBox="1"/>
          <p:nvPr/>
        </p:nvSpPr>
        <p:spPr>
          <a:xfrm>
            <a:off x="707542" y="1302783"/>
            <a:ext cx="10737215" cy="2058449"/>
          </a:xfrm>
          <a:prstGeom prst="rect">
            <a:avLst/>
          </a:prstGeom>
          <a:noFill/>
          <a:ln>
            <a:noFill/>
          </a:ln>
        </p:spPr>
        <p:txBody>
          <a:bodyPr spcFirstLastPara="1" wrap="square" lIns="0" tIns="63500" rIns="0" bIns="0" anchor="t" anchorCtr="0">
            <a:spAutoFit/>
          </a:bodyPr>
          <a:lstStyle/>
          <a:p>
            <a:pPr marL="12700" marR="5080" lvl="0" indent="0" algn="l" rtl="0">
              <a:lnSpc>
                <a:spcPct val="104166"/>
              </a:lnSpc>
              <a:spcBef>
                <a:spcPts val="600"/>
              </a:spcBef>
              <a:spcAft>
                <a:spcPts val="600"/>
              </a:spcAft>
              <a:buNone/>
            </a:pPr>
            <a:r>
              <a:rPr lang="en-US" sz="2400" dirty="0">
                <a:latin typeface="+mj-lt"/>
                <a:ea typeface="Arial Narrow"/>
                <a:cs typeface="Arial Narrow"/>
                <a:sym typeface="Arial Narrow"/>
              </a:rPr>
              <a:t>Although it is difficult to quantify the true generalization error (i.e., the error of these algorithms over the </a:t>
            </a:r>
            <a:r>
              <a:rPr lang="en-US" sz="2400" i="1" dirty="0">
                <a:latin typeface="+mj-lt"/>
                <a:ea typeface="Arial Narrow"/>
                <a:cs typeface="Arial Narrow"/>
                <a:sym typeface="Arial Narrow"/>
              </a:rPr>
              <a:t>complete </a:t>
            </a:r>
            <a:r>
              <a:rPr lang="en-US" sz="2400" dirty="0">
                <a:latin typeface="+mj-lt"/>
                <a:ea typeface="Arial Narrow"/>
                <a:cs typeface="Arial Narrow"/>
                <a:sym typeface="Arial Narrow"/>
              </a:rPr>
              <a:t>distribution of possible examples), we can</a:t>
            </a:r>
            <a:endParaRPr sz="2400" dirty="0">
              <a:latin typeface="+mj-lt"/>
              <a:ea typeface="Arial Narrow"/>
              <a:cs typeface="Arial Narrow"/>
              <a:sym typeface="Arial Narrow"/>
            </a:endParaRPr>
          </a:p>
          <a:p>
            <a:pPr marL="12700" lvl="0" indent="0" algn="l" rtl="0">
              <a:lnSpc>
                <a:spcPct val="107083"/>
              </a:lnSpc>
              <a:spcBef>
                <a:spcPts val="600"/>
              </a:spcBef>
              <a:spcAft>
                <a:spcPts val="600"/>
              </a:spcAft>
              <a:buNone/>
            </a:pPr>
            <a:r>
              <a:rPr lang="en-US" sz="2400" dirty="0">
                <a:latin typeface="+mj-lt"/>
                <a:ea typeface="Arial Narrow"/>
                <a:cs typeface="Arial Narrow"/>
                <a:sym typeface="Arial Narrow"/>
              </a:rPr>
              <a:t>approximate it by </a:t>
            </a:r>
            <a:r>
              <a:rPr lang="en-US" sz="2400" i="1" dirty="0">
                <a:latin typeface="+mj-lt"/>
                <a:ea typeface="Arial Narrow"/>
                <a:cs typeface="Arial Narrow"/>
                <a:sym typeface="Arial Narrow"/>
              </a:rPr>
              <a:t>holdout cross-validation</a:t>
            </a:r>
            <a:endParaRPr sz="2400" dirty="0">
              <a:latin typeface="+mj-lt"/>
              <a:ea typeface="Arial Narrow"/>
              <a:cs typeface="Arial Narrow"/>
              <a:sym typeface="Arial Narrow"/>
            </a:endParaRPr>
          </a:p>
          <a:p>
            <a:pPr marL="12700" lvl="0" indent="0" algn="l" rtl="0">
              <a:lnSpc>
                <a:spcPct val="100000"/>
              </a:lnSpc>
              <a:spcBef>
                <a:spcPts val="600"/>
              </a:spcBef>
              <a:spcAft>
                <a:spcPts val="600"/>
              </a:spcAft>
              <a:buNone/>
            </a:pPr>
            <a:r>
              <a:rPr lang="en-US" sz="2400" dirty="0">
                <a:latin typeface="+mj-lt"/>
                <a:ea typeface="Arial Narrow"/>
                <a:cs typeface="Arial Narrow"/>
                <a:sym typeface="Arial Narrow"/>
              </a:rPr>
              <a:t>Basic idea is to split the data set into a training set and a holdout set</a:t>
            </a:r>
            <a:endParaRPr sz="2400" dirty="0">
              <a:latin typeface="+mj-lt"/>
              <a:ea typeface="Arial Narrow"/>
              <a:cs typeface="Arial Narrow"/>
              <a:sym typeface="Arial Narrow"/>
            </a:endParaRPr>
          </a:p>
        </p:txBody>
      </p:sp>
      <p:sp>
        <p:nvSpPr>
          <p:cNvPr id="2167" name="Google Shape;2167;p98"/>
          <p:cNvSpPr txBox="1"/>
          <p:nvPr/>
        </p:nvSpPr>
        <p:spPr>
          <a:xfrm>
            <a:off x="688340" y="4979923"/>
            <a:ext cx="8953500" cy="1104900"/>
          </a:xfrm>
          <a:prstGeom prst="rect">
            <a:avLst/>
          </a:prstGeom>
          <a:noFill/>
          <a:ln>
            <a:noFill/>
          </a:ln>
        </p:spPr>
        <p:txBody>
          <a:bodyPr spcFirstLastPara="1" wrap="square" lIns="0" tIns="12700" rIns="0" bIns="0" anchor="t" anchorCtr="0">
            <a:spAutoFit/>
          </a:bodyPr>
          <a:lstStyle/>
          <a:p>
            <a:pPr marL="1838325" lvl="0" indent="0" algn="ctr" rtl="0">
              <a:lnSpc>
                <a:spcPct val="100000"/>
              </a:lnSpc>
              <a:spcBef>
                <a:spcPts val="0"/>
              </a:spcBef>
              <a:spcAft>
                <a:spcPts val="0"/>
              </a:spcAft>
              <a:buNone/>
            </a:pPr>
            <a:r>
              <a:rPr lang="en-US" sz="1800">
                <a:latin typeface="Arial Narrow"/>
                <a:ea typeface="Arial Narrow"/>
                <a:cs typeface="Arial Narrow"/>
                <a:sym typeface="Arial Narrow"/>
              </a:rPr>
              <a:t>All data</a:t>
            </a:r>
            <a:endParaRPr sz="1800">
              <a:latin typeface="Arial Narrow"/>
              <a:ea typeface="Arial Narrow"/>
              <a:cs typeface="Arial Narrow"/>
              <a:sym typeface="Arial Narrow"/>
            </a:endParaRPr>
          </a:p>
          <a:p>
            <a:pPr marL="0" lvl="0" indent="0" algn="l" rtl="0">
              <a:lnSpc>
                <a:spcPct val="100000"/>
              </a:lnSpc>
              <a:spcBef>
                <a:spcPts val="1390"/>
              </a:spcBef>
              <a:spcAft>
                <a:spcPts val="0"/>
              </a:spcAft>
              <a:buNone/>
            </a:pPr>
            <a:endParaRPr sz="1800">
              <a:latin typeface="Arial Narrow"/>
              <a:ea typeface="Arial Narrow"/>
              <a:cs typeface="Arial Narrow"/>
              <a:sym typeface="Arial Narrow"/>
            </a:endParaRPr>
          </a:p>
          <a:p>
            <a:pPr marL="12700" lvl="0" indent="0" algn="l" rtl="0">
              <a:lnSpc>
                <a:spcPct val="100000"/>
              </a:lnSpc>
              <a:spcBef>
                <a:spcPts val="0"/>
              </a:spcBef>
              <a:spcAft>
                <a:spcPts val="0"/>
              </a:spcAft>
              <a:buNone/>
            </a:pPr>
            <a:r>
              <a:rPr lang="en-US" sz="2400">
                <a:latin typeface="Arial Narrow"/>
                <a:ea typeface="Arial Narrow"/>
                <a:cs typeface="Arial Narrow"/>
                <a:sym typeface="Arial Narrow"/>
              </a:rPr>
              <a:t>Train the algorithm on the training set and evaluate on the holdout set</a:t>
            </a:r>
            <a:endParaRPr sz="2400">
              <a:latin typeface="Arial Narrow"/>
              <a:ea typeface="Arial Narrow"/>
              <a:cs typeface="Arial Narrow"/>
              <a:sym typeface="Arial Narrow"/>
            </a:endParaRPr>
          </a:p>
        </p:txBody>
      </p:sp>
      <p:pic>
        <p:nvPicPr>
          <p:cNvPr id="2168" name="Google Shape;2168;p98"/>
          <p:cNvPicPr preferRelativeResize="0"/>
          <p:nvPr/>
        </p:nvPicPr>
        <p:blipFill rotWithShape="1">
          <a:blip r:embed="rId3">
            <a:alphaModFix/>
          </a:blip>
          <a:srcRect/>
          <a:stretch/>
        </p:blipFill>
        <p:spPr>
          <a:xfrm>
            <a:off x="2862069" y="3464017"/>
            <a:ext cx="6463287" cy="1175072"/>
          </a:xfrm>
          <a:prstGeom prst="rect">
            <a:avLst/>
          </a:prstGeom>
          <a:noFill/>
          <a:ln>
            <a:noFill/>
          </a:ln>
        </p:spPr>
      </p:pic>
      <p:pic>
        <p:nvPicPr>
          <p:cNvPr id="2169" name="Google Shape;2169;p98"/>
          <p:cNvPicPr preferRelativeResize="0"/>
          <p:nvPr/>
        </p:nvPicPr>
        <p:blipFill rotWithShape="1">
          <a:blip r:embed="rId4">
            <a:alphaModFix/>
          </a:blip>
          <a:srcRect/>
          <a:stretch/>
        </p:blipFill>
        <p:spPr>
          <a:xfrm>
            <a:off x="2900172" y="3482340"/>
            <a:ext cx="6391656" cy="1103374"/>
          </a:xfrm>
          <a:prstGeom prst="rect">
            <a:avLst/>
          </a:prstGeom>
          <a:noFill/>
          <a:ln>
            <a:noFill/>
          </a:ln>
        </p:spPr>
      </p:pic>
      <p:graphicFrame>
        <p:nvGraphicFramePr>
          <p:cNvPr id="2170" name="Google Shape;2170;p98"/>
          <p:cNvGraphicFramePr/>
          <p:nvPr/>
        </p:nvGraphicFramePr>
        <p:xfrm>
          <a:off x="2895409" y="3477577"/>
          <a:ext cx="6391900" cy="1103625"/>
        </p:xfrm>
        <a:graphic>
          <a:graphicData uri="http://schemas.openxmlformats.org/drawingml/2006/table">
            <a:tbl>
              <a:tblPr firstRow="1" bandRow="1">
                <a:noFill/>
                <a:tableStyleId>{1D887611-A821-4409-BF31-FEF9CEBD26EA}</a:tableStyleId>
              </a:tblPr>
              <a:tblGrid>
                <a:gridCol w="3878575">
                  <a:extLst>
                    <a:ext uri="{9D8B030D-6E8A-4147-A177-3AD203B41FA5}">
                      <a16:colId xmlns:a16="http://schemas.microsoft.com/office/drawing/2014/main" val="20000"/>
                    </a:ext>
                  </a:extLst>
                </a:gridCol>
                <a:gridCol w="2513325">
                  <a:extLst>
                    <a:ext uri="{9D8B030D-6E8A-4147-A177-3AD203B41FA5}">
                      <a16:colId xmlns:a16="http://schemas.microsoft.com/office/drawing/2014/main" val="20001"/>
                    </a:ext>
                  </a:extLst>
                </a:gridCol>
              </a:tblGrid>
              <a:tr h="1103625">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p>
                      <a:pPr marL="838835" marR="0" lvl="0" indent="0" algn="l" rtl="0">
                        <a:lnSpc>
                          <a:spcPct val="100000"/>
                        </a:lnSpc>
                        <a:spcBef>
                          <a:spcPts val="0"/>
                        </a:spcBef>
                        <a:spcAft>
                          <a:spcPts val="0"/>
                        </a:spcAft>
                        <a:buNone/>
                      </a:pPr>
                      <a:r>
                        <a:rPr lang="en-US" sz="1800" u="none" strike="noStrike" cap="none">
                          <a:latin typeface="Arial Narrow"/>
                          <a:ea typeface="Arial Narrow"/>
                          <a:cs typeface="Arial Narrow"/>
                          <a:sym typeface="Arial Narrow"/>
                        </a:rPr>
                        <a:t>Training set (e.g. 70%)</a:t>
                      </a:r>
                      <a:endParaRPr sz="1800" u="none" strike="noStrike" cap="none">
                        <a:latin typeface="Arial Narrow"/>
                        <a:ea typeface="Arial Narrow"/>
                        <a:cs typeface="Arial Narrow"/>
                        <a:sym typeface="Arial Narrow"/>
                      </a:endParaRPr>
                    </a:p>
                  </a:txBody>
                  <a:tcPr marL="0" marR="0" marT="161925" marB="0">
                    <a:lnL w="9525" cap="flat" cmpd="sng">
                      <a:solidFill>
                        <a:srgbClr val="4662AA"/>
                      </a:solidFill>
                      <a:prstDash val="solid"/>
                      <a:round/>
                      <a:headEnd type="none" w="sm" len="sm"/>
                      <a:tailEnd type="none" w="sm" len="sm"/>
                    </a:lnL>
                    <a:lnR w="9525" cap="flat" cmpd="sng">
                      <a:solidFill>
                        <a:srgbClr val="4662AA"/>
                      </a:solidFill>
                      <a:prstDash val="solid"/>
                      <a:round/>
                      <a:headEnd type="none" w="sm" len="sm"/>
                      <a:tailEnd type="none" w="sm" len="sm"/>
                    </a:lnR>
                    <a:lnT w="9525" cap="flat" cmpd="sng">
                      <a:solidFill>
                        <a:srgbClr val="4662AA"/>
                      </a:solidFill>
                      <a:prstDash val="solid"/>
                      <a:round/>
                      <a:headEnd type="none" w="sm" len="sm"/>
                      <a:tailEnd type="none" w="sm" len="sm"/>
                    </a:lnT>
                    <a:lnB w="9525" cap="flat" cmpd="sng">
                      <a:solidFill>
                        <a:srgbClr val="4662AA"/>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p>
                      <a:pPr marL="567055" marR="347980" lvl="0" indent="-245745" algn="l" rtl="0">
                        <a:lnSpc>
                          <a:spcPct val="102200"/>
                        </a:lnSpc>
                        <a:spcBef>
                          <a:spcPts val="0"/>
                        </a:spcBef>
                        <a:spcAft>
                          <a:spcPts val="0"/>
                        </a:spcAft>
                        <a:buNone/>
                      </a:pPr>
                      <a:r>
                        <a:rPr lang="en-US" sz="1800" u="none" strike="noStrike" cap="none">
                          <a:latin typeface="Arial Narrow"/>
                          <a:ea typeface="Arial Narrow"/>
                          <a:cs typeface="Arial Narrow"/>
                          <a:sym typeface="Arial Narrow"/>
                        </a:rPr>
                        <a:t>Holdout / validation set (e.g. 30%)</a:t>
                      </a:r>
                      <a:endParaRPr sz="1800" u="none" strike="noStrike" cap="none">
                        <a:latin typeface="Arial Narrow"/>
                        <a:ea typeface="Arial Narrow"/>
                        <a:cs typeface="Arial Narrow"/>
                        <a:sym typeface="Arial Narrow"/>
                      </a:endParaRPr>
                    </a:p>
                  </a:txBody>
                  <a:tcPr marL="0" marR="0" marT="3800" marB="0">
                    <a:lnL w="9525" cap="flat" cmpd="sng">
                      <a:solidFill>
                        <a:srgbClr val="4662AA"/>
                      </a:solidFill>
                      <a:prstDash val="solid"/>
                      <a:round/>
                      <a:headEnd type="none" w="sm" len="sm"/>
                      <a:tailEnd type="none" w="sm" len="sm"/>
                    </a:lnL>
                    <a:lnR w="9525" cap="flat" cmpd="sng">
                      <a:solidFill>
                        <a:srgbClr val="4662AA"/>
                      </a:solidFill>
                      <a:prstDash val="solid"/>
                      <a:round/>
                      <a:headEnd type="none" w="sm" len="sm"/>
                      <a:tailEnd type="none" w="sm" len="sm"/>
                    </a:lnR>
                    <a:lnT w="9525" cap="flat" cmpd="sng">
                      <a:solidFill>
                        <a:srgbClr val="4662AA"/>
                      </a:solidFill>
                      <a:prstDash val="solid"/>
                      <a:round/>
                      <a:headEnd type="none" w="sm" len="sm"/>
                      <a:tailEnd type="none" w="sm" len="sm"/>
                    </a:lnT>
                    <a:lnB w="9525" cap="flat" cmpd="sng">
                      <a:solidFill>
                        <a:srgbClr val="4662AA"/>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171" name="Google Shape;2171;p98"/>
          <p:cNvGrpSpPr/>
          <p:nvPr/>
        </p:nvGrpSpPr>
        <p:grpSpPr>
          <a:xfrm>
            <a:off x="2845306" y="4747233"/>
            <a:ext cx="6498336" cy="277393"/>
            <a:chOff x="2845306" y="4747233"/>
            <a:chExt cx="6498336" cy="277393"/>
          </a:xfrm>
        </p:grpSpPr>
        <p:pic>
          <p:nvPicPr>
            <p:cNvPr id="2172" name="Google Shape;2172;p98"/>
            <p:cNvPicPr preferRelativeResize="0"/>
            <p:nvPr/>
          </p:nvPicPr>
          <p:blipFill rotWithShape="1">
            <a:blip r:embed="rId5">
              <a:alphaModFix/>
            </a:blip>
            <a:srcRect/>
            <a:stretch/>
          </p:blipFill>
          <p:spPr>
            <a:xfrm>
              <a:off x="2845306" y="4747233"/>
              <a:ext cx="6498336" cy="277393"/>
            </a:xfrm>
            <a:prstGeom prst="rect">
              <a:avLst/>
            </a:prstGeom>
            <a:noFill/>
            <a:ln>
              <a:noFill/>
            </a:ln>
          </p:spPr>
        </p:pic>
        <p:sp>
          <p:nvSpPr>
            <p:cNvPr id="2173" name="Google Shape;2173;p98"/>
            <p:cNvSpPr/>
            <p:nvPr/>
          </p:nvSpPr>
          <p:spPr>
            <a:xfrm>
              <a:off x="2900932" y="4769358"/>
              <a:ext cx="6391910" cy="184785"/>
            </a:xfrm>
            <a:custGeom>
              <a:avLst/>
              <a:gdLst/>
              <a:ahLst/>
              <a:cxnLst/>
              <a:rect l="l" t="t" r="r" b="b"/>
              <a:pathLst>
                <a:path w="6391909" h="184785" extrusionOk="0">
                  <a:moveTo>
                    <a:pt x="6391657" y="0"/>
                  </a:moveTo>
                  <a:lnTo>
                    <a:pt x="6390452" y="35891"/>
                  </a:lnTo>
                  <a:lnTo>
                    <a:pt x="6387164" y="65198"/>
                  </a:lnTo>
                  <a:lnTo>
                    <a:pt x="6382280" y="84957"/>
                  </a:lnTo>
                  <a:lnTo>
                    <a:pt x="6376290" y="92202"/>
                  </a:lnTo>
                  <a:lnTo>
                    <a:pt x="3211196" y="92202"/>
                  </a:lnTo>
                  <a:lnTo>
                    <a:pt x="3205204" y="99446"/>
                  </a:lnTo>
                  <a:lnTo>
                    <a:pt x="3200320" y="119205"/>
                  </a:lnTo>
                  <a:lnTo>
                    <a:pt x="3197032" y="148512"/>
                  </a:lnTo>
                  <a:lnTo>
                    <a:pt x="3195828" y="184404"/>
                  </a:lnTo>
                  <a:lnTo>
                    <a:pt x="3194624" y="148512"/>
                  </a:lnTo>
                  <a:lnTo>
                    <a:pt x="3191336" y="119205"/>
                  </a:lnTo>
                  <a:lnTo>
                    <a:pt x="3186452" y="99446"/>
                  </a:lnTo>
                  <a:lnTo>
                    <a:pt x="3180462" y="92202"/>
                  </a:lnTo>
                  <a:lnTo>
                    <a:pt x="15367" y="92202"/>
                  </a:lnTo>
                  <a:lnTo>
                    <a:pt x="9376" y="84957"/>
                  </a:lnTo>
                  <a:lnTo>
                    <a:pt x="4492" y="65198"/>
                  </a:lnTo>
                  <a:lnTo>
                    <a:pt x="1204" y="35891"/>
                  </a:lnTo>
                  <a:lnTo>
                    <a:pt x="0" y="0"/>
                  </a:lnTo>
                </a:path>
              </a:pathLst>
            </a:custGeom>
            <a:noFill/>
            <a:ln w="25400" cap="flat" cmpd="sng">
              <a:solidFill>
                <a:srgbClr val="4966AC"/>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2174" name="Google Shape;2174;p98"/>
          <p:cNvSpPr txBox="1">
            <a:spLocks noGrp="1"/>
          </p:cNvSpPr>
          <p:nvPr>
            <p:ph type="sldNum" idx="12"/>
          </p:nvPr>
        </p:nvSpPr>
        <p:spPr>
          <a:xfrm>
            <a:off x="11282426" y="6440594"/>
            <a:ext cx="250825" cy="200659"/>
          </a:xfrm>
          <a:prstGeom prst="rect">
            <a:avLst/>
          </a:prstGeom>
          <a:noFill/>
          <a:ln>
            <a:noFill/>
          </a:ln>
        </p:spPr>
        <p:txBody>
          <a:bodyPr spcFirstLastPara="1" wrap="square" lIns="0" tIns="2525" rIns="0" bIns="0" anchor="t" anchorCtr="0">
            <a:spAutoFit/>
          </a:bodyPr>
          <a:lstStyle/>
          <a:p>
            <a:pPr marL="38100" lvl="0" indent="0" algn="l" rtl="0">
              <a:lnSpc>
                <a:spcPct val="100000"/>
              </a:lnSpc>
              <a:spcBef>
                <a:spcPts val="0"/>
              </a:spcBef>
              <a:spcAft>
                <a:spcPts val="0"/>
              </a:spcAft>
              <a:buNone/>
            </a:pPr>
            <a:r>
              <a:rPr lang="en-US"/>
              <a:t>19</a:t>
            </a:r>
            <a:endParaRPr/>
          </a:p>
        </p:txBody>
      </p:sp>
    </p:spTree>
    <p:extLst>
      <p:ext uri="{BB962C8B-B14F-4D97-AF65-F5344CB8AC3E}">
        <p14:creationId xmlns:p14="http://schemas.microsoft.com/office/powerpoint/2010/main" val="2107415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178"/>
        <p:cNvGrpSpPr/>
        <p:nvPr/>
      </p:nvGrpSpPr>
      <p:grpSpPr>
        <a:xfrm>
          <a:off x="0" y="0"/>
          <a:ext cx="0" cy="0"/>
          <a:chOff x="0" y="0"/>
          <a:chExt cx="0" cy="0"/>
        </a:xfrm>
      </p:grpSpPr>
      <p:sp useBgFill="1">
        <p:nvSpPr>
          <p:cNvPr id="2189" name="Rectangle 218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91" name="Rectangle 219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1548" cy="9753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3" name="Rectangle 219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723290" y="2723287"/>
            <a:ext cx="9753600" cy="4307025"/>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5" name="Rectangle 219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723290" y="2737705"/>
            <a:ext cx="9753599" cy="4307028"/>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7" name="Rectangle 219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74322" y="5820893"/>
            <a:ext cx="3558370" cy="430703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99" name="Freeform: Shape 219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35186" y="1379154"/>
            <a:ext cx="4160380" cy="5943407"/>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01" name="Rectangle 220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723300" y="2708867"/>
            <a:ext cx="9753604" cy="4307024"/>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9" name="Google Shape;2179;p99" descr="$PPTXTitle"/>
          <p:cNvSpPr txBox="1">
            <a:spLocks noGrp="1"/>
          </p:cNvSpPr>
          <p:nvPr>
            <p:ph type="title"/>
          </p:nvPr>
        </p:nvSpPr>
        <p:spPr>
          <a:xfrm>
            <a:off x="497836" y="834638"/>
            <a:ext cx="3414791" cy="4817773"/>
          </a:xfrm>
          <a:prstGeom prst="rect">
            <a:avLst/>
          </a:prstGeom>
        </p:spPr>
        <p:txBody>
          <a:bodyPr spcFirstLastPara="1" vert="horz" lIns="91440" tIns="45720" rIns="91440" bIns="45720" rtlCol="0" anchor="b" anchorCtr="0">
            <a:normAutofit/>
          </a:bodyPr>
          <a:lstStyle/>
          <a:p>
            <a:pPr marL="2677160" lvl="0" indent="0" algn="r">
              <a:lnSpc>
                <a:spcPct val="90000"/>
              </a:lnSpc>
              <a:spcBef>
                <a:spcPct val="0"/>
              </a:spcBef>
              <a:spcAft>
                <a:spcPts val="0"/>
              </a:spcAft>
            </a:pPr>
            <a:r>
              <a:rPr lang="en-US" sz="3100" b="1" kern="1200">
                <a:solidFill>
                  <a:srgbClr val="FFFFFF"/>
                </a:solidFill>
                <a:latin typeface="+mj-lt"/>
                <a:ea typeface="+mj-ea"/>
                <a:cs typeface="+mj-cs"/>
              </a:rPr>
              <a:t>Cross-validation in code</a:t>
            </a:r>
          </a:p>
        </p:txBody>
      </p:sp>
      <p:sp>
        <p:nvSpPr>
          <p:cNvPr id="2180" name="Google Shape;2180;p99"/>
          <p:cNvSpPr txBox="1"/>
          <p:nvPr/>
        </p:nvSpPr>
        <p:spPr>
          <a:xfrm>
            <a:off x="5130942" y="923704"/>
            <a:ext cx="6992371" cy="1624943"/>
          </a:xfrm>
          <a:prstGeom prst="rect">
            <a:avLst/>
          </a:prstGeom>
        </p:spPr>
        <p:txBody>
          <a:bodyPr spcFirstLastPara="1" vert="horz" lIns="91440" tIns="45720" rIns="91440" bIns="45720" rtlCol="0" anchor="ctr" anchorCtr="0">
            <a:normAutofit/>
          </a:bodyPr>
          <a:lstStyle/>
          <a:p>
            <a:pPr marL="12700" lvl="0" indent="-228600">
              <a:lnSpc>
                <a:spcPct val="90000"/>
              </a:lnSpc>
              <a:spcBef>
                <a:spcPts val="0"/>
              </a:spcBef>
              <a:spcAft>
                <a:spcPts val="600"/>
              </a:spcAft>
              <a:buFont typeface="Arial" panose="020B0604020202020204" pitchFamily="34" charset="0"/>
              <a:buChar char="•"/>
            </a:pPr>
            <a:r>
              <a:rPr lang="en-US" sz="2500" kern="1200" dirty="0">
                <a:solidFill>
                  <a:schemeClr val="tx1"/>
                </a:solidFill>
                <a:latin typeface="+mn-lt"/>
                <a:ea typeface="+mn-ea"/>
                <a:cs typeface="+mn-cs"/>
                <a:sym typeface="Arial Narrow"/>
              </a:rPr>
              <a:t>A simple example of holdout cross-validation:</a:t>
            </a:r>
          </a:p>
        </p:txBody>
      </p:sp>
      <p:sp>
        <p:nvSpPr>
          <p:cNvPr id="2184" name="Google Shape;2184;p99"/>
          <p:cNvSpPr txBox="1"/>
          <p:nvPr/>
        </p:nvSpPr>
        <p:spPr>
          <a:xfrm>
            <a:off x="4366768" y="2080876"/>
            <a:ext cx="9573513" cy="4539961"/>
          </a:xfrm>
          <a:prstGeom prst="rect">
            <a:avLst/>
          </a:prstGeom>
          <a:noFill/>
          <a:ln w="9525" cap="flat" cmpd="sng">
            <a:solidFill>
              <a:srgbClr val="5D9ACF"/>
            </a:solidFill>
            <a:prstDash val="solid"/>
            <a:round/>
            <a:headEnd type="none" w="sm" len="sm"/>
            <a:tailEnd type="none" w="sm" len="sm"/>
          </a:ln>
        </p:spPr>
        <p:txBody>
          <a:bodyPr spcFirstLastPara="1" wrap="square" lIns="0" tIns="47625" rIns="0" bIns="0" anchor="t" anchorCtr="0">
            <a:spAutoFit/>
          </a:bodyPr>
          <a:lstStyle/>
          <a:p>
            <a:pPr marL="182880" lvl="0" indent="0" algn="l" rtl="0">
              <a:lnSpc>
                <a:spcPct val="100000"/>
              </a:lnSpc>
              <a:spcBef>
                <a:spcPts val="0"/>
              </a:spcBef>
              <a:spcAft>
                <a:spcPts val="0"/>
              </a:spcAft>
              <a:buNone/>
            </a:pPr>
            <a:r>
              <a:rPr lang="en-US" i="1" dirty="0">
                <a:solidFill>
                  <a:srgbClr val="408080"/>
                </a:solidFill>
                <a:latin typeface="Courier New"/>
                <a:ea typeface="Courier New"/>
                <a:cs typeface="Courier New"/>
                <a:sym typeface="Courier New"/>
              </a:rPr>
              <a:t># compute a random split of the data</a:t>
            </a:r>
            <a:endParaRPr lang="en-US" dirty="0">
              <a:latin typeface="Courier New"/>
              <a:ea typeface="Courier New"/>
              <a:cs typeface="Courier New"/>
              <a:sym typeface="Courier New"/>
            </a:endParaRPr>
          </a:p>
          <a:p>
            <a:pPr marL="182880" lvl="0" indent="0" algn="l" rtl="0">
              <a:lnSpc>
                <a:spcPct val="100000"/>
              </a:lnSpc>
              <a:spcBef>
                <a:spcPts val="0"/>
              </a:spcBef>
              <a:spcAft>
                <a:spcPts val="0"/>
              </a:spcAft>
              <a:buNone/>
            </a:pPr>
            <a:r>
              <a:rPr lang="en-US" dirty="0" err="1">
                <a:latin typeface="Courier New"/>
                <a:ea typeface="Courier New"/>
                <a:cs typeface="Courier New"/>
                <a:sym typeface="Courier New"/>
              </a:rPr>
              <a:t>np</a:t>
            </a:r>
            <a:r>
              <a:rPr lang="en-US" dirty="0" err="1">
                <a:solidFill>
                  <a:srgbClr val="666666"/>
                </a:solidFill>
                <a:latin typeface="Courier New"/>
                <a:ea typeface="Courier New"/>
                <a:cs typeface="Courier New"/>
                <a:sym typeface="Courier New"/>
              </a:rPr>
              <a:t>.</a:t>
            </a:r>
            <a:r>
              <a:rPr lang="en-US" dirty="0" err="1">
                <a:latin typeface="Courier New"/>
                <a:ea typeface="Courier New"/>
                <a:cs typeface="Courier New"/>
                <a:sym typeface="Courier New"/>
              </a:rPr>
              <a:t>random</a:t>
            </a:r>
            <a:r>
              <a:rPr lang="en-US" dirty="0" err="1">
                <a:solidFill>
                  <a:srgbClr val="666666"/>
                </a:solidFill>
                <a:latin typeface="Courier New"/>
                <a:ea typeface="Courier New"/>
                <a:cs typeface="Courier New"/>
                <a:sym typeface="Courier New"/>
              </a:rPr>
              <a:t>.</a:t>
            </a:r>
            <a:r>
              <a:rPr lang="en-US" dirty="0" err="1">
                <a:latin typeface="Courier New"/>
                <a:ea typeface="Courier New"/>
                <a:cs typeface="Courier New"/>
                <a:sym typeface="Courier New"/>
              </a:rPr>
              <a:t>seed</a:t>
            </a:r>
            <a:r>
              <a:rPr lang="en-US" dirty="0">
                <a:latin typeface="Courier New"/>
                <a:ea typeface="Courier New"/>
                <a:cs typeface="Courier New"/>
                <a:sym typeface="Courier New"/>
              </a:rPr>
              <a:t>(</a:t>
            </a:r>
            <a:r>
              <a:rPr lang="en-US" dirty="0">
                <a:solidFill>
                  <a:srgbClr val="666666"/>
                </a:solidFill>
                <a:latin typeface="Courier New"/>
                <a:ea typeface="Courier New"/>
                <a:cs typeface="Courier New"/>
                <a:sym typeface="Courier New"/>
              </a:rPr>
              <a:t>0</a:t>
            </a:r>
            <a:r>
              <a:rPr lang="en-US" dirty="0">
                <a:latin typeface="Courier New"/>
                <a:ea typeface="Courier New"/>
                <a:cs typeface="Courier New"/>
                <a:sym typeface="Courier New"/>
              </a:rPr>
              <a:t>)</a:t>
            </a:r>
          </a:p>
          <a:p>
            <a:pPr marL="182880" marR="3515359" lvl="0" indent="0" algn="l" rtl="0">
              <a:lnSpc>
                <a:spcPct val="101400"/>
              </a:lnSpc>
              <a:spcBef>
                <a:spcPts val="0"/>
              </a:spcBef>
              <a:spcAft>
                <a:spcPts val="0"/>
              </a:spcAft>
              <a:buNone/>
            </a:pPr>
            <a:r>
              <a:rPr lang="en-US" dirty="0">
                <a:latin typeface="Courier New"/>
                <a:ea typeface="Courier New"/>
                <a:cs typeface="Courier New"/>
                <a:sym typeface="Courier New"/>
              </a:rPr>
              <a:t>perm </a:t>
            </a:r>
            <a:r>
              <a:rPr lang="en-US" dirty="0">
                <a:solidFill>
                  <a:srgbClr val="666666"/>
                </a:solidFill>
                <a:latin typeface="Courier New"/>
                <a:ea typeface="Courier New"/>
                <a:cs typeface="Courier New"/>
                <a:sym typeface="Courier New"/>
              </a:rPr>
              <a:t>= </a:t>
            </a:r>
            <a:r>
              <a:rPr lang="en-US" dirty="0" err="1">
                <a:latin typeface="Courier New"/>
                <a:ea typeface="Courier New"/>
                <a:cs typeface="Courier New"/>
                <a:sym typeface="Courier New"/>
              </a:rPr>
              <a:t>np</a:t>
            </a:r>
            <a:r>
              <a:rPr lang="en-US" dirty="0" err="1">
                <a:solidFill>
                  <a:srgbClr val="666666"/>
                </a:solidFill>
                <a:latin typeface="Courier New"/>
                <a:ea typeface="Courier New"/>
                <a:cs typeface="Courier New"/>
                <a:sym typeface="Courier New"/>
              </a:rPr>
              <a:t>.</a:t>
            </a:r>
            <a:r>
              <a:rPr lang="en-US" dirty="0" err="1">
                <a:latin typeface="Courier New"/>
                <a:ea typeface="Courier New"/>
                <a:cs typeface="Courier New"/>
                <a:sym typeface="Courier New"/>
              </a:rPr>
              <a:t>random</a:t>
            </a:r>
            <a:r>
              <a:rPr lang="en-US" dirty="0" err="1">
                <a:solidFill>
                  <a:srgbClr val="666666"/>
                </a:solidFill>
                <a:latin typeface="Courier New"/>
                <a:ea typeface="Courier New"/>
                <a:cs typeface="Courier New"/>
                <a:sym typeface="Courier New"/>
              </a:rPr>
              <a:t>.</a:t>
            </a:r>
            <a:r>
              <a:rPr lang="en-US" dirty="0" err="1">
                <a:latin typeface="Courier New"/>
                <a:ea typeface="Courier New"/>
                <a:cs typeface="Courier New"/>
                <a:sym typeface="Courier New"/>
              </a:rPr>
              <a:t>permutation</a:t>
            </a:r>
            <a:r>
              <a:rPr lang="en-US" dirty="0">
                <a:latin typeface="Courier New"/>
                <a:ea typeface="Courier New"/>
                <a:cs typeface="Courier New"/>
                <a:sym typeface="Courier New"/>
              </a:rPr>
              <a:t>(</a:t>
            </a:r>
            <a:r>
              <a:rPr lang="en-US" dirty="0" err="1">
                <a:solidFill>
                  <a:srgbClr val="008000"/>
                </a:solidFill>
                <a:latin typeface="Courier New"/>
                <a:ea typeface="Courier New"/>
                <a:cs typeface="Courier New"/>
                <a:sym typeface="Courier New"/>
              </a:rPr>
              <a:t>len</a:t>
            </a:r>
            <a:r>
              <a:rPr lang="en-US" dirty="0">
                <a:latin typeface="Courier New"/>
                <a:ea typeface="Courier New"/>
                <a:cs typeface="Courier New"/>
                <a:sym typeface="Courier New"/>
              </a:rPr>
              <a:t>(</a:t>
            </a:r>
            <a:r>
              <a:rPr lang="en-US" dirty="0" err="1">
                <a:latin typeface="Courier New"/>
                <a:ea typeface="Courier New"/>
                <a:cs typeface="Courier New"/>
                <a:sym typeface="Courier New"/>
              </a:rPr>
              <a:t>df_daily</a:t>
            </a:r>
            <a:r>
              <a:rPr lang="en-US" dirty="0">
                <a:latin typeface="Courier New"/>
                <a:ea typeface="Courier New"/>
                <a:cs typeface="Courier New"/>
                <a:sym typeface="Courier New"/>
              </a:rPr>
              <a:t>)) </a:t>
            </a:r>
            <a:r>
              <a:rPr lang="en-US" dirty="0" err="1">
                <a:latin typeface="Courier New"/>
                <a:ea typeface="Courier New"/>
                <a:cs typeface="Courier New"/>
                <a:sym typeface="Courier New"/>
              </a:rPr>
              <a:t>idx_train</a:t>
            </a:r>
            <a:r>
              <a:rPr lang="en-US" dirty="0">
                <a:latin typeface="Courier New"/>
                <a:ea typeface="Courier New"/>
                <a:cs typeface="Courier New"/>
                <a:sym typeface="Courier New"/>
              </a:rPr>
              <a:t> </a:t>
            </a:r>
            <a:r>
              <a:rPr lang="en-US" dirty="0">
                <a:solidFill>
                  <a:srgbClr val="666666"/>
                </a:solidFill>
                <a:latin typeface="Courier New"/>
                <a:ea typeface="Courier New"/>
                <a:cs typeface="Courier New"/>
                <a:sym typeface="Courier New"/>
              </a:rPr>
              <a:t>= </a:t>
            </a:r>
            <a:r>
              <a:rPr lang="en-US" dirty="0">
                <a:latin typeface="Courier New"/>
                <a:ea typeface="Courier New"/>
                <a:cs typeface="Courier New"/>
                <a:sym typeface="Courier New"/>
              </a:rPr>
              <a:t>perm[:</a:t>
            </a:r>
            <a:r>
              <a:rPr lang="en-US" dirty="0">
                <a:solidFill>
                  <a:srgbClr val="008000"/>
                </a:solidFill>
                <a:latin typeface="Courier New"/>
                <a:ea typeface="Courier New"/>
                <a:cs typeface="Courier New"/>
                <a:sym typeface="Courier New"/>
              </a:rPr>
              <a:t>int</a:t>
            </a:r>
            <a:r>
              <a:rPr lang="en-US" dirty="0">
                <a:latin typeface="Courier New"/>
                <a:ea typeface="Courier New"/>
                <a:cs typeface="Courier New"/>
                <a:sym typeface="Courier New"/>
              </a:rPr>
              <a:t>(</a:t>
            </a:r>
            <a:r>
              <a:rPr lang="en-US" dirty="0" err="1">
                <a:solidFill>
                  <a:srgbClr val="008000"/>
                </a:solidFill>
                <a:latin typeface="Courier New"/>
                <a:ea typeface="Courier New"/>
                <a:cs typeface="Courier New"/>
                <a:sym typeface="Courier New"/>
              </a:rPr>
              <a:t>len</a:t>
            </a:r>
            <a:r>
              <a:rPr lang="en-US" dirty="0">
                <a:latin typeface="Courier New"/>
                <a:ea typeface="Courier New"/>
                <a:cs typeface="Courier New"/>
                <a:sym typeface="Courier New"/>
              </a:rPr>
              <a:t>(perm)</a:t>
            </a:r>
            <a:r>
              <a:rPr lang="en-US" dirty="0">
                <a:solidFill>
                  <a:srgbClr val="666666"/>
                </a:solidFill>
                <a:latin typeface="Courier New"/>
                <a:ea typeface="Courier New"/>
                <a:cs typeface="Courier New"/>
                <a:sym typeface="Courier New"/>
              </a:rPr>
              <a:t>*0.7</a:t>
            </a:r>
            <a:r>
              <a:rPr lang="en-US" dirty="0">
                <a:latin typeface="Courier New"/>
                <a:ea typeface="Courier New"/>
                <a:cs typeface="Courier New"/>
                <a:sym typeface="Courier New"/>
              </a:rPr>
              <a:t>)] </a:t>
            </a:r>
            <a:r>
              <a:rPr lang="en-US" dirty="0" err="1">
                <a:latin typeface="Courier New"/>
                <a:ea typeface="Courier New"/>
                <a:cs typeface="Courier New"/>
                <a:sym typeface="Courier New"/>
              </a:rPr>
              <a:t>idx_cv</a:t>
            </a:r>
            <a:r>
              <a:rPr lang="en-US" dirty="0">
                <a:latin typeface="Courier New"/>
                <a:ea typeface="Courier New"/>
                <a:cs typeface="Courier New"/>
                <a:sym typeface="Courier New"/>
              </a:rPr>
              <a:t> </a:t>
            </a:r>
            <a:r>
              <a:rPr lang="en-US" dirty="0">
                <a:solidFill>
                  <a:srgbClr val="666666"/>
                </a:solidFill>
                <a:latin typeface="Courier New"/>
                <a:ea typeface="Courier New"/>
                <a:cs typeface="Courier New"/>
                <a:sym typeface="Courier New"/>
              </a:rPr>
              <a:t>= </a:t>
            </a:r>
            <a:r>
              <a:rPr lang="en-US" dirty="0">
                <a:latin typeface="Courier New"/>
                <a:ea typeface="Courier New"/>
                <a:cs typeface="Courier New"/>
                <a:sym typeface="Courier New"/>
              </a:rPr>
              <a:t>perm[</a:t>
            </a:r>
            <a:r>
              <a:rPr lang="en-US" dirty="0">
                <a:solidFill>
                  <a:srgbClr val="008000"/>
                </a:solidFill>
                <a:latin typeface="Courier New"/>
                <a:ea typeface="Courier New"/>
                <a:cs typeface="Courier New"/>
                <a:sym typeface="Courier New"/>
              </a:rPr>
              <a:t>int</a:t>
            </a:r>
            <a:r>
              <a:rPr lang="en-US" dirty="0">
                <a:latin typeface="Courier New"/>
                <a:ea typeface="Courier New"/>
                <a:cs typeface="Courier New"/>
                <a:sym typeface="Courier New"/>
              </a:rPr>
              <a:t>(</a:t>
            </a:r>
            <a:r>
              <a:rPr lang="en-US" dirty="0" err="1">
                <a:solidFill>
                  <a:srgbClr val="008000"/>
                </a:solidFill>
                <a:latin typeface="Courier New"/>
                <a:ea typeface="Courier New"/>
                <a:cs typeface="Courier New"/>
                <a:sym typeface="Courier New"/>
              </a:rPr>
              <a:t>len</a:t>
            </a:r>
            <a:r>
              <a:rPr lang="en-US" dirty="0">
                <a:latin typeface="Courier New"/>
                <a:ea typeface="Courier New"/>
                <a:cs typeface="Courier New"/>
                <a:sym typeface="Courier New"/>
              </a:rPr>
              <a:t>(perm)</a:t>
            </a:r>
            <a:r>
              <a:rPr lang="en-US" dirty="0">
                <a:solidFill>
                  <a:srgbClr val="666666"/>
                </a:solidFill>
                <a:latin typeface="Courier New"/>
                <a:ea typeface="Courier New"/>
                <a:cs typeface="Courier New"/>
                <a:sym typeface="Courier New"/>
              </a:rPr>
              <a:t>*0.7</a:t>
            </a:r>
            <a:r>
              <a:rPr lang="en-US" dirty="0">
                <a:latin typeface="Courier New"/>
                <a:ea typeface="Courier New"/>
                <a:cs typeface="Courier New"/>
                <a:sym typeface="Courier New"/>
              </a:rPr>
              <a:t>):]</a:t>
            </a:r>
          </a:p>
          <a:p>
            <a:pPr marL="0" lvl="0" indent="0" algn="l" rtl="0">
              <a:lnSpc>
                <a:spcPct val="100000"/>
              </a:lnSpc>
              <a:spcBef>
                <a:spcPts val="140"/>
              </a:spcBef>
              <a:spcAft>
                <a:spcPts val="0"/>
              </a:spcAft>
              <a:buNone/>
            </a:pPr>
            <a:endParaRPr lang="en-US" dirty="0">
              <a:latin typeface="Courier New"/>
              <a:ea typeface="Courier New"/>
              <a:cs typeface="Courier New"/>
              <a:sym typeface="Courier New"/>
            </a:endParaRPr>
          </a:p>
          <a:p>
            <a:pPr marL="182880" lvl="0" indent="0" algn="l" rtl="0">
              <a:lnSpc>
                <a:spcPct val="100000"/>
              </a:lnSpc>
              <a:spcBef>
                <a:spcPts val="0"/>
              </a:spcBef>
              <a:spcAft>
                <a:spcPts val="0"/>
              </a:spcAft>
              <a:buNone/>
            </a:pPr>
            <a:r>
              <a:rPr lang="en-US" i="1" dirty="0">
                <a:solidFill>
                  <a:srgbClr val="408080"/>
                </a:solidFill>
                <a:latin typeface="Courier New"/>
                <a:ea typeface="Courier New"/>
                <a:cs typeface="Courier New"/>
                <a:sym typeface="Courier New"/>
              </a:rPr>
              <a:t># scale features for each split based upon training</a:t>
            </a:r>
            <a:endParaRPr lang="en-US" dirty="0">
              <a:latin typeface="Courier New"/>
              <a:ea typeface="Courier New"/>
              <a:cs typeface="Courier New"/>
              <a:sym typeface="Courier New"/>
            </a:endParaRPr>
          </a:p>
          <a:p>
            <a:pPr marL="182880" lvl="0" indent="0" algn="l" rtl="0">
              <a:lnSpc>
                <a:spcPct val="117499"/>
              </a:lnSpc>
              <a:spcBef>
                <a:spcPts val="0"/>
              </a:spcBef>
              <a:spcAft>
                <a:spcPts val="0"/>
              </a:spcAft>
              <a:buNone/>
            </a:pPr>
            <a:r>
              <a:rPr lang="en-US" dirty="0" err="1">
                <a:latin typeface="Courier New"/>
                <a:ea typeface="Courier New"/>
                <a:cs typeface="Courier New"/>
                <a:sym typeface="Courier New"/>
              </a:rPr>
              <a:t>xt</a:t>
            </a:r>
            <a:r>
              <a:rPr lang="en-US" dirty="0">
                <a:latin typeface="Courier New"/>
                <a:ea typeface="Courier New"/>
                <a:cs typeface="Courier New"/>
                <a:sym typeface="Courier New"/>
              </a:rPr>
              <a:t> </a:t>
            </a:r>
            <a:r>
              <a:rPr lang="en-US" dirty="0">
                <a:solidFill>
                  <a:srgbClr val="666666"/>
                </a:solidFill>
                <a:latin typeface="Courier New"/>
                <a:ea typeface="Courier New"/>
                <a:cs typeface="Courier New"/>
                <a:sym typeface="Courier New"/>
              </a:rPr>
              <a:t>= </a:t>
            </a:r>
            <a:r>
              <a:rPr lang="en-US" dirty="0" err="1">
                <a:latin typeface="Courier New"/>
                <a:ea typeface="Courier New"/>
                <a:cs typeface="Courier New"/>
                <a:sym typeface="Courier New"/>
              </a:rPr>
              <a:t>df_daily</a:t>
            </a:r>
            <a:r>
              <a:rPr lang="en-US" dirty="0" err="1">
                <a:solidFill>
                  <a:srgbClr val="666666"/>
                </a:solidFill>
                <a:latin typeface="Courier New"/>
                <a:ea typeface="Courier New"/>
                <a:cs typeface="Courier New"/>
                <a:sym typeface="Courier New"/>
              </a:rPr>
              <a:t>.</a:t>
            </a:r>
            <a:r>
              <a:rPr lang="en-US" dirty="0" err="1">
                <a:latin typeface="Courier New"/>
                <a:ea typeface="Courier New"/>
                <a:cs typeface="Courier New"/>
                <a:sym typeface="Courier New"/>
              </a:rPr>
              <a:t>iloc</a:t>
            </a:r>
            <a:r>
              <a:rPr lang="en-US" dirty="0">
                <a:latin typeface="Courier New"/>
                <a:ea typeface="Courier New"/>
                <a:cs typeface="Courier New"/>
                <a:sym typeface="Courier New"/>
              </a:rPr>
              <a:t>[idx_train,</a:t>
            </a:r>
            <a:r>
              <a:rPr lang="en-US" dirty="0">
                <a:solidFill>
                  <a:srgbClr val="666666"/>
                </a:solidFill>
                <a:latin typeface="Courier New"/>
                <a:ea typeface="Courier New"/>
                <a:cs typeface="Courier New"/>
                <a:sym typeface="Courier New"/>
              </a:rPr>
              <a:t>0</a:t>
            </a:r>
            <a:r>
              <a:rPr lang="en-US" dirty="0">
                <a:latin typeface="Courier New"/>
                <a:ea typeface="Courier New"/>
                <a:cs typeface="Courier New"/>
                <a:sym typeface="Courier New"/>
              </a:rPr>
              <a:t>]</a:t>
            </a:r>
          </a:p>
          <a:p>
            <a:pPr marL="182880" marR="2346960" lvl="0" indent="0" algn="l" rtl="0">
              <a:lnSpc>
                <a:spcPct val="121428"/>
              </a:lnSpc>
              <a:spcBef>
                <a:spcPts val="5"/>
              </a:spcBef>
              <a:spcAft>
                <a:spcPts val="0"/>
              </a:spcAft>
              <a:buNone/>
            </a:pPr>
            <a:r>
              <a:rPr lang="en-US" dirty="0" err="1">
                <a:latin typeface="Courier New"/>
                <a:ea typeface="Courier New"/>
                <a:cs typeface="Courier New"/>
                <a:sym typeface="Courier New"/>
              </a:rPr>
              <a:t>min_xt</a:t>
            </a:r>
            <a:r>
              <a:rPr lang="en-US" dirty="0">
                <a:latin typeface="Courier New"/>
                <a:ea typeface="Courier New"/>
                <a:cs typeface="Courier New"/>
                <a:sym typeface="Courier New"/>
              </a:rPr>
              <a:t>, </a:t>
            </a:r>
            <a:r>
              <a:rPr lang="en-US" dirty="0" err="1">
                <a:latin typeface="Courier New"/>
                <a:ea typeface="Courier New"/>
                <a:cs typeface="Courier New"/>
                <a:sym typeface="Courier New"/>
              </a:rPr>
              <a:t>rng_xt</a:t>
            </a:r>
            <a:r>
              <a:rPr lang="en-US" dirty="0">
                <a:latin typeface="Courier New"/>
                <a:ea typeface="Courier New"/>
                <a:cs typeface="Courier New"/>
                <a:sym typeface="Courier New"/>
              </a:rPr>
              <a:t> </a:t>
            </a:r>
            <a:r>
              <a:rPr lang="en-US" dirty="0">
                <a:solidFill>
                  <a:srgbClr val="666666"/>
                </a:solidFill>
                <a:latin typeface="Courier New"/>
                <a:ea typeface="Courier New"/>
                <a:cs typeface="Courier New"/>
                <a:sym typeface="Courier New"/>
              </a:rPr>
              <a:t>= </a:t>
            </a:r>
            <a:r>
              <a:rPr lang="en-US" dirty="0">
                <a:latin typeface="Courier New"/>
                <a:ea typeface="Courier New"/>
                <a:cs typeface="Courier New"/>
                <a:sym typeface="Courier New"/>
              </a:rPr>
              <a:t>(</a:t>
            </a:r>
            <a:r>
              <a:rPr lang="en-US" dirty="0" err="1">
                <a:latin typeface="Courier New"/>
                <a:ea typeface="Courier New"/>
                <a:cs typeface="Courier New"/>
                <a:sym typeface="Courier New"/>
              </a:rPr>
              <a:t>np</a:t>
            </a:r>
            <a:r>
              <a:rPr lang="en-US" dirty="0" err="1">
                <a:solidFill>
                  <a:srgbClr val="666666"/>
                </a:solidFill>
                <a:latin typeface="Courier New"/>
                <a:ea typeface="Courier New"/>
                <a:cs typeface="Courier New"/>
                <a:sym typeface="Courier New"/>
              </a:rPr>
              <a:t>.</a:t>
            </a:r>
            <a:r>
              <a:rPr lang="en-US" dirty="0" err="1">
                <a:latin typeface="Courier New"/>
                <a:ea typeface="Courier New"/>
                <a:cs typeface="Courier New"/>
                <a:sym typeface="Courier New"/>
              </a:rPr>
              <a:t>min</a:t>
            </a:r>
            <a:r>
              <a:rPr lang="en-US" dirty="0">
                <a:latin typeface="Courier New"/>
                <a:ea typeface="Courier New"/>
                <a:cs typeface="Courier New"/>
                <a:sym typeface="Courier New"/>
              </a:rPr>
              <a:t>(</a:t>
            </a:r>
            <a:r>
              <a:rPr lang="en-US" dirty="0" err="1">
                <a:latin typeface="Courier New"/>
                <a:ea typeface="Courier New"/>
                <a:cs typeface="Courier New"/>
                <a:sym typeface="Courier New"/>
              </a:rPr>
              <a:t>xt</a:t>
            </a:r>
            <a:r>
              <a:rPr lang="en-US" dirty="0">
                <a:latin typeface="Courier New"/>
                <a:ea typeface="Courier New"/>
                <a:cs typeface="Courier New"/>
                <a:sym typeface="Courier New"/>
              </a:rPr>
              <a:t>), </a:t>
            </a:r>
            <a:r>
              <a:rPr lang="en-US" dirty="0" err="1">
                <a:latin typeface="Courier New"/>
                <a:ea typeface="Courier New"/>
                <a:cs typeface="Courier New"/>
                <a:sym typeface="Courier New"/>
              </a:rPr>
              <a:t>np</a:t>
            </a:r>
            <a:r>
              <a:rPr lang="en-US" dirty="0" err="1">
                <a:solidFill>
                  <a:srgbClr val="666666"/>
                </a:solidFill>
                <a:latin typeface="Courier New"/>
                <a:ea typeface="Courier New"/>
                <a:cs typeface="Courier New"/>
                <a:sym typeface="Courier New"/>
              </a:rPr>
              <a:t>.</a:t>
            </a:r>
            <a:r>
              <a:rPr lang="en-US" dirty="0" err="1">
                <a:latin typeface="Courier New"/>
                <a:ea typeface="Courier New"/>
                <a:cs typeface="Courier New"/>
                <a:sym typeface="Courier New"/>
              </a:rPr>
              <a:t>max</a:t>
            </a:r>
            <a:r>
              <a:rPr lang="en-US" dirty="0">
                <a:latin typeface="Courier New"/>
                <a:ea typeface="Courier New"/>
                <a:cs typeface="Courier New"/>
                <a:sym typeface="Courier New"/>
              </a:rPr>
              <a:t>(</a:t>
            </a:r>
            <a:r>
              <a:rPr lang="en-US" dirty="0" err="1">
                <a:latin typeface="Courier New"/>
                <a:ea typeface="Courier New"/>
                <a:cs typeface="Courier New"/>
                <a:sym typeface="Courier New"/>
              </a:rPr>
              <a:t>xt</a:t>
            </a:r>
            <a:r>
              <a:rPr lang="en-US" dirty="0">
                <a:latin typeface="Courier New"/>
                <a:ea typeface="Courier New"/>
                <a:cs typeface="Courier New"/>
                <a:sym typeface="Courier New"/>
              </a:rPr>
              <a:t>) </a:t>
            </a:r>
            <a:r>
              <a:rPr lang="en-US" dirty="0">
                <a:solidFill>
                  <a:srgbClr val="666666"/>
                </a:solidFill>
                <a:latin typeface="Courier New"/>
                <a:ea typeface="Courier New"/>
                <a:cs typeface="Courier New"/>
                <a:sym typeface="Courier New"/>
              </a:rPr>
              <a:t>- </a:t>
            </a:r>
            <a:r>
              <a:rPr lang="en-US" dirty="0" err="1">
                <a:latin typeface="Courier New"/>
                <a:ea typeface="Courier New"/>
                <a:cs typeface="Courier New"/>
                <a:sym typeface="Courier New"/>
              </a:rPr>
              <a:t>np</a:t>
            </a:r>
            <a:r>
              <a:rPr lang="en-US" dirty="0" err="1">
                <a:solidFill>
                  <a:srgbClr val="666666"/>
                </a:solidFill>
                <a:latin typeface="Courier New"/>
                <a:ea typeface="Courier New"/>
                <a:cs typeface="Courier New"/>
                <a:sym typeface="Courier New"/>
              </a:rPr>
              <a:t>.</a:t>
            </a:r>
            <a:r>
              <a:rPr lang="en-US" dirty="0" err="1">
                <a:latin typeface="Courier New"/>
                <a:ea typeface="Courier New"/>
                <a:cs typeface="Courier New"/>
                <a:sym typeface="Courier New"/>
              </a:rPr>
              <a:t>min</a:t>
            </a:r>
            <a:r>
              <a:rPr lang="en-US" dirty="0">
                <a:latin typeface="Courier New"/>
                <a:ea typeface="Courier New"/>
                <a:cs typeface="Courier New"/>
                <a:sym typeface="Courier New"/>
              </a:rPr>
              <a:t>(</a:t>
            </a:r>
            <a:r>
              <a:rPr lang="en-US" dirty="0" err="1">
                <a:latin typeface="Courier New"/>
                <a:ea typeface="Courier New"/>
                <a:cs typeface="Courier New"/>
                <a:sym typeface="Courier New"/>
              </a:rPr>
              <a:t>xt</a:t>
            </a:r>
            <a:r>
              <a:rPr lang="en-US" dirty="0">
                <a:latin typeface="Courier New"/>
                <a:ea typeface="Courier New"/>
                <a:cs typeface="Courier New"/>
                <a:sym typeface="Courier New"/>
              </a:rPr>
              <a:t>)) </a:t>
            </a:r>
            <a:r>
              <a:rPr lang="en-US" dirty="0" err="1">
                <a:latin typeface="Courier New"/>
                <a:ea typeface="Courier New"/>
                <a:cs typeface="Courier New"/>
                <a:sym typeface="Courier New"/>
              </a:rPr>
              <a:t>xt</a:t>
            </a:r>
            <a:r>
              <a:rPr lang="en-US" dirty="0">
                <a:latin typeface="Courier New"/>
                <a:ea typeface="Courier New"/>
                <a:cs typeface="Courier New"/>
                <a:sym typeface="Courier New"/>
              </a:rPr>
              <a:t> </a:t>
            </a:r>
            <a:r>
              <a:rPr lang="en-US" dirty="0">
                <a:solidFill>
                  <a:srgbClr val="666666"/>
                </a:solidFill>
                <a:latin typeface="Courier New"/>
                <a:ea typeface="Courier New"/>
                <a:cs typeface="Courier New"/>
                <a:sym typeface="Courier New"/>
              </a:rPr>
              <a:t>= 2*</a:t>
            </a:r>
            <a:r>
              <a:rPr lang="en-US" dirty="0">
                <a:latin typeface="Courier New"/>
                <a:ea typeface="Courier New"/>
                <a:cs typeface="Courier New"/>
                <a:sym typeface="Courier New"/>
              </a:rPr>
              <a:t>(</a:t>
            </a:r>
            <a:r>
              <a:rPr lang="en-US" dirty="0" err="1">
                <a:latin typeface="Courier New"/>
                <a:ea typeface="Courier New"/>
                <a:cs typeface="Courier New"/>
                <a:sym typeface="Courier New"/>
              </a:rPr>
              <a:t>xt</a:t>
            </a:r>
            <a:r>
              <a:rPr lang="en-US" dirty="0">
                <a:latin typeface="Courier New"/>
                <a:ea typeface="Courier New"/>
                <a:cs typeface="Courier New"/>
                <a:sym typeface="Courier New"/>
              </a:rPr>
              <a:t> </a:t>
            </a:r>
            <a:r>
              <a:rPr lang="en-US" dirty="0">
                <a:solidFill>
                  <a:srgbClr val="666666"/>
                </a:solidFill>
                <a:latin typeface="Courier New"/>
                <a:ea typeface="Courier New"/>
                <a:cs typeface="Courier New"/>
                <a:sym typeface="Courier New"/>
              </a:rPr>
              <a:t>- </a:t>
            </a:r>
            <a:r>
              <a:rPr lang="en-US" dirty="0" err="1">
                <a:latin typeface="Courier New"/>
                <a:ea typeface="Courier New"/>
                <a:cs typeface="Courier New"/>
                <a:sym typeface="Courier New"/>
              </a:rPr>
              <a:t>min_xt</a:t>
            </a:r>
            <a:r>
              <a:rPr lang="en-US" dirty="0">
                <a:latin typeface="Courier New"/>
                <a:ea typeface="Courier New"/>
                <a:cs typeface="Courier New"/>
                <a:sym typeface="Courier New"/>
              </a:rPr>
              <a:t>)</a:t>
            </a:r>
            <a:r>
              <a:rPr lang="en-US" dirty="0">
                <a:solidFill>
                  <a:srgbClr val="666666"/>
                </a:solidFill>
                <a:latin typeface="Courier New"/>
                <a:ea typeface="Courier New"/>
                <a:cs typeface="Courier New"/>
                <a:sym typeface="Courier New"/>
              </a:rPr>
              <a:t>/</a:t>
            </a:r>
            <a:r>
              <a:rPr lang="en-US" dirty="0" err="1">
                <a:latin typeface="Courier New"/>
                <a:ea typeface="Courier New"/>
                <a:cs typeface="Courier New"/>
                <a:sym typeface="Courier New"/>
              </a:rPr>
              <a:t>rng_xt</a:t>
            </a:r>
            <a:r>
              <a:rPr lang="en-US" dirty="0">
                <a:latin typeface="Courier New"/>
                <a:ea typeface="Courier New"/>
                <a:cs typeface="Courier New"/>
                <a:sym typeface="Courier New"/>
              </a:rPr>
              <a:t> </a:t>
            </a:r>
            <a:r>
              <a:rPr lang="en-US" dirty="0">
                <a:solidFill>
                  <a:srgbClr val="666666"/>
                </a:solidFill>
                <a:latin typeface="Courier New"/>
                <a:ea typeface="Courier New"/>
                <a:cs typeface="Courier New"/>
                <a:sym typeface="Courier New"/>
              </a:rPr>
              <a:t>- 1.0</a:t>
            </a:r>
            <a:endParaRPr lang="en-US" dirty="0">
              <a:latin typeface="Courier New"/>
              <a:ea typeface="Courier New"/>
              <a:cs typeface="Courier New"/>
              <a:sym typeface="Courier New"/>
            </a:endParaRPr>
          </a:p>
          <a:p>
            <a:pPr marL="182880" marR="2552065" lvl="0" indent="0" algn="l" rtl="0">
              <a:lnSpc>
                <a:spcPct val="121428"/>
              </a:lnSpc>
              <a:spcBef>
                <a:spcPts val="10"/>
              </a:spcBef>
              <a:spcAft>
                <a:spcPts val="0"/>
              </a:spcAft>
              <a:buNone/>
            </a:pPr>
            <a:r>
              <a:rPr lang="en-US" dirty="0">
                <a:latin typeface="Courier New"/>
                <a:ea typeface="Courier New"/>
                <a:cs typeface="Courier New"/>
                <a:sym typeface="Courier New"/>
              </a:rPr>
              <a:t>xcv </a:t>
            </a:r>
            <a:r>
              <a:rPr lang="en-US" dirty="0">
                <a:solidFill>
                  <a:srgbClr val="666666"/>
                </a:solidFill>
                <a:latin typeface="Courier New"/>
                <a:ea typeface="Courier New"/>
                <a:cs typeface="Courier New"/>
                <a:sym typeface="Courier New"/>
              </a:rPr>
              <a:t>= 2*</a:t>
            </a:r>
            <a:r>
              <a:rPr lang="en-US" dirty="0">
                <a:latin typeface="Courier New"/>
                <a:ea typeface="Courier New"/>
                <a:cs typeface="Courier New"/>
                <a:sym typeface="Courier New"/>
              </a:rPr>
              <a:t>(</a:t>
            </a:r>
            <a:r>
              <a:rPr lang="en-US" dirty="0" err="1">
                <a:latin typeface="Courier New"/>
                <a:ea typeface="Courier New"/>
                <a:cs typeface="Courier New"/>
                <a:sym typeface="Courier New"/>
              </a:rPr>
              <a:t>df_daily</a:t>
            </a:r>
            <a:r>
              <a:rPr lang="en-US" dirty="0" err="1">
                <a:solidFill>
                  <a:srgbClr val="666666"/>
                </a:solidFill>
                <a:latin typeface="Courier New"/>
                <a:ea typeface="Courier New"/>
                <a:cs typeface="Courier New"/>
                <a:sym typeface="Courier New"/>
              </a:rPr>
              <a:t>.</a:t>
            </a:r>
            <a:r>
              <a:rPr lang="en-US" dirty="0" err="1">
                <a:latin typeface="Courier New"/>
                <a:ea typeface="Courier New"/>
                <a:cs typeface="Courier New"/>
                <a:sym typeface="Courier New"/>
              </a:rPr>
              <a:t>iloc</a:t>
            </a:r>
            <a:r>
              <a:rPr lang="en-US" dirty="0">
                <a:latin typeface="Courier New"/>
                <a:ea typeface="Courier New"/>
                <a:cs typeface="Courier New"/>
                <a:sym typeface="Courier New"/>
              </a:rPr>
              <a:t>[idx_cv,</a:t>
            </a:r>
            <a:r>
              <a:rPr lang="en-US" dirty="0">
                <a:solidFill>
                  <a:srgbClr val="666666"/>
                </a:solidFill>
                <a:latin typeface="Courier New"/>
                <a:ea typeface="Courier New"/>
                <a:cs typeface="Courier New"/>
                <a:sym typeface="Courier New"/>
              </a:rPr>
              <a:t>0</a:t>
            </a:r>
            <a:r>
              <a:rPr lang="en-US" dirty="0">
                <a:latin typeface="Courier New"/>
                <a:ea typeface="Courier New"/>
                <a:cs typeface="Courier New"/>
                <a:sym typeface="Courier New"/>
              </a:rPr>
              <a:t>] </a:t>
            </a:r>
            <a:r>
              <a:rPr lang="en-US" dirty="0">
                <a:solidFill>
                  <a:srgbClr val="666666"/>
                </a:solidFill>
                <a:latin typeface="Courier New"/>
                <a:ea typeface="Courier New"/>
                <a:cs typeface="Courier New"/>
                <a:sym typeface="Courier New"/>
              </a:rPr>
              <a:t>- </a:t>
            </a:r>
            <a:r>
              <a:rPr lang="en-US" dirty="0" err="1">
                <a:latin typeface="Courier New"/>
                <a:ea typeface="Courier New"/>
                <a:cs typeface="Courier New"/>
                <a:sym typeface="Courier New"/>
              </a:rPr>
              <a:t>min_xt</a:t>
            </a:r>
            <a:r>
              <a:rPr lang="en-US" dirty="0">
                <a:latin typeface="Courier New"/>
                <a:ea typeface="Courier New"/>
                <a:cs typeface="Courier New"/>
                <a:sym typeface="Courier New"/>
              </a:rPr>
              <a:t>)</a:t>
            </a:r>
            <a:r>
              <a:rPr lang="en-US" dirty="0">
                <a:solidFill>
                  <a:srgbClr val="666666"/>
                </a:solidFill>
                <a:latin typeface="Courier New"/>
                <a:ea typeface="Courier New"/>
                <a:cs typeface="Courier New"/>
                <a:sym typeface="Courier New"/>
              </a:rPr>
              <a:t>/</a:t>
            </a:r>
            <a:r>
              <a:rPr lang="en-US" dirty="0" err="1">
                <a:latin typeface="Courier New"/>
                <a:ea typeface="Courier New"/>
                <a:cs typeface="Courier New"/>
                <a:sym typeface="Courier New"/>
              </a:rPr>
              <a:t>rng_xt</a:t>
            </a:r>
            <a:r>
              <a:rPr lang="en-US" dirty="0">
                <a:latin typeface="Courier New"/>
                <a:ea typeface="Courier New"/>
                <a:cs typeface="Courier New"/>
                <a:sym typeface="Courier New"/>
              </a:rPr>
              <a:t> </a:t>
            </a:r>
            <a:r>
              <a:rPr lang="en-US" dirty="0">
                <a:solidFill>
                  <a:srgbClr val="666666"/>
                </a:solidFill>
                <a:latin typeface="Courier New"/>
                <a:ea typeface="Courier New"/>
                <a:cs typeface="Courier New"/>
                <a:sym typeface="Courier New"/>
              </a:rPr>
              <a:t>-1 </a:t>
            </a:r>
            <a:r>
              <a:rPr lang="en-US" dirty="0" err="1">
                <a:latin typeface="Courier New"/>
                <a:ea typeface="Courier New"/>
                <a:cs typeface="Courier New"/>
                <a:sym typeface="Courier New"/>
              </a:rPr>
              <a:t>yt</a:t>
            </a:r>
            <a:r>
              <a:rPr lang="en-US" dirty="0">
                <a:latin typeface="Courier New"/>
                <a:ea typeface="Courier New"/>
                <a:cs typeface="Courier New"/>
                <a:sym typeface="Courier New"/>
              </a:rPr>
              <a:t> </a:t>
            </a:r>
            <a:r>
              <a:rPr lang="en-US" dirty="0">
                <a:solidFill>
                  <a:srgbClr val="666666"/>
                </a:solidFill>
                <a:latin typeface="Courier New"/>
                <a:ea typeface="Courier New"/>
                <a:cs typeface="Courier New"/>
                <a:sym typeface="Courier New"/>
              </a:rPr>
              <a:t>= </a:t>
            </a:r>
            <a:r>
              <a:rPr lang="en-US" dirty="0" err="1">
                <a:latin typeface="Courier New"/>
                <a:ea typeface="Courier New"/>
                <a:cs typeface="Courier New"/>
                <a:sym typeface="Courier New"/>
              </a:rPr>
              <a:t>df_daily</a:t>
            </a:r>
            <a:r>
              <a:rPr lang="en-US" dirty="0" err="1">
                <a:solidFill>
                  <a:srgbClr val="666666"/>
                </a:solidFill>
                <a:latin typeface="Courier New"/>
                <a:ea typeface="Courier New"/>
                <a:cs typeface="Courier New"/>
                <a:sym typeface="Courier New"/>
              </a:rPr>
              <a:t>.</a:t>
            </a:r>
            <a:r>
              <a:rPr lang="en-US" dirty="0" err="1">
                <a:latin typeface="Courier New"/>
                <a:ea typeface="Courier New"/>
                <a:cs typeface="Courier New"/>
                <a:sym typeface="Courier New"/>
              </a:rPr>
              <a:t>iloc</a:t>
            </a:r>
            <a:r>
              <a:rPr lang="en-US" dirty="0">
                <a:latin typeface="Courier New"/>
                <a:ea typeface="Courier New"/>
                <a:cs typeface="Courier New"/>
                <a:sym typeface="Courier New"/>
              </a:rPr>
              <a:t>[idx_train,</a:t>
            </a:r>
            <a:r>
              <a:rPr lang="en-US" dirty="0">
                <a:solidFill>
                  <a:srgbClr val="666666"/>
                </a:solidFill>
                <a:latin typeface="Courier New"/>
                <a:ea typeface="Courier New"/>
                <a:cs typeface="Courier New"/>
                <a:sym typeface="Courier New"/>
              </a:rPr>
              <a:t>1</a:t>
            </a:r>
            <a:r>
              <a:rPr lang="en-US" dirty="0">
                <a:latin typeface="Courier New"/>
                <a:ea typeface="Courier New"/>
                <a:cs typeface="Courier New"/>
                <a:sym typeface="Courier New"/>
              </a:rPr>
              <a:t>]</a:t>
            </a:r>
          </a:p>
          <a:p>
            <a:pPr marL="182880" lvl="0" indent="0" algn="l" rtl="0">
              <a:lnSpc>
                <a:spcPct val="116071"/>
              </a:lnSpc>
              <a:spcBef>
                <a:spcPts val="0"/>
              </a:spcBef>
              <a:spcAft>
                <a:spcPts val="0"/>
              </a:spcAft>
              <a:buNone/>
            </a:pPr>
            <a:r>
              <a:rPr lang="en-US" dirty="0" err="1">
                <a:latin typeface="Courier New"/>
                <a:ea typeface="Courier New"/>
                <a:cs typeface="Courier New"/>
                <a:sym typeface="Courier New"/>
              </a:rPr>
              <a:t>ycv</a:t>
            </a:r>
            <a:r>
              <a:rPr lang="en-US" dirty="0">
                <a:latin typeface="Courier New"/>
                <a:ea typeface="Courier New"/>
                <a:cs typeface="Courier New"/>
                <a:sym typeface="Courier New"/>
              </a:rPr>
              <a:t> </a:t>
            </a:r>
            <a:r>
              <a:rPr lang="en-US" dirty="0">
                <a:solidFill>
                  <a:srgbClr val="666666"/>
                </a:solidFill>
                <a:latin typeface="Courier New"/>
                <a:ea typeface="Courier New"/>
                <a:cs typeface="Courier New"/>
                <a:sym typeface="Courier New"/>
              </a:rPr>
              <a:t>= </a:t>
            </a:r>
            <a:r>
              <a:rPr lang="en-US" dirty="0" err="1">
                <a:latin typeface="Courier New"/>
                <a:ea typeface="Courier New"/>
                <a:cs typeface="Courier New"/>
                <a:sym typeface="Courier New"/>
              </a:rPr>
              <a:t>df_daily</a:t>
            </a:r>
            <a:r>
              <a:rPr lang="en-US" dirty="0" err="1">
                <a:solidFill>
                  <a:srgbClr val="666666"/>
                </a:solidFill>
                <a:latin typeface="Courier New"/>
                <a:ea typeface="Courier New"/>
                <a:cs typeface="Courier New"/>
                <a:sym typeface="Courier New"/>
              </a:rPr>
              <a:t>.</a:t>
            </a:r>
            <a:r>
              <a:rPr lang="en-US" dirty="0" err="1">
                <a:latin typeface="Courier New"/>
                <a:ea typeface="Courier New"/>
                <a:cs typeface="Courier New"/>
                <a:sym typeface="Courier New"/>
              </a:rPr>
              <a:t>iloc</a:t>
            </a:r>
            <a:r>
              <a:rPr lang="en-US" dirty="0">
                <a:latin typeface="Courier New"/>
                <a:ea typeface="Courier New"/>
                <a:cs typeface="Courier New"/>
                <a:sym typeface="Courier New"/>
              </a:rPr>
              <a:t>[idx_cv,</a:t>
            </a:r>
            <a:r>
              <a:rPr lang="en-US" dirty="0">
                <a:solidFill>
                  <a:srgbClr val="666666"/>
                </a:solidFill>
                <a:latin typeface="Courier New"/>
                <a:ea typeface="Courier New"/>
                <a:cs typeface="Courier New"/>
                <a:sym typeface="Courier New"/>
              </a:rPr>
              <a:t>1</a:t>
            </a:r>
            <a:r>
              <a:rPr lang="en-US" dirty="0">
                <a:latin typeface="Courier New"/>
                <a:ea typeface="Courier New"/>
                <a:cs typeface="Courier New"/>
                <a:sym typeface="Courier New"/>
              </a:rPr>
              <a:t>]</a:t>
            </a:r>
          </a:p>
          <a:p>
            <a:pPr marL="0" lvl="0" indent="0" algn="l" rtl="0">
              <a:lnSpc>
                <a:spcPct val="100000"/>
              </a:lnSpc>
              <a:spcBef>
                <a:spcPts val="140"/>
              </a:spcBef>
              <a:spcAft>
                <a:spcPts val="0"/>
              </a:spcAft>
              <a:buNone/>
            </a:pPr>
            <a:endParaRPr lang="en-US" dirty="0">
              <a:latin typeface="Courier New"/>
              <a:ea typeface="Courier New"/>
              <a:cs typeface="Courier New"/>
              <a:sym typeface="Courier New"/>
            </a:endParaRPr>
          </a:p>
          <a:p>
            <a:pPr marL="182880" lvl="0" indent="0" algn="l" rtl="0">
              <a:lnSpc>
                <a:spcPct val="100000"/>
              </a:lnSpc>
              <a:spcBef>
                <a:spcPts val="0"/>
              </a:spcBef>
              <a:spcAft>
                <a:spcPts val="0"/>
              </a:spcAft>
              <a:buNone/>
            </a:pPr>
            <a:r>
              <a:rPr lang="en-US" i="1" dirty="0">
                <a:solidFill>
                  <a:srgbClr val="408080"/>
                </a:solidFill>
                <a:latin typeface="Courier New"/>
                <a:ea typeface="Courier New"/>
                <a:cs typeface="Courier New"/>
                <a:sym typeface="Courier New"/>
              </a:rPr>
              <a:t># compute least squares solution and error on holdout and training</a:t>
            </a:r>
            <a:endParaRPr lang="en-US" dirty="0">
              <a:latin typeface="Courier New"/>
              <a:ea typeface="Courier New"/>
              <a:cs typeface="Courier New"/>
              <a:sym typeface="Courier New"/>
            </a:endParaRPr>
          </a:p>
          <a:p>
            <a:pPr marL="182880" marR="1916429" lvl="0" indent="0" algn="l" rtl="0">
              <a:lnSpc>
                <a:spcPct val="115000"/>
              </a:lnSpc>
              <a:spcBef>
                <a:spcPts val="135"/>
              </a:spcBef>
              <a:spcAft>
                <a:spcPts val="0"/>
              </a:spcAft>
              <a:buNone/>
            </a:pPr>
            <a:r>
              <a:rPr lang="en-US" dirty="0">
                <a:latin typeface="Courier New"/>
                <a:ea typeface="Courier New"/>
                <a:cs typeface="Courier New"/>
                <a:sym typeface="Courier New"/>
              </a:rPr>
              <a:t>X </a:t>
            </a:r>
            <a:r>
              <a:rPr lang="en-US" dirty="0">
                <a:solidFill>
                  <a:srgbClr val="666666"/>
                </a:solidFill>
                <a:latin typeface="Courier New"/>
                <a:ea typeface="Courier New"/>
                <a:cs typeface="Courier New"/>
                <a:sym typeface="Courier New"/>
              </a:rPr>
              <a:t>= </a:t>
            </a:r>
            <a:r>
              <a:rPr lang="en-US" dirty="0" err="1">
                <a:latin typeface="Courier New"/>
                <a:ea typeface="Courier New"/>
                <a:cs typeface="Courier New"/>
                <a:sym typeface="Courier New"/>
              </a:rPr>
              <a:t>np</a:t>
            </a:r>
            <a:r>
              <a:rPr lang="en-US" dirty="0" err="1">
                <a:solidFill>
                  <a:srgbClr val="666666"/>
                </a:solidFill>
                <a:latin typeface="Courier New"/>
                <a:ea typeface="Courier New"/>
                <a:cs typeface="Courier New"/>
                <a:sym typeface="Courier New"/>
              </a:rPr>
              <a:t>.</a:t>
            </a:r>
            <a:r>
              <a:rPr lang="en-US" dirty="0" err="1">
                <a:latin typeface="Courier New"/>
                <a:ea typeface="Courier New"/>
                <a:cs typeface="Courier New"/>
                <a:sym typeface="Courier New"/>
              </a:rPr>
              <a:t>vstack</a:t>
            </a:r>
            <a:r>
              <a:rPr lang="en-US" dirty="0">
                <a:latin typeface="Courier New"/>
                <a:ea typeface="Courier New"/>
                <a:cs typeface="Courier New"/>
                <a:sym typeface="Courier New"/>
              </a:rPr>
              <a:t>([</a:t>
            </a:r>
            <a:r>
              <a:rPr lang="en-US" dirty="0" err="1">
                <a:latin typeface="Courier New"/>
                <a:ea typeface="Courier New"/>
                <a:cs typeface="Courier New"/>
                <a:sym typeface="Courier New"/>
              </a:rPr>
              <a:t>xt</a:t>
            </a:r>
            <a:r>
              <a:rPr lang="en-US" dirty="0">
                <a:solidFill>
                  <a:srgbClr val="666666"/>
                </a:solidFill>
                <a:latin typeface="Courier New"/>
                <a:ea typeface="Courier New"/>
                <a:cs typeface="Courier New"/>
                <a:sym typeface="Courier New"/>
              </a:rPr>
              <a:t>**</a:t>
            </a:r>
            <a:r>
              <a:rPr lang="en-US" dirty="0" err="1">
                <a:latin typeface="Courier New"/>
                <a:ea typeface="Courier New"/>
                <a:cs typeface="Courier New"/>
                <a:sym typeface="Courier New"/>
              </a:rPr>
              <a:t>i</a:t>
            </a:r>
            <a:r>
              <a:rPr lang="en-US" dirty="0">
                <a:latin typeface="Courier New"/>
                <a:ea typeface="Courier New"/>
                <a:cs typeface="Courier New"/>
                <a:sym typeface="Courier New"/>
              </a:rPr>
              <a:t> </a:t>
            </a:r>
            <a:r>
              <a:rPr lang="en-US" b="1" dirty="0">
                <a:solidFill>
                  <a:srgbClr val="008000"/>
                </a:solidFill>
                <a:latin typeface="Courier New"/>
                <a:ea typeface="Courier New"/>
                <a:cs typeface="Courier New"/>
                <a:sym typeface="Courier New"/>
              </a:rPr>
              <a:t>for </a:t>
            </a:r>
            <a:r>
              <a:rPr lang="en-US" dirty="0" err="1">
                <a:latin typeface="Courier New"/>
                <a:ea typeface="Courier New"/>
                <a:cs typeface="Courier New"/>
                <a:sym typeface="Courier New"/>
              </a:rPr>
              <a:t>i</a:t>
            </a:r>
            <a:r>
              <a:rPr lang="en-US" dirty="0">
                <a:latin typeface="Courier New"/>
                <a:ea typeface="Courier New"/>
                <a:cs typeface="Courier New"/>
                <a:sym typeface="Courier New"/>
              </a:rPr>
              <a:t> </a:t>
            </a:r>
            <a:r>
              <a:rPr lang="en-US" b="1" dirty="0">
                <a:solidFill>
                  <a:srgbClr val="AA21FF"/>
                </a:solidFill>
                <a:latin typeface="Courier New"/>
                <a:ea typeface="Courier New"/>
                <a:cs typeface="Courier New"/>
                <a:sym typeface="Courier New"/>
              </a:rPr>
              <a:t>in </a:t>
            </a:r>
            <a:r>
              <a:rPr lang="en-US" dirty="0">
                <a:solidFill>
                  <a:srgbClr val="008000"/>
                </a:solidFill>
                <a:latin typeface="Courier New"/>
                <a:ea typeface="Courier New"/>
                <a:cs typeface="Courier New"/>
                <a:sym typeface="Courier New"/>
              </a:rPr>
              <a:t>range</a:t>
            </a:r>
            <a:r>
              <a:rPr lang="en-US" dirty="0">
                <a:latin typeface="Courier New"/>
                <a:ea typeface="Courier New"/>
                <a:cs typeface="Courier New"/>
                <a:sym typeface="Courier New"/>
              </a:rPr>
              <a:t>(poly_degree,</a:t>
            </a:r>
            <a:r>
              <a:rPr lang="en-US" dirty="0">
                <a:solidFill>
                  <a:srgbClr val="666666"/>
                </a:solidFill>
                <a:latin typeface="Courier New"/>
                <a:ea typeface="Courier New"/>
                <a:cs typeface="Courier New"/>
                <a:sym typeface="Courier New"/>
              </a:rPr>
              <a:t>-1</a:t>
            </a:r>
            <a:r>
              <a:rPr lang="en-US" dirty="0">
                <a:latin typeface="Courier New"/>
                <a:ea typeface="Courier New"/>
                <a:cs typeface="Courier New"/>
                <a:sym typeface="Courier New"/>
              </a:rPr>
              <a:t>,</a:t>
            </a:r>
            <a:r>
              <a:rPr lang="en-US" dirty="0">
                <a:solidFill>
                  <a:srgbClr val="666666"/>
                </a:solidFill>
                <a:latin typeface="Courier New"/>
                <a:ea typeface="Courier New"/>
                <a:cs typeface="Courier New"/>
                <a:sym typeface="Courier New"/>
              </a:rPr>
              <a:t>-1</a:t>
            </a:r>
            <a:r>
              <a:rPr lang="en-US" dirty="0">
                <a:latin typeface="Courier New"/>
                <a:ea typeface="Courier New"/>
                <a:cs typeface="Courier New"/>
                <a:sym typeface="Courier New"/>
              </a:rPr>
              <a:t>)])</a:t>
            </a:r>
            <a:r>
              <a:rPr lang="en-US" dirty="0">
                <a:solidFill>
                  <a:srgbClr val="666666"/>
                </a:solidFill>
                <a:latin typeface="Courier New"/>
                <a:ea typeface="Courier New"/>
                <a:cs typeface="Courier New"/>
                <a:sym typeface="Courier New"/>
              </a:rPr>
              <a:t>.</a:t>
            </a:r>
            <a:r>
              <a:rPr lang="en-US" dirty="0">
                <a:latin typeface="Courier New"/>
                <a:ea typeface="Courier New"/>
                <a:cs typeface="Courier New"/>
                <a:sym typeface="Courier New"/>
              </a:rPr>
              <a:t>T theta </a:t>
            </a:r>
            <a:r>
              <a:rPr lang="en-US" dirty="0">
                <a:solidFill>
                  <a:srgbClr val="666666"/>
                </a:solidFill>
                <a:latin typeface="Courier New"/>
                <a:ea typeface="Courier New"/>
                <a:cs typeface="Courier New"/>
                <a:sym typeface="Courier New"/>
              </a:rPr>
              <a:t>= </a:t>
            </a:r>
            <a:r>
              <a:rPr lang="en-US" dirty="0" err="1">
                <a:latin typeface="Courier New"/>
                <a:ea typeface="Courier New"/>
                <a:cs typeface="Courier New"/>
                <a:sym typeface="Courier New"/>
              </a:rPr>
              <a:t>np</a:t>
            </a:r>
            <a:r>
              <a:rPr lang="en-US" dirty="0" err="1">
                <a:solidFill>
                  <a:srgbClr val="666666"/>
                </a:solidFill>
                <a:latin typeface="Courier New"/>
                <a:ea typeface="Courier New"/>
                <a:cs typeface="Courier New"/>
                <a:sym typeface="Courier New"/>
              </a:rPr>
              <a:t>.</a:t>
            </a:r>
            <a:r>
              <a:rPr lang="en-US" dirty="0" err="1">
                <a:latin typeface="Courier New"/>
                <a:ea typeface="Courier New"/>
                <a:cs typeface="Courier New"/>
                <a:sym typeface="Courier New"/>
              </a:rPr>
              <a:t>linalg</a:t>
            </a:r>
            <a:r>
              <a:rPr lang="en-US" dirty="0" err="1">
                <a:solidFill>
                  <a:srgbClr val="666666"/>
                </a:solidFill>
                <a:latin typeface="Courier New"/>
                <a:ea typeface="Courier New"/>
                <a:cs typeface="Courier New"/>
                <a:sym typeface="Courier New"/>
              </a:rPr>
              <a:t>.</a:t>
            </a:r>
            <a:r>
              <a:rPr lang="en-US" dirty="0" err="1">
                <a:latin typeface="Courier New"/>
                <a:ea typeface="Courier New"/>
                <a:cs typeface="Courier New"/>
                <a:sym typeface="Courier New"/>
              </a:rPr>
              <a:t>solve</a:t>
            </a:r>
            <a:r>
              <a:rPr lang="en-US" dirty="0">
                <a:latin typeface="Courier New"/>
                <a:ea typeface="Courier New"/>
                <a:cs typeface="Courier New"/>
                <a:sym typeface="Courier New"/>
              </a:rPr>
              <a:t>(</a:t>
            </a:r>
            <a:r>
              <a:rPr lang="en-US" dirty="0" err="1">
                <a:latin typeface="Courier New"/>
                <a:ea typeface="Courier New"/>
                <a:cs typeface="Courier New"/>
                <a:sym typeface="Courier New"/>
              </a:rPr>
              <a:t>X</a:t>
            </a:r>
            <a:r>
              <a:rPr lang="en-US" dirty="0" err="1">
                <a:solidFill>
                  <a:srgbClr val="666666"/>
                </a:solidFill>
                <a:latin typeface="Courier New"/>
                <a:ea typeface="Courier New"/>
                <a:cs typeface="Courier New"/>
                <a:sym typeface="Courier New"/>
              </a:rPr>
              <a:t>.</a:t>
            </a:r>
            <a:r>
              <a:rPr lang="en-US" dirty="0" err="1">
                <a:latin typeface="Courier New"/>
                <a:ea typeface="Courier New"/>
                <a:cs typeface="Courier New"/>
                <a:sym typeface="Courier New"/>
              </a:rPr>
              <a:t>T</a:t>
            </a:r>
            <a:r>
              <a:rPr lang="en-US" dirty="0" err="1">
                <a:solidFill>
                  <a:srgbClr val="666666"/>
                </a:solidFill>
                <a:latin typeface="Courier New"/>
                <a:ea typeface="Courier New"/>
                <a:cs typeface="Courier New"/>
                <a:sym typeface="Courier New"/>
              </a:rPr>
              <a:t>.</a:t>
            </a:r>
            <a:r>
              <a:rPr lang="en-US" dirty="0" err="1">
                <a:latin typeface="Courier New"/>
                <a:ea typeface="Courier New"/>
                <a:cs typeface="Courier New"/>
                <a:sym typeface="Courier New"/>
              </a:rPr>
              <a:t>dot</a:t>
            </a:r>
            <a:r>
              <a:rPr lang="en-US" dirty="0">
                <a:latin typeface="Courier New"/>
                <a:ea typeface="Courier New"/>
                <a:cs typeface="Courier New"/>
                <a:sym typeface="Courier New"/>
              </a:rPr>
              <a:t>(X), </a:t>
            </a:r>
            <a:r>
              <a:rPr lang="en-US" dirty="0" err="1">
                <a:latin typeface="Courier New"/>
                <a:ea typeface="Courier New"/>
                <a:cs typeface="Courier New"/>
                <a:sym typeface="Courier New"/>
              </a:rPr>
              <a:t>X</a:t>
            </a:r>
            <a:r>
              <a:rPr lang="en-US" dirty="0" err="1">
                <a:solidFill>
                  <a:srgbClr val="666666"/>
                </a:solidFill>
                <a:latin typeface="Courier New"/>
                <a:ea typeface="Courier New"/>
                <a:cs typeface="Courier New"/>
                <a:sym typeface="Courier New"/>
              </a:rPr>
              <a:t>.</a:t>
            </a:r>
            <a:r>
              <a:rPr lang="en-US" dirty="0" err="1">
                <a:latin typeface="Courier New"/>
                <a:ea typeface="Courier New"/>
                <a:cs typeface="Courier New"/>
                <a:sym typeface="Courier New"/>
              </a:rPr>
              <a:t>T</a:t>
            </a:r>
            <a:r>
              <a:rPr lang="en-US" dirty="0" err="1">
                <a:solidFill>
                  <a:srgbClr val="666666"/>
                </a:solidFill>
                <a:latin typeface="Courier New"/>
                <a:ea typeface="Courier New"/>
                <a:cs typeface="Courier New"/>
                <a:sym typeface="Courier New"/>
              </a:rPr>
              <a:t>.</a:t>
            </a:r>
            <a:r>
              <a:rPr lang="en-US" dirty="0" err="1">
                <a:latin typeface="Courier New"/>
                <a:ea typeface="Courier New"/>
                <a:cs typeface="Courier New"/>
                <a:sym typeface="Courier New"/>
              </a:rPr>
              <a:t>dot</a:t>
            </a:r>
            <a:r>
              <a:rPr lang="en-US" dirty="0">
                <a:latin typeface="Courier New"/>
                <a:ea typeface="Courier New"/>
                <a:cs typeface="Courier New"/>
                <a:sym typeface="Courier New"/>
              </a:rPr>
              <a:t>(</a:t>
            </a:r>
            <a:r>
              <a:rPr lang="en-US" dirty="0" err="1">
                <a:latin typeface="Courier New"/>
                <a:ea typeface="Courier New"/>
                <a:cs typeface="Courier New"/>
                <a:sym typeface="Courier New"/>
              </a:rPr>
              <a:t>yt</a:t>
            </a:r>
            <a:r>
              <a:rPr lang="en-US" dirty="0">
                <a:latin typeface="Courier New"/>
                <a:ea typeface="Courier New"/>
                <a:cs typeface="Courier New"/>
                <a:sym typeface="Courier New"/>
              </a:rPr>
              <a:t>))</a:t>
            </a:r>
          </a:p>
          <a:p>
            <a:pPr marL="182880" lvl="0" indent="0" algn="l" rtl="0">
              <a:lnSpc>
                <a:spcPct val="116785"/>
              </a:lnSpc>
              <a:spcBef>
                <a:spcPts val="0"/>
              </a:spcBef>
              <a:spcAft>
                <a:spcPts val="0"/>
              </a:spcAft>
              <a:buNone/>
            </a:pPr>
            <a:r>
              <a:rPr lang="en-US" dirty="0" err="1">
                <a:latin typeface="Courier New"/>
                <a:ea typeface="Courier New"/>
                <a:cs typeface="Courier New"/>
                <a:sym typeface="Courier New"/>
              </a:rPr>
              <a:t>err_train</a:t>
            </a:r>
            <a:r>
              <a:rPr lang="en-US" dirty="0">
                <a:latin typeface="Courier New"/>
                <a:ea typeface="Courier New"/>
                <a:cs typeface="Courier New"/>
                <a:sym typeface="Courier New"/>
              </a:rPr>
              <a:t> </a:t>
            </a:r>
            <a:r>
              <a:rPr lang="en-US" dirty="0">
                <a:solidFill>
                  <a:srgbClr val="666666"/>
                </a:solidFill>
                <a:latin typeface="Courier New"/>
                <a:ea typeface="Courier New"/>
                <a:cs typeface="Courier New"/>
                <a:sym typeface="Courier New"/>
              </a:rPr>
              <a:t>= 0.5*</a:t>
            </a:r>
            <a:r>
              <a:rPr lang="en-US" dirty="0" err="1">
                <a:latin typeface="Courier New"/>
                <a:ea typeface="Courier New"/>
                <a:cs typeface="Courier New"/>
                <a:sym typeface="Courier New"/>
              </a:rPr>
              <a:t>np</a:t>
            </a:r>
            <a:r>
              <a:rPr lang="en-US" dirty="0" err="1">
                <a:solidFill>
                  <a:srgbClr val="666666"/>
                </a:solidFill>
                <a:latin typeface="Courier New"/>
                <a:ea typeface="Courier New"/>
                <a:cs typeface="Courier New"/>
                <a:sym typeface="Courier New"/>
              </a:rPr>
              <a:t>.</a:t>
            </a:r>
            <a:r>
              <a:rPr lang="en-US" dirty="0" err="1">
                <a:latin typeface="Courier New"/>
                <a:ea typeface="Courier New"/>
                <a:cs typeface="Courier New"/>
                <a:sym typeface="Courier New"/>
              </a:rPr>
              <a:t>linalg</a:t>
            </a:r>
            <a:r>
              <a:rPr lang="en-US" dirty="0" err="1">
                <a:solidFill>
                  <a:srgbClr val="666666"/>
                </a:solidFill>
                <a:latin typeface="Courier New"/>
                <a:ea typeface="Courier New"/>
                <a:cs typeface="Courier New"/>
                <a:sym typeface="Courier New"/>
              </a:rPr>
              <a:t>.</a:t>
            </a:r>
            <a:r>
              <a:rPr lang="en-US" dirty="0" err="1">
                <a:latin typeface="Courier New"/>
                <a:ea typeface="Courier New"/>
                <a:cs typeface="Courier New"/>
                <a:sym typeface="Courier New"/>
              </a:rPr>
              <a:t>norm</a:t>
            </a:r>
            <a:r>
              <a:rPr lang="en-US" dirty="0">
                <a:latin typeface="Courier New"/>
                <a:ea typeface="Courier New"/>
                <a:cs typeface="Courier New"/>
                <a:sym typeface="Courier New"/>
              </a:rPr>
              <a:t>(</a:t>
            </a:r>
            <a:r>
              <a:rPr lang="en-US" dirty="0" err="1">
                <a:latin typeface="Courier New"/>
                <a:ea typeface="Courier New"/>
                <a:cs typeface="Courier New"/>
                <a:sym typeface="Courier New"/>
              </a:rPr>
              <a:t>X</a:t>
            </a:r>
            <a:r>
              <a:rPr lang="en-US" dirty="0" err="1">
                <a:solidFill>
                  <a:srgbClr val="666666"/>
                </a:solidFill>
                <a:latin typeface="Courier New"/>
                <a:ea typeface="Courier New"/>
                <a:cs typeface="Courier New"/>
                <a:sym typeface="Courier New"/>
              </a:rPr>
              <a:t>.</a:t>
            </a:r>
            <a:r>
              <a:rPr lang="en-US" dirty="0" err="1">
                <a:latin typeface="Courier New"/>
                <a:ea typeface="Courier New"/>
                <a:cs typeface="Courier New"/>
                <a:sym typeface="Courier New"/>
              </a:rPr>
              <a:t>dot</a:t>
            </a:r>
            <a:r>
              <a:rPr lang="en-US" dirty="0">
                <a:latin typeface="Courier New"/>
                <a:ea typeface="Courier New"/>
                <a:cs typeface="Courier New"/>
                <a:sym typeface="Courier New"/>
              </a:rPr>
              <a:t>(theta) </a:t>
            </a:r>
            <a:r>
              <a:rPr lang="en-US" dirty="0">
                <a:solidFill>
                  <a:srgbClr val="666666"/>
                </a:solidFill>
                <a:latin typeface="Courier New"/>
                <a:ea typeface="Courier New"/>
                <a:cs typeface="Courier New"/>
                <a:sym typeface="Courier New"/>
              </a:rPr>
              <a:t>- </a:t>
            </a:r>
            <a:r>
              <a:rPr lang="en-US" dirty="0" err="1">
                <a:latin typeface="Courier New"/>
                <a:ea typeface="Courier New"/>
                <a:cs typeface="Courier New"/>
                <a:sym typeface="Courier New"/>
              </a:rPr>
              <a:t>yt</a:t>
            </a:r>
            <a:r>
              <a:rPr lang="en-US" dirty="0">
                <a:latin typeface="Courier New"/>
                <a:ea typeface="Courier New"/>
                <a:cs typeface="Courier New"/>
                <a:sym typeface="Courier New"/>
              </a:rPr>
              <a:t>)</a:t>
            </a:r>
            <a:r>
              <a:rPr lang="en-US" dirty="0">
                <a:solidFill>
                  <a:srgbClr val="666666"/>
                </a:solidFill>
                <a:latin typeface="Courier New"/>
                <a:ea typeface="Courier New"/>
                <a:cs typeface="Courier New"/>
                <a:sym typeface="Courier New"/>
              </a:rPr>
              <a:t>**2/</a:t>
            </a:r>
            <a:r>
              <a:rPr lang="en-US" dirty="0" err="1">
                <a:solidFill>
                  <a:srgbClr val="008000"/>
                </a:solidFill>
                <a:latin typeface="Courier New"/>
                <a:ea typeface="Courier New"/>
                <a:cs typeface="Courier New"/>
                <a:sym typeface="Courier New"/>
              </a:rPr>
              <a:t>len</a:t>
            </a:r>
            <a:r>
              <a:rPr lang="en-US" dirty="0">
                <a:latin typeface="Courier New"/>
                <a:ea typeface="Courier New"/>
                <a:cs typeface="Courier New"/>
                <a:sym typeface="Courier New"/>
              </a:rPr>
              <a:t>(</a:t>
            </a:r>
            <a:r>
              <a:rPr lang="en-US" dirty="0" err="1">
                <a:latin typeface="Courier New"/>
                <a:ea typeface="Courier New"/>
                <a:cs typeface="Courier New"/>
                <a:sym typeface="Courier New"/>
              </a:rPr>
              <a:t>idx_train</a:t>
            </a:r>
            <a:r>
              <a:rPr lang="en-US" dirty="0">
                <a:latin typeface="Courier New"/>
                <a:ea typeface="Courier New"/>
                <a:cs typeface="Courier New"/>
                <a:sym typeface="Courier New"/>
              </a:rPr>
              <a:t>)</a:t>
            </a:r>
          </a:p>
          <a:p>
            <a:pPr marL="182880" lvl="0" indent="0" algn="l" rtl="0">
              <a:lnSpc>
                <a:spcPct val="100000"/>
              </a:lnSpc>
              <a:spcBef>
                <a:spcPts val="25"/>
              </a:spcBef>
              <a:spcAft>
                <a:spcPts val="0"/>
              </a:spcAft>
              <a:buNone/>
            </a:pPr>
            <a:r>
              <a:rPr lang="en-US" dirty="0" err="1">
                <a:latin typeface="Courier New"/>
                <a:ea typeface="Courier New"/>
                <a:cs typeface="Courier New"/>
                <a:sym typeface="Courier New"/>
              </a:rPr>
              <a:t>err_cv</a:t>
            </a:r>
            <a:r>
              <a:rPr lang="en-US" dirty="0">
                <a:latin typeface="Courier New"/>
                <a:ea typeface="Courier New"/>
                <a:cs typeface="Courier New"/>
                <a:sym typeface="Courier New"/>
              </a:rPr>
              <a:t> </a:t>
            </a:r>
            <a:r>
              <a:rPr lang="en-US" dirty="0">
                <a:solidFill>
                  <a:srgbClr val="666666"/>
                </a:solidFill>
                <a:latin typeface="Courier New"/>
                <a:ea typeface="Courier New"/>
                <a:cs typeface="Courier New"/>
                <a:sym typeface="Courier New"/>
              </a:rPr>
              <a:t>= 0.5*</a:t>
            </a:r>
            <a:r>
              <a:rPr lang="en-US" dirty="0" err="1">
                <a:latin typeface="Courier New"/>
                <a:ea typeface="Courier New"/>
                <a:cs typeface="Courier New"/>
                <a:sym typeface="Courier New"/>
              </a:rPr>
              <a:t>np</a:t>
            </a:r>
            <a:r>
              <a:rPr lang="en-US" dirty="0" err="1">
                <a:solidFill>
                  <a:srgbClr val="666666"/>
                </a:solidFill>
                <a:latin typeface="Courier New"/>
                <a:ea typeface="Courier New"/>
                <a:cs typeface="Courier New"/>
                <a:sym typeface="Courier New"/>
              </a:rPr>
              <a:t>.</a:t>
            </a:r>
            <a:r>
              <a:rPr lang="en-US" dirty="0" err="1">
                <a:latin typeface="Courier New"/>
                <a:ea typeface="Courier New"/>
                <a:cs typeface="Courier New"/>
                <a:sym typeface="Courier New"/>
              </a:rPr>
              <a:t>linalg</a:t>
            </a:r>
            <a:r>
              <a:rPr lang="en-US" dirty="0" err="1">
                <a:solidFill>
                  <a:srgbClr val="666666"/>
                </a:solidFill>
                <a:latin typeface="Courier New"/>
                <a:ea typeface="Courier New"/>
                <a:cs typeface="Courier New"/>
                <a:sym typeface="Courier New"/>
              </a:rPr>
              <a:t>.</a:t>
            </a:r>
            <a:r>
              <a:rPr lang="en-US" dirty="0" err="1">
                <a:latin typeface="Courier New"/>
                <a:ea typeface="Courier New"/>
                <a:cs typeface="Courier New"/>
                <a:sym typeface="Courier New"/>
              </a:rPr>
              <a:t>norm</a:t>
            </a:r>
            <a:r>
              <a:rPr lang="en-US" dirty="0">
                <a:latin typeface="Courier New"/>
                <a:ea typeface="Courier New"/>
                <a:cs typeface="Courier New"/>
                <a:sym typeface="Courier New"/>
              </a:rPr>
              <a:t>(</a:t>
            </a:r>
            <a:r>
              <a:rPr lang="en-US" dirty="0" err="1">
                <a:latin typeface="Courier New"/>
                <a:ea typeface="Courier New"/>
                <a:cs typeface="Courier New"/>
                <a:sym typeface="Courier New"/>
              </a:rPr>
              <a:t>Xcv</a:t>
            </a:r>
            <a:r>
              <a:rPr lang="en-US" dirty="0" err="1">
                <a:solidFill>
                  <a:srgbClr val="666666"/>
                </a:solidFill>
                <a:latin typeface="Courier New"/>
                <a:ea typeface="Courier New"/>
                <a:cs typeface="Courier New"/>
                <a:sym typeface="Courier New"/>
              </a:rPr>
              <a:t>.</a:t>
            </a:r>
            <a:r>
              <a:rPr lang="en-US" dirty="0" err="1">
                <a:latin typeface="Courier New"/>
                <a:ea typeface="Courier New"/>
                <a:cs typeface="Courier New"/>
                <a:sym typeface="Courier New"/>
              </a:rPr>
              <a:t>dot</a:t>
            </a:r>
            <a:r>
              <a:rPr lang="en-US" dirty="0">
                <a:latin typeface="Courier New"/>
                <a:ea typeface="Courier New"/>
                <a:cs typeface="Courier New"/>
                <a:sym typeface="Courier New"/>
              </a:rPr>
              <a:t>(theta) </a:t>
            </a:r>
            <a:r>
              <a:rPr lang="en-US" dirty="0">
                <a:solidFill>
                  <a:srgbClr val="666666"/>
                </a:solidFill>
                <a:latin typeface="Courier New"/>
                <a:ea typeface="Courier New"/>
                <a:cs typeface="Courier New"/>
                <a:sym typeface="Courier New"/>
              </a:rPr>
              <a:t>- </a:t>
            </a:r>
            <a:r>
              <a:rPr lang="en-US" dirty="0" err="1">
                <a:latin typeface="Courier New"/>
                <a:ea typeface="Courier New"/>
                <a:cs typeface="Courier New"/>
                <a:sym typeface="Courier New"/>
              </a:rPr>
              <a:t>ycv</a:t>
            </a:r>
            <a:r>
              <a:rPr lang="en-US" dirty="0">
                <a:latin typeface="Courier New"/>
                <a:ea typeface="Courier New"/>
                <a:cs typeface="Courier New"/>
                <a:sym typeface="Courier New"/>
              </a:rPr>
              <a:t>)</a:t>
            </a:r>
            <a:r>
              <a:rPr lang="en-US" dirty="0">
                <a:solidFill>
                  <a:srgbClr val="666666"/>
                </a:solidFill>
                <a:latin typeface="Courier New"/>
                <a:ea typeface="Courier New"/>
                <a:cs typeface="Courier New"/>
                <a:sym typeface="Courier New"/>
              </a:rPr>
              <a:t>**2/</a:t>
            </a:r>
            <a:r>
              <a:rPr lang="en-US" dirty="0" err="1">
                <a:solidFill>
                  <a:srgbClr val="008000"/>
                </a:solidFill>
                <a:latin typeface="Courier New"/>
                <a:ea typeface="Courier New"/>
                <a:cs typeface="Courier New"/>
                <a:sym typeface="Courier New"/>
              </a:rPr>
              <a:t>len</a:t>
            </a:r>
            <a:r>
              <a:rPr lang="en-US" dirty="0">
                <a:latin typeface="Courier New"/>
                <a:ea typeface="Courier New"/>
                <a:cs typeface="Courier New"/>
                <a:sym typeface="Courier New"/>
              </a:rPr>
              <a:t>(</a:t>
            </a:r>
            <a:r>
              <a:rPr lang="en-US" dirty="0" err="1">
                <a:latin typeface="Courier New"/>
                <a:ea typeface="Courier New"/>
                <a:cs typeface="Courier New"/>
                <a:sym typeface="Courier New"/>
              </a:rPr>
              <a:t>idx_cv</a:t>
            </a:r>
            <a:r>
              <a:rPr lang="en-US" dirty="0">
                <a:latin typeface="Courier New"/>
                <a:ea typeface="Courier New"/>
                <a:cs typeface="Courier New"/>
                <a:sym typeface="Courier New"/>
              </a:rPr>
              <a:t>)</a:t>
            </a:r>
          </a:p>
        </p:txBody>
      </p:sp>
    </p:spTree>
    <p:extLst>
      <p:ext uri="{BB962C8B-B14F-4D97-AF65-F5344CB8AC3E}">
        <p14:creationId xmlns:p14="http://schemas.microsoft.com/office/powerpoint/2010/main" val="7485589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31"/>
        <p:cNvGrpSpPr/>
        <p:nvPr/>
      </p:nvGrpSpPr>
      <p:grpSpPr>
        <a:xfrm>
          <a:off x="0" y="0"/>
          <a:ext cx="0" cy="0"/>
          <a:chOff x="0" y="0"/>
          <a:chExt cx="0" cy="0"/>
        </a:xfrm>
      </p:grpSpPr>
      <p:sp>
        <p:nvSpPr>
          <p:cNvPr id="2132" name="Google Shape;2132;p97" descr="$PPTXTitle"/>
          <p:cNvSpPr txBox="1">
            <a:spLocks noGrp="1"/>
          </p:cNvSpPr>
          <p:nvPr>
            <p:ph type="ctrTitle"/>
          </p:nvPr>
        </p:nvSpPr>
        <p:spPr>
          <a:xfrm>
            <a:off x="688340" y="488187"/>
            <a:ext cx="8619007" cy="536044"/>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400" b="1" dirty="0">
                <a:solidFill>
                  <a:schemeClr val="accent1"/>
                </a:solidFill>
              </a:rPr>
              <a:t>Cartoon version of overfitting</a:t>
            </a:r>
            <a:endParaRPr sz="3400" b="1" dirty="0">
              <a:solidFill>
                <a:schemeClr val="accent1"/>
              </a:solidFill>
            </a:endParaRPr>
          </a:p>
        </p:txBody>
      </p:sp>
      <p:sp>
        <p:nvSpPr>
          <p:cNvPr id="2133" name="Google Shape;2133;p97"/>
          <p:cNvSpPr txBox="1"/>
          <p:nvPr/>
        </p:nvSpPr>
        <p:spPr>
          <a:xfrm>
            <a:off x="688340" y="1611883"/>
            <a:ext cx="10464165" cy="817788"/>
          </a:xfrm>
          <a:prstGeom prst="rect">
            <a:avLst/>
          </a:prstGeom>
          <a:noFill/>
          <a:ln>
            <a:noFill/>
          </a:ln>
        </p:spPr>
        <p:txBody>
          <a:bodyPr spcFirstLastPara="1" wrap="square" lIns="0" tIns="9525" rIns="0" bIns="0" anchor="t" anchorCtr="0">
            <a:spAutoFit/>
          </a:bodyPr>
          <a:lstStyle/>
          <a:p>
            <a:pPr marL="12700" marR="5080" lvl="0" indent="0" algn="l" rtl="0">
              <a:lnSpc>
                <a:spcPct val="100800"/>
              </a:lnSpc>
              <a:spcBef>
                <a:spcPts val="0"/>
              </a:spcBef>
              <a:spcAft>
                <a:spcPts val="0"/>
              </a:spcAft>
              <a:buNone/>
            </a:pPr>
            <a:r>
              <a:rPr lang="en-US" sz="2600" dirty="0">
                <a:latin typeface="+mj-lt"/>
                <a:ea typeface="Arial Narrow"/>
                <a:cs typeface="Arial Narrow"/>
                <a:sym typeface="Arial Narrow"/>
              </a:rPr>
              <a:t>As model becomes more complex, training loss always decreases; generalization loss decreases to a point, then starts to increase</a:t>
            </a:r>
            <a:endParaRPr sz="2600" dirty="0">
              <a:latin typeface="+mj-lt"/>
              <a:ea typeface="Arial Narrow"/>
              <a:cs typeface="Arial Narrow"/>
              <a:sym typeface="Arial Narrow"/>
            </a:endParaRPr>
          </a:p>
        </p:txBody>
      </p:sp>
      <p:grpSp>
        <p:nvGrpSpPr>
          <p:cNvPr id="2134" name="Google Shape;2134;p97"/>
          <p:cNvGrpSpPr/>
          <p:nvPr/>
        </p:nvGrpSpPr>
        <p:grpSpPr>
          <a:xfrm>
            <a:off x="1905742" y="3017323"/>
            <a:ext cx="7401605" cy="5133186"/>
            <a:chOff x="4368863" y="2532210"/>
            <a:chExt cx="4067290" cy="3095109"/>
          </a:xfrm>
        </p:grpSpPr>
        <p:sp>
          <p:nvSpPr>
            <p:cNvPr id="2135" name="Google Shape;2135;p97"/>
            <p:cNvSpPr/>
            <p:nvPr/>
          </p:nvSpPr>
          <p:spPr>
            <a:xfrm>
              <a:off x="4420946" y="2536189"/>
              <a:ext cx="3430270" cy="2741930"/>
            </a:xfrm>
            <a:custGeom>
              <a:avLst/>
              <a:gdLst/>
              <a:ahLst/>
              <a:cxnLst/>
              <a:rect l="l" t="t" r="r" b="b"/>
              <a:pathLst>
                <a:path w="3430270" h="2741929" extrusionOk="0">
                  <a:moveTo>
                    <a:pt x="3430130" y="2720340"/>
                  </a:moveTo>
                  <a:lnTo>
                    <a:pt x="21882" y="2720340"/>
                  </a:lnTo>
                  <a:lnTo>
                    <a:pt x="21882" y="0"/>
                  </a:lnTo>
                  <a:lnTo>
                    <a:pt x="21463" y="0"/>
                  </a:lnTo>
                  <a:lnTo>
                    <a:pt x="21463" y="2730284"/>
                  </a:lnTo>
                  <a:lnTo>
                    <a:pt x="21463" y="2730500"/>
                  </a:lnTo>
                  <a:lnTo>
                    <a:pt x="16383" y="2730500"/>
                  </a:lnTo>
                  <a:lnTo>
                    <a:pt x="16383" y="2725420"/>
                  </a:lnTo>
                  <a:lnTo>
                    <a:pt x="16598" y="2725420"/>
                  </a:lnTo>
                  <a:lnTo>
                    <a:pt x="21463" y="2730284"/>
                  </a:lnTo>
                  <a:lnTo>
                    <a:pt x="21463" y="0"/>
                  </a:lnTo>
                  <a:lnTo>
                    <a:pt x="0" y="0"/>
                  </a:lnTo>
                  <a:lnTo>
                    <a:pt x="0" y="2725420"/>
                  </a:lnTo>
                  <a:lnTo>
                    <a:pt x="0" y="2730500"/>
                  </a:lnTo>
                  <a:lnTo>
                    <a:pt x="5283" y="2730500"/>
                  </a:lnTo>
                  <a:lnTo>
                    <a:pt x="5283" y="2741930"/>
                  </a:lnTo>
                  <a:lnTo>
                    <a:pt x="3430130" y="2741930"/>
                  </a:lnTo>
                  <a:lnTo>
                    <a:pt x="3430130" y="2730500"/>
                  </a:lnTo>
                  <a:lnTo>
                    <a:pt x="3430130" y="272034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136" name="Google Shape;2136;p97"/>
            <p:cNvPicPr preferRelativeResize="0"/>
            <p:nvPr/>
          </p:nvPicPr>
          <p:blipFill rotWithShape="1">
            <a:blip r:embed="rId3">
              <a:alphaModFix/>
            </a:blip>
            <a:srcRect/>
            <a:stretch/>
          </p:blipFill>
          <p:spPr>
            <a:xfrm>
              <a:off x="4368863" y="2532210"/>
              <a:ext cx="126055" cy="136610"/>
            </a:xfrm>
            <a:prstGeom prst="rect">
              <a:avLst/>
            </a:prstGeom>
            <a:noFill/>
            <a:ln>
              <a:noFill/>
            </a:ln>
          </p:spPr>
        </p:pic>
        <p:pic>
          <p:nvPicPr>
            <p:cNvPr id="2137" name="Google Shape;2137;p97"/>
            <p:cNvPicPr preferRelativeResize="0"/>
            <p:nvPr/>
          </p:nvPicPr>
          <p:blipFill rotWithShape="1">
            <a:blip r:embed="rId4">
              <a:alphaModFix/>
            </a:blip>
            <a:srcRect/>
            <a:stretch/>
          </p:blipFill>
          <p:spPr>
            <a:xfrm>
              <a:off x="7718746" y="5203865"/>
              <a:ext cx="136632" cy="126034"/>
            </a:xfrm>
            <a:prstGeom prst="rect">
              <a:avLst/>
            </a:prstGeom>
            <a:noFill/>
            <a:ln>
              <a:noFill/>
            </a:ln>
          </p:spPr>
        </p:pic>
        <p:pic>
          <p:nvPicPr>
            <p:cNvPr id="2138" name="Google Shape;2138;p97"/>
            <p:cNvPicPr preferRelativeResize="0"/>
            <p:nvPr/>
          </p:nvPicPr>
          <p:blipFill rotWithShape="1">
            <a:blip r:embed="rId5">
              <a:alphaModFix/>
            </a:blip>
            <a:srcRect/>
            <a:stretch/>
          </p:blipFill>
          <p:spPr>
            <a:xfrm>
              <a:off x="4421766" y="2841656"/>
              <a:ext cx="3231271" cy="2321008"/>
            </a:xfrm>
            <a:prstGeom prst="rect">
              <a:avLst/>
            </a:prstGeom>
            <a:noFill/>
            <a:ln>
              <a:noFill/>
            </a:ln>
          </p:spPr>
        </p:pic>
        <p:pic>
          <p:nvPicPr>
            <p:cNvPr id="2139" name="Google Shape;2139;p97"/>
            <p:cNvPicPr preferRelativeResize="0"/>
            <p:nvPr/>
          </p:nvPicPr>
          <p:blipFill rotWithShape="1">
            <a:blip r:embed="rId6">
              <a:alphaModFix/>
            </a:blip>
            <a:srcRect/>
            <a:stretch/>
          </p:blipFill>
          <p:spPr>
            <a:xfrm>
              <a:off x="5183911" y="5370530"/>
              <a:ext cx="194695" cy="202665"/>
            </a:xfrm>
            <a:prstGeom prst="rect">
              <a:avLst/>
            </a:prstGeom>
            <a:noFill/>
            <a:ln>
              <a:noFill/>
            </a:ln>
          </p:spPr>
        </p:pic>
        <p:pic>
          <p:nvPicPr>
            <p:cNvPr id="2140" name="Google Shape;2140;p97"/>
            <p:cNvPicPr preferRelativeResize="0"/>
            <p:nvPr/>
          </p:nvPicPr>
          <p:blipFill rotWithShape="1">
            <a:blip r:embed="rId7">
              <a:alphaModFix/>
            </a:blip>
            <a:srcRect/>
            <a:stretch/>
          </p:blipFill>
          <p:spPr>
            <a:xfrm>
              <a:off x="5408546" y="5422351"/>
              <a:ext cx="138168" cy="154300"/>
            </a:xfrm>
            <a:prstGeom prst="rect">
              <a:avLst/>
            </a:prstGeom>
            <a:noFill/>
            <a:ln>
              <a:noFill/>
            </a:ln>
          </p:spPr>
        </p:pic>
        <p:pic>
          <p:nvPicPr>
            <p:cNvPr id="2141" name="Google Shape;2141;p97"/>
            <p:cNvPicPr preferRelativeResize="0"/>
            <p:nvPr/>
          </p:nvPicPr>
          <p:blipFill rotWithShape="1">
            <a:blip r:embed="rId8">
              <a:alphaModFix/>
            </a:blip>
            <a:srcRect/>
            <a:stretch/>
          </p:blipFill>
          <p:spPr>
            <a:xfrm>
              <a:off x="5568515" y="5370530"/>
              <a:ext cx="134791" cy="206121"/>
            </a:xfrm>
            <a:prstGeom prst="rect">
              <a:avLst/>
            </a:prstGeom>
            <a:noFill/>
            <a:ln>
              <a:noFill/>
            </a:ln>
          </p:spPr>
        </p:pic>
        <p:pic>
          <p:nvPicPr>
            <p:cNvPr id="2142" name="Google Shape;2142;p97"/>
            <p:cNvPicPr preferRelativeResize="0"/>
            <p:nvPr/>
          </p:nvPicPr>
          <p:blipFill rotWithShape="1">
            <a:blip r:embed="rId9">
              <a:alphaModFix/>
            </a:blip>
            <a:srcRect/>
            <a:stretch/>
          </p:blipFill>
          <p:spPr>
            <a:xfrm>
              <a:off x="5730942" y="5422351"/>
              <a:ext cx="131260" cy="154300"/>
            </a:xfrm>
            <a:prstGeom prst="rect">
              <a:avLst/>
            </a:prstGeom>
            <a:noFill/>
            <a:ln>
              <a:noFill/>
            </a:ln>
          </p:spPr>
        </p:pic>
        <p:sp>
          <p:nvSpPr>
            <p:cNvPr id="2143" name="Google Shape;2143;p97"/>
            <p:cNvSpPr/>
            <p:nvPr/>
          </p:nvSpPr>
          <p:spPr>
            <a:xfrm>
              <a:off x="5886460" y="5370530"/>
              <a:ext cx="19050" cy="203200"/>
            </a:xfrm>
            <a:custGeom>
              <a:avLst/>
              <a:gdLst/>
              <a:ahLst/>
              <a:cxnLst/>
              <a:rect l="l" t="t" r="r" b="b"/>
              <a:pathLst>
                <a:path w="19050" h="203200" extrusionOk="0">
                  <a:moveTo>
                    <a:pt x="18421" y="0"/>
                  </a:moveTo>
                  <a:lnTo>
                    <a:pt x="0" y="0"/>
                  </a:lnTo>
                  <a:lnTo>
                    <a:pt x="0" y="202665"/>
                  </a:lnTo>
                  <a:lnTo>
                    <a:pt x="18421" y="202665"/>
                  </a:lnTo>
                  <a:lnTo>
                    <a:pt x="18421"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144" name="Google Shape;2144;p97"/>
            <p:cNvPicPr preferRelativeResize="0"/>
            <p:nvPr/>
          </p:nvPicPr>
          <p:blipFill rotWithShape="1">
            <a:blip r:embed="rId10">
              <a:alphaModFix/>
            </a:blip>
            <a:srcRect/>
            <a:stretch/>
          </p:blipFill>
          <p:spPr>
            <a:xfrm>
              <a:off x="6013116" y="5365910"/>
              <a:ext cx="179619" cy="210741"/>
            </a:xfrm>
            <a:prstGeom prst="rect">
              <a:avLst/>
            </a:prstGeom>
            <a:noFill/>
            <a:ln>
              <a:noFill/>
            </a:ln>
          </p:spPr>
        </p:pic>
        <p:pic>
          <p:nvPicPr>
            <p:cNvPr id="2145" name="Google Shape;2145;p97"/>
            <p:cNvPicPr preferRelativeResize="0"/>
            <p:nvPr/>
          </p:nvPicPr>
          <p:blipFill rotWithShape="1">
            <a:blip r:embed="rId11">
              <a:alphaModFix/>
            </a:blip>
            <a:srcRect/>
            <a:stretch/>
          </p:blipFill>
          <p:spPr>
            <a:xfrm>
              <a:off x="6212386" y="5422351"/>
              <a:ext cx="139243" cy="154300"/>
            </a:xfrm>
            <a:prstGeom prst="rect">
              <a:avLst/>
            </a:prstGeom>
            <a:noFill/>
            <a:ln>
              <a:noFill/>
            </a:ln>
          </p:spPr>
        </p:pic>
        <p:pic>
          <p:nvPicPr>
            <p:cNvPr id="2146" name="Google Shape;2146;p97"/>
            <p:cNvPicPr preferRelativeResize="0"/>
            <p:nvPr/>
          </p:nvPicPr>
          <p:blipFill rotWithShape="1">
            <a:blip r:embed="rId12">
              <a:alphaModFix/>
            </a:blip>
            <a:srcRect/>
            <a:stretch/>
          </p:blipFill>
          <p:spPr>
            <a:xfrm>
              <a:off x="6378190" y="5422351"/>
              <a:ext cx="202648" cy="150845"/>
            </a:xfrm>
            <a:prstGeom prst="rect">
              <a:avLst/>
            </a:prstGeom>
            <a:noFill/>
            <a:ln>
              <a:noFill/>
            </a:ln>
          </p:spPr>
        </p:pic>
        <p:pic>
          <p:nvPicPr>
            <p:cNvPr id="2147" name="Google Shape;2147;p97"/>
            <p:cNvPicPr preferRelativeResize="0"/>
            <p:nvPr/>
          </p:nvPicPr>
          <p:blipFill rotWithShape="1">
            <a:blip r:embed="rId13">
              <a:alphaModFix/>
            </a:blip>
            <a:srcRect/>
            <a:stretch/>
          </p:blipFill>
          <p:spPr>
            <a:xfrm>
              <a:off x="6616611" y="5422351"/>
              <a:ext cx="134637" cy="204968"/>
            </a:xfrm>
            <a:prstGeom prst="rect">
              <a:avLst/>
            </a:prstGeom>
            <a:noFill/>
            <a:ln>
              <a:noFill/>
            </a:ln>
          </p:spPr>
        </p:pic>
        <p:sp>
          <p:nvSpPr>
            <p:cNvPr id="2148" name="Google Shape;2148;p97"/>
            <p:cNvSpPr/>
            <p:nvPr/>
          </p:nvSpPr>
          <p:spPr>
            <a:xfrm>
              <a:off x="6781176" y="5370537"/>
              <a:ext cx="17780" cy="203200"/>
            </a:xfrm>
            <a:custGeom>
              <a:avLst/>
              <a:gdLst/>
              <a:ahLst/>
              <a:cxnLst/>
              <a:rect l="l" t="t" r="r" b="b"/>
              <a:pathLst>
                <a:path w="17779" h="203200" extrusionOk="0">
                  <a:moveTo>
                    <a:pt x="17348" y="0"/>
                  </a:moveTo>
                  <a:lnTo>
                    <a:pt x="0" y="0"/>
                  </a:lnTo>
                  <a:lnTo>
                    <a:pt x="0" y="202665"/>
                  </a:lnTo>
                  <a:lnTo>
                    <a:pt x="17348" y="202665"/>
                  </a:lnTo>
                  <a:lnTo>
                    <a:pt x="17348"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149" name="Google Shape;2149;p97"/>
            <p:cNvPicPr preferRelativeResize="0"/>
            <p:nvPr/>
          </p:nvPicPr>
          <p:blipFill rotWithShape="1">
            <a:blip r:embed="rId14">
              <a:alphaModFix/>
            </a:blip>
            <a:srcRect/>
            <a:stretch/>
          </p:blipFill>
          <p:spPr>
            <a:xfrm>
              <a:off x="6826286" y="5422352"/>
              <a:ext cx="310756" cy="154304"/>
            </a:xfrm>
            <a:prstGeom prst="rect">
              <a:avLst/>
            </a:prstGeom>
            <a:noFill/>
            <a:ln>
              <a:noFill/>
            </a:ln>
          </p:spPr>
        </p:pic>
        <p:sp>
          <p:nvSpPr>
            <p:cNvPr id="2150" name="Google Shape;2150;p97"/>
            <p:cNvSpPr/>
            <p:nvPr/>
          </p:nvSpPr>
          <p:spPr>
            <a:xfrm>
              <a:off x="7118616" y="5370536"/>
              <a:ext cx="19050" cy="29209"/>
            </a:xfrm>
            <a:custGeom>
              <a:avLst/>
              <a:gdLst/>
              <a:ahLst/>
              <a:cxnLst/>
              <a:rect l="l" t="t" r="r" b="b"/>
              <a:pathLst>
                <a:path w="19050" h="29210" extrusionOk="0">
                  <a:moveTo>
                    <a:pt x="18427" y="0"/>
                  </a:moveTo>
                  <a:lnTo>
                    <a:pt x="0" y="0"/>
                  </a:lnTo>
                  <a:lnTo>
                    <a:pt x="0" y="28777"/>
                  </a:lnTo>
                  <a:lnTo>
                    <a:pt x="18427" y="28777"/>
                  </a:lnTo>
                  <a:lnTo>
                    <a:pt x="1842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151" name="Google Shape;2151;p97"/>
            <p:cNvPicPr preferRelativeResize="0"/>
            <p:nvPr/>
          </p:nvPicPr>
          <p:blipFill rotWithShape="1">
            <a:blip r:embed="rId15">
              <a:alphaModFix/>
            </a:blip>
            <a:srcRect/>
            <a:stretch/>
          </p:blipFill>
          <p:spPr>
            <a:xfrm>
              <a:off x="7156701" y="5382042"/>
              <a:ext cx="213086" cy="245276"/>
            </a:xfrm>
            <a:prstGeom prst="rect">
              <a:avLst/>
            </a:prstGeom>
            <a:noFill/>
            <a:ln>
              <a:noFill/>
            </a:ln>
          </p:spPr>
        </p:pic>
        <p:sp>
          <p:nvSpPr>
            <p:cNvPr id="2152" name="Google Shape;2152;p97"/>
            <p:cNvSpPr/>
            <p:nvPr/>
          </p:nvSpPr>
          <p:spPr>
            <a:xfrm>
              <a:off x="7687564" y="3216046"/>
              <a:ext cx="19050" cy="203200"/>
            </a:xfrm>
            <a:custGeom>
              <a:avLst/>
              <a:gdLst/>
              <a:ahLst/>
              <a:cxnLst/>
              <a:rect l="l" t="t" r="r" b="b"/>
              <a:pathLst>
                <a:path w="19050" h="203200" extrusionOk="0">
                  <a:moveTo>
                    <a:pt x="18427" y="55257"/>
                  </a:moveTo>
                  <a:lnTo>
                    <a:pt x="0" y="55257"/>
                  </a:lnTo>
                  <a:lnTo>
                    <a:pt x="0" y="202603"/>
                  </a:lnTo>
                  <a:lnTo>
                    <a:pt x="18427" y="202603"/>
                  </a:lnTo>
                  <a:lnTo>
                    <a:pt x="18427" y="55257"/>
                  </a:lnTo>
                  <a:close/>
                </a:path>
                <a:path w="19050" h="203200" extrusionOk="0">
                  <a:moveTo>
                    <a:pt x="18427" y="0"/>
                  </a:moveTo>
                  <a:lnTo>
                    <a:pt x="0" y="0"/>
                  </a:lnTo>
                  <a:lnTo>
                    <a:pt x="0" y="27622"/>
                  </a:lnTo>
                  <a:lnTo>
                    <a:pt x="18427" y="27622"/>
                  </a:lnTo>
                  <a:lnTo>
                    <a:pt x="1842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153" name="Google Shape;2153;p97"/>
            <p:cNvPicPr preferRelativeResize="0"/>
            <p:nvPr/>
          </p:nvPicPr>
          <p:blipFill rotWithShape="1">
            <a:blip r:embed="rId16">
              <a:alphaModFix/>
            </a:blip>
            <a:srcRect/>
            <a:stretch/>
          </p:blipFill>
          <p:spPr>
            <a:xfrm>
              <a:off x="7727956" y="3227546"/>
              <a:ext cx="351257" cy="194478"/>
            </a:xfrm>
            <a:prstGeom prst="rect">
              <a:avLst/>
            </a:prstGeom>
            <a:noFill/>
            <a:ln>
              <a:noFill/>
            </a:ln>
          </p:spPr>
        </p:pic>
        <p:sp>
          <p:nvSpPr>
            <p:cNvPr id="2154" name="Google Shape;2154;p97"/>
            <p:cNvSpPr/>
            <p:nvPr/>
          </p:nvSpPr>
          <p:spPr>
            <a:xfrm>
              <a:off x="8105610" y="3216046"/>
              <a:ext cx="18415" cy="203200"/>
            </a:xfrm>
            <a:custGeom>
              <a:avLst/>
              <a:gdLst/>
              <a:ahLst/>
              <a:cxnLst/>
              <a:rect l="l" t="t" r="r" b="b"/>
              <a:pathLst>
                <a:path w="18415" h="203200" extrusionOk="0">
                  <a:moveTo>
                    <a:pt x="18415" y="55257"/>
                  </a:moveTo>
                  <a:lnTo>
                    <a:pt x="0" y="55257"/>
                  </a:lnTo>
                  <a:lnTo>
                    <a:pt x="0" y="202603"/>
                  </a:lnTo>
                  <a:lnTo>
                    <a:pt x="18415" y="202603"/>
                  </a:lnTo>
                  <a:lnTo>
                    <a:pt x="18415" y="55257"/>
                  </a:lnTo>
                  <a:close/>
                </a:path>
                <a:path w="18415" h="203200" extrusionOk="0">
                  <a:moveTo>
                    <a:pt x="18415" y="0"/>
                  </a:moveTo>
                  <a:lnTo>
                    <a:pt x="0" y="0"/>
                  </a:lnTo>
                  <a:lnTo>
                    <a:pt x="0" y="27622"/>
                  </a:lnTo>
                  <a:lnTo>
                    <a:pt x="18415" y="27622"/>
                  </a:lnTo>
                  <a:lnTo>
                    <a:pt x="18415"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155" name="Google Shape;2155;p97"/>
            <p:cNvPicPr preferRelativeResize="0"/>
            <p:nvPr/>
          </p:nvPicPr>
          <p:blipFill rotWithShape="1">
            <a:blip r:embed="rId17">
              <a:alphaModFix/>
            </a:blip>
            <a:srcRect/>
            <a:stretch/>
          </p:blipFill>
          <p:spPr>
            <a:xfrm>
              <a:off x="8150603" y="3267762"/>
              <a:ext cx="139243" cy="154262"/>
            </a:xfrm>
            <a:prstGeom prst="rect">
              <a:avLst/>
            </a:prstGeom>
            <a:noFill/>
            <a:ln>
              <a:noFill/>
            </a:ln>
          </p:spPr>
        </p:pic>
        <p:pic>
          <p:nvPicPr>
            <p:cNvPr id="2156" name="Google Shape;2156;p97"/>
            <p:cNvPicPr preferRelativeResize="0"/>
            <p:nvPr/>
          </p:nvPicPr>
          <p:blipFill rotWithShape="1">
            <a:blip r:embed="rId18">
              <a:alphaModFix/>
            </a:blip>
            <a:srcRect/>
            <a:stretch/>
          </p:blipFill>
          <p:spPr>
            <a:xfrm>
              <a:off x="8316407" y="3267762"/>
              <a:ext cx="119746" cy="150886"/>
            </a:xfrm>
            <a:prstGeom prst="rect">
              <a:avLst/>
            </a:prstGeom>
            <a:noFill/>
            <a:ln>
              <a:noFill/>
            </a:ln>
          </p:spPr>
        </p:pic>
      </p:grpSp>
      <p:grpSp>
        <p:nvGrpSpPr>
          <p:cNvPr id="2157" name="Google Shape;2157;p97"/>
          <p:cNvGrpSpPr/>
          <p:nvPr/>
        </p:nvGrpSpPr>
        <p:grpSpPr>
          <a:xfrm>
            <a:off x="3759334" y="4016894"/>
            <a:ext cx="556240" cy="206686"/>
            <a:chOff x="3759334" y="4016894"/>
            <a:chExt cx="556240" cy="206686"/>
          </a:xfrm>
        </p:grpSpPr>
        <p:pic>
          <p:nvPicPr>
            <p:cNvPr id="2158" name="Google Shape;2158;p97"/>
            <p:cNvPicPr preferRelativeResize="0"/>
            <p:nvPr/>
          </p:nvPicPr>
          <p:blipFill rotWithShape="1">
            <a:blip r:embed="rId19">
              <a:alphaModFix/>
            </a:blip>
            <a:srcRect/>
            <a:stretch/>
          </p:blipFill>
          <p:spPr>
            <a:xfrm>
              <a:off x="3759334" y="4016894"/>
              <a:ext cx="281006" cy="206684"/>
            </a:xfrm>
            <a:prstGeom prst="rect">
              <a:avLst/>
            </a:prstGeom>
            <a:noFill/>
            <a:ln>
              <a:noFill/>
            </a:ln>
          </p:spPr>
        </p:pic>
        <p:pic>
          <p:nvPicPr>
            <p:cNvPr id="2159" name="Google Shape;2159;p97"/>
            <p:cNvPicPr preferRelativeResize="0"/>
            <p:nvPr/>
          </p:nvPicPr>
          <p:blipFill rotWithShape="1">
            <a:blip r:embed="rId20">
              <a:alphaModFix/>
            </a:blip>
            <a:srcRect/>
            <a:stretch/>
          </p:blipFill>
          <p:spPr>
            <a:xfrm>
              <a:off x="4059915" y="4068089"/>
              <a:ext cx="255659" cy="155491"/>
            </a:xfrm>
            <a:prstGeom prst="rect">
              <a:avLst/>
            </a:prstGeom>
            <a:noFill/>
            <a:ln>
              <a:noFill/>
            </a:ln>
          </p:spPr>
        </p:pic>
      </p:grpSp>
      <p:sp>
        <p:nvSpPr>
          <p:cNvPr id="2160" name="Google Shape;2160;p97"/>
          <p:cNvSpPr txBox="1">
            <a:spLocks noGrp="1"/>
          </p:cNvSpPr>
          <p:nvPr>
            <p:ph type="sldNum" idx="12"/>
          </p:nvPr>
        </p:nvSpPr>
        <p:spPr>
          <a:xfrm>
            <a:off x="11282426" y="6440594"/>
            <a:ext cx="250825" cy="200659"/>
          </a:xfrm>
          <a:prstGeom prst="rect">
            <a:avLst/>
          </a:prstGeom>
          <a:noFill/>
          <a:ln>
            <a:noFill/>
          </a:ln>
        </p:spPr>
        <p:txBody>
          <a:bodyPr spcFirstLastPara="1" wrap="square" lIns="0" tIns="2525" rIns="0" bIns="0" anchor="t" anchorCtr="0">
            <a:spAutoFit/>
          </a:bodyPr>
          <a:lstStyle/>
          <a:p>
            <a:pPr marL="38100" lvl="0" indent="0" algn="l" rtl="0">
              <a:lnSpc>
                <a:spcPct val="100000"/>
              </a:lnSpc>
              <a:spcBef>
                <a:spcPts val="0"/>
              </a:spcBef>
              <a:spcAft>
                <a:spcPts val="0"/>
              </a:spcAft>
              <a:buNone/>
            </a:pPr>
            <a:r>
              <a:rPr lang="en-US"/>
              <a:t>18</a:t>
            </a:r>
            <a:endParaRPr/>
          </a:p>
        </p:txBody>
      </p:sp>
    </p:spTree>
    <p:extLst>
      <p:ext uri="{BB962C8B-B14F-4D97-AF65-F5344CB8AC3E}">
        <p14:creationId xmlns:p14="http://schemas.microsoft.com/office/powerpoint/2010/main" val="2652005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189"/>
        <p:cNvGrpSpPr/>
        <p:nvPr/>
      </p:nvGrpSpPr>
      <p:grpSpPr>
        <a:xfrm>
          <a:off x="0" y="0"/>
          <a:ext cx="0" cy="0"/>
          <a:chOff x="0" y="0"/>
          <a:chExt cx="0" cy="0"/>
        </a:xfrm>
      </p:grpSpPr>
      <p:sp useBgFill="1">
        <p:nvSpPr>
          <p:cNvPr id="2198" name="Rectangle 219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0" name="Rectangle 2199">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723290" y="2723287"/>
            <a:ext cx="9753600" cy="4307025"/>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2" name="Rectangle 2201">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723290" y="2737705"/>
            <a:ext cx="9753599" cy="4307028"/>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4" name="Rectangle 2203">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74322" y="5820893"/>
            <a:ext cx="3558370" cy="430703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06" name="Freeform: Shape 2205">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35186" y="1379154"/>
            <a:ext cx="4160380" cy="5943407"/>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08" name="Rectangle 2207">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723302" y="2723283"/>
            <a:ext cx="9753604" cy="4307024"/>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1" name="Google Shape;2191;p100" descr="$PPTXTitle"/>
          <p:cNvSpPr txBox="1">
            <a:spLocks noGrp="1"/>
          </p:cNvSpPr>
          <p:nvPr>
            <p:ph type="title"/>
          </p:nvPr>
        </p:nvSpPr>
        <p:spPr>
          <a:xfrm>
            <a:off x="625576" y="2394675"/>
            <a:ext cx="3322949" cy="3408155"/>
          </a:xfrm>
          <a:prstGeom prst="rect">
            <a:avLst/>
          </a:prstGeom>
        </p:spPr>
        <p:txBody>
          <a:bodyPr spcFirstLastPara="1" vert="horz" lIns="91440" tIns="45720" rIns="91440" bIns="45720" rtlCol="0" anchor="b" anchorCtr="0">
            <a:normAutofit/>
          </a:bodyPr>
          <a:lstStyle/>
          <a:p>
            <a:pPr marL="1591310" lvl="0" indent="0" algn="r">
              <a:lnSpc>
                <a:spcPct val="90000"/>
              </a:lnSpc>
              <a:spcBef>
                <a:spcPct val="0"/>
              </a:spcBef>
              <a:spcAft>
                <a:spcPts val="0"/>
              </a:spcAft>
            </a:pPr>
            <a:r>
              <a:rPr lang="en-US" sz="3900" b="1" kern="1200">
                <a:solidFill>
                  <a:srgbClr val="FFFFFF"/>
                </a:solidFill>
                <a:latin typeface="+mj-lt"/>
                <a:ea typeface="+mj-ea"/>
                <a:cs typeface="+mj-cs"/>
              </a:rPr>
              <a:t>Parameters and Hyperparameters</a:t>
            </a:r>
          </a:p>
        </p:txBody>
      </p:sp>
      <p:sp>
        <p:nvSpPr>
          <p:cNvPr id="2190" name="Google Shape;2190;p100"/>
          <p:cNvSpPr txBox="1">
            <a:spLocks noGrp="1"/>
          </p:cNvSpPr>
          <p:nvPr>
            <p:ph type="sldNum" idx="12"/>
          </p:nvPr>
        </p:nvSpPr>
        <p:spPr>
          <a:xfrm>
            <a:off x="12484608" y="9181388"/>
            <a:ext cx="477926" cy="519289"/>
          </a:xfrm>
          <a:prstGeom prst="rect">
            <a:avLst/>
          </a:prstGeom>
        </p:spPr>
        <p:txBody>
          <a:bodyPr spcFirstLastPara="1" vert="horz" lIns="91440" tIns="45720" rIns="91440" bIns="45720" rtlCol="0" anchor="ctr" anchorCtr="0">
            <a:normAutofit/>
          </a:bodyPr>
          <a:lstStyle/>
          <a:p>
            <a:pPr marL="0" lvl="0" indent="0" algn="r">
              <a:spcBef>
                <a:spcPts val="0"/>
              </a:spcBef>
              <a:spcAft>
                <a:spcPts val="600"/>
              </a:spcAft>
              <a:buNone/>
            </a:pPr>
            <a:r>
              <a:rPr lang="en-US" sz="1400" kern="1200">
                <a:solidFill>
                  <a:schemeClr val="tx1">
                    <a:lumMod val="50000"/>
                    <a:lumOff val="50000"/>
                  </a:schemeClr>
                </a:solidFill>
                <a:latin typeface="+mn-lt"/>
                <a:ea typeface="+mn-ea"/>
                <a:cs typeface="+mn-cs"/>
              </a:rPr>
              <a:t>21</a:t>
            </a:r>
          </a:p>
        </p:txBody>
      </p:sp>
      <p:graphicFrame>
        <p:nvGraphicFramePr>
          <p:cNvPr id="2194" name="Google Shape;2192;p100">
            <a:extLst>
              <a:ext uri="{FF2B5EF4-FFF2-40B4-BE49-F238E27FC236}">
                <a16:creationId xmlns:a16="http://schemas.microsoft.com/office/drawing/2014/main" id="{68BDD044-CA2E-6C03-63F2-692A4A0E874A}"/>
              </a:ext>
            </a:extLst>
          </p:cNvPr>
          <p:cNvGraphicFramePr/>
          <p:nvPr>
            <p:extLst>
              <p:ext uri="{D42A27DB-BD31-4B8C-83A1-F6EECF244321}">
                <p14:modId xmlns:p14="http://schemas.microsoft.com/office/powerpoint/2010/main" val="296279710"/>
              </p:ext>
            </p:extLst>
          </p:nvPr>
        </p:nvGraphicFramePr>
        <p:xfrm>
          <a:off x="5232055" y="1067292"/>
          <a:ext cx="7111289" cy="77566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53923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13"/>
        <p:cNvGrpSpPr/>
        <p:nvPr/>
      </p:nvGrpSpPr>
      <p:grpSpPr>
        <a:xfrm>
          <a:off x="0" y="0"/>
          <a:ext cx="0" cy="0"/>
          <a:chOff x="0" y="0"/>
          <a:chExt cx="0" cy="0"/>
        </a:xfrm>
      </p:grpSpPr>
      <p:sp>
        <p:nvSpPr>
          <p:cNvPr id="2114" name="Google Shape;2114;p96" descr="$PPTXTitle"/>
          <p:cNvSpPr txBox="1">
            <a:spLocks noGrp="1"/>
          </p:cNvSpPr>
          <p:nvPr>
            <p:ph type="title"/>
          </p:nvPr>
        </p:nvSpPr>
        <p:spPr>
          <a:xfrm>
            <a:off x="707542" y="494791"/>
            <a:ext cx="11589715" cy="536044"/>
          </a:xfrm>
          <a:prstGeom prst="rect">
            <a:avLst/>
          </a:prstGeom>
          <a:noFill/>
          <a:ln>
            <a:noFill/>
          </a:ln>
        </p:spPr>
        <p:txBody>
          <a:bodyPr spcFirstLastPara="1" wrap="square" lIns="0" tIns="12700" rIns="0" bIns="0" anchor="t" anchorCtr="0">
            <a:spAutoFit/>
          </a:bodyPr>
          <a:lstStyle/>
          <a:p>
            <a:pPr marL="3143250" lvl="0" indent="0" algn="l" rtl="0">
              <a:lnSpc>
                <a:spcPct val="100000"/>
              </a:lnSpc>
              <a:spcBef>
                <a:spcPts val="0"/>
              </a:spcBef>
              <a:spcAft>
                <a:spcPts val="0"/>
              </a:spcAft>
              <a:buNone/>
            </a:pPr>
            <a:r>
              <a:rPr lang="en-US" sz="3400" b="1" dirty="0">
                <a:solidFill>
                  <a:schemeClr val="accent1">
                    <a:lumMod val="75000"/>
                  </a:schemeClr>
                </a:solidFill>
              </a:rPr>
              <a:t>Generalization Error</a:t>
            </a:r>
            <a:endParaRPr sz="3400" b="1" dirty="0">
              <a:solidFill>
                <a:schemeClr val="accent1">
                  <a:lumMod val="75000"/>
                </a:schemeClr>
              </a:solidFill>
            </a:endParaRPr>
          </a:p>
        </p:txBody>
      </p:sp>
      <p:sp>
        <p:nvSpPr>
          <p:cNvPr id="2115" name="Google Shape;2115;p96"/>
          <p:cNvSpPr txBox="1"/>
          <p:nvPr/>
        </p:nvSpPr>
        <p:spPr>
          <a:xfrm>
            <a:off x="4684903" y="2913380"/>
            <a:ext cx="154305"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Arial"/>
                <a:ea typeface="Arial"/>
                <a:cs typeface="Arial"/>
                <a:sym typeface="Arial"/>
              </a:rPr>
              <a:t>𝜃</a:t>
            </a:r>
            <a:endParaRPr sz="1800">
              <a:latin typeface="Arial"/>
              <a:ea typeface="Arial"/>
              <a:cs typeface="Arial"/>
              <a:sym typeface="Arial"/>
            </a:endParaRPr>
          </a:p>
        </p:txBody>
      </p:sp>
      <p:sp>
        <p:nvSpPr>
          <p:cNvPr id="2116" name="Google Shape;2116;p96"/>
          <p:cNvSpPr/>
          <p:nvPr/>
        </p:nvSpPr>
        <p:spPr>
          <a:xfrm>
            <a:off x="7902447" y="2714369"/>
            <a:ext cx="100965" cy="368300"/>
          </a:xfrm>
          <a:custGeom>
            <a:avLst/>
            <a:gdLst/>
            <a:ahLst/>
            <a:cxnLst/>
            <a:rect l="l" t="t" r="r" b="b"/>
            <a:pathLst>
              <a:path w="100965" h="368300" extrusionOk="0">
                <a:moveTo>
                  <a:pt x="3681" y="0"/>
                </a:moveTo>
                <a:lnTo>
                  <a:pt x="0" y="12190"/>
                </a:lnTo>
                <a:lnTo>
                  <a:pt x="16908" y="20953"/>
                </a:lnTo>
                <a:lnTo>
                  <a:pt x="31638" y="33718"/>
                </a:lnTo>
                <a:lnTo>
                  <a:pt x="54608" y="71245"/>
                </a:lnTo>
                <a:lnTo>
                  <a:pt x="68499" y="122285"/>
                </a:lnTo>
                <a:lnTo>
                  <a:pt x="73151" y="184275"/>
                </a:lnTo>
                <a:lnTo>
                  <a:pt x="71987" y="216540"/>
                </a:lnTo>
                <a:lnTo>
                  <a:pt x="62703" y="272877"/>
                </a:lnTo>
                <a:lnTo>
                  <a:pt x="44201" y="317690"/>
                </a:lnTo>
                <a:lnTo>
                  <a:pt x="16908" y="347216"/>
                </a:lnTo>
                <a:lnTo>
                  <a:pt x="0" y="355979"/>
                </a:lnTo>
                <a:lnTo>
                  <a:pt x="3681" y="368173"/>
                </a:lnTo>
                <a:lnTo>
                  <a:pt x="44830" y="346265"/>
                </a:lnTo>
                <a:lnTo>
                  <a:pt x="75309" y="304925"/>
                </a:lnTo>
                <a:lnTo>
                  <a:pt x="94170" y="249189"/>
                </a:lnTo>
                <a:lnTo>
                  <a:pt x="100455" y="184023"/>
                </a:lnTo>
                <a:lnTo>
                  <a:pt x="98884" y="150328"/>
                </a:lnTo>
                <a:lnTo>
                  <a:pt x="86311" y="89938"/>
                </a:lnTo>
                <a:lnTo>
                  <a:pt x="61404" y="40147"/>
                </a:lnTo>
                <a:lnTo>
                  <a:pt x="25590" y="8524"/>
                </a:lnTo>
                <a:lnTo>
                  <a:pt x="3681"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117" name="Google Shape;2117;p96"/>
          <p:cNvSpPr/>
          <p:nvPr/>
        </p:nvSpPr>
        <p:spPr>
          <a:xfrm>
            <a:off x="6138035" y="2714369"/>
            <a:ext cx="100965" cy="368300"/>
          </a:xfrm>
          <a:custGeom>
            <a:avLst/>
            <a:gdLst/>
            <a:ahLst/>
            <a:cxnLst/>
            <a:rect l="l" t="t" r="r" b="b"/>
            <a:pathLst>
              <a:path w="100964" h="368300" extrusionOk="0">
                <a:moveTo>
                  <a:pt x="96773" y="0"/>
                </a:moveTo>
                <a:lnTo>
                  <a:pt x="55624" y="21907"/>
                </a:lnTo>
                <a:lnTo>
                  <a:pt x="25145" y="63244"/>
                </a:lnTo>
                <a:lnTo>
                  <a:pt x="6286" y="118967"/>
                </a:lnTo>
                <a:lnTo>
                  <a:pt x="0" y="184023"/>
                </a:lnTo>
                <a:lnTo>
                  <a:pt x="1570" y="217791"/>
                </a:lnTo>
                <a:lnTo>
                  <a:pt x="14143" y="278231"/>
                </a:lnTo>
                <a:lnTo>
                  <a:pt x="39052" y="328025"/>
                </a:lnTo>
                <a:lnTo>
                  <a:pt x="74866" y="359648"/>
                </a:lnTo>
                <a:lnTo>
                  <a:pt x="96773" y="368173"/>
                </a:lnTo>
                <a:lnTo>
                  <a:pt x="100456" y="355979"/>
                </a:lnTo>
                <a:lnTo>
                  <a:pt x="83548" y="347216"/>
                </a:lnTo>
                <a:lnTo>
                  <a:pt x="68818" y="334454"/>
                </a:lnTo>
                <a:lnTo>
                  <a:pt x="45846" y="296924"/>
                </a:lnTo>
                <a:lnTo>
                  <a:pt x="32019" y="246077"/>
                </a:lnTo>
                <a:lnTo>
                  <a:pt x="27431" y="184275"/>
                </a:lnTo>
                <a:lnTo>
                  <a:pt x="28576" y="151917"/>
                </a:lnTo>
                <a:lnTo>
                  <a:pt x="37772" y="95389"/>
                </a:lnTo>
                <a:lnTo>
                  <a:pt x="56254" y="50482"/>
                </a:lnTo>
                <a:lnTo>
                  <a:pt x="83548" y="20953"/>
                </a:lnTo>
                <a:lnTo>
                  <a:pt x="100456" y="12190"/>
                </a:lnTo>
                <a:lnTo>
                  <a:pt x="96773"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118" name="Google Shape;2118;p96"/>
          <p:cNvSpPr/>
          <p:nvPr/>
        </p:nvSpPr>
        <p:spPr>
          <a:xfrm>
            <a:off x="6602855" y="2714370"/>
            <a:ext cx="100965" cy="368300"/>
          </a:xfrm>
          <a:custGeom>
            <a:avLst/>
            <a:gdLst/>
            <a:ahLst/>
            <a:cxnLst/>
            <a:rect l="l" t="t" r="r" b="b"/>
            <a:pathLst>
              <a:path w="100965" h="368300" extrusionOk="0">
                <a:moveTo>
                  <a:pt x="96774" y="0"/>
                </a:moveTo>
                <a:lnTo>
                  <a:pt x="55624" y="21907"/>
                </a:lnTo>
                <a:lnTo>
                  <a:pt x="25146" y="63244"/>
                </a:lnTo>
                <a:lnTo>
                  <a:pt x="6286" y="118967"/>
                </a:lnTo>
                <a:lnTo>
                  <a:pt x="0" y="184023"/>
                </a:lnTo>
                <a:lnTo>
                  <a:pt x="1570" y="217791"/>
                </a:lnTo>
                <a:lnTo>
                  <a:pt x="14143" y="278231"/>
                </a:lnTo>
                <a:lnTo>
                  <a:pt x="39052" y="328024"/>
                </a:lnTo>
                <a:lnTo>
                  <a:pt x="74866" y="359647"/>
                </a:lnTo>
                <a:lnTo>
                  <a:pt x="96774" y="368173"/>
                </a:lnTo>
                <a:lnTo>
                  <a:pt x="100456" y="355979"/>
                </a:lnTo>
                <a:lnTo>
                  <a:pt x="83548" y="347216"/>
                </a:lnTo>
                <a:lnTo>
                  <a:pt x="68817" y="334454"/>
                </a:lnTo>
                <a:lnTo>
                  <a:pt x="45847" y="296924"/>
                </a:lnTo>
                <a:lnTo>
                  <a:pt x="32019" y="246077"/>
                </a:lnTo>
                <a:lnTo>
                  <a:pt x="27431" y="184275"/>
                </a:lnTo>
                <a:lnTo>
                  <a:pt x="28576" y="151917"/>
                </a:lnTo>
                <a:lnTo>
                  <a:pt x="37772" y="95389"/>
                </a:lnTo>
                <a:lnTo>
                  <a:pt x="56254" y="50482"/>
                </a:lnTo>
                <a:lnTo>
                  <a:pt x="83548" y="20953"/>
                </a:lnTo>
                <a:lnTo>
                  <a:pt x="100456" y="12190"/>
                </a:lnTo>
                <a:lnTo>
                  <a:pt x="9677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nvGrpSpPr>
          <p:cNvPr id="2119" name="Google Shape;2119;p96"/>
          <p:cNvGrpSpPr/>
          <p:nvPr/>
        </p:nvGrpSpPr>
        <p:grpSpPr>
          <a:xfrm>
            <a:off x="6911084" y="2708148"/>
            <a:ext cx="374523" cy="374523"/>
            <a:chOff x="6911084" y="2708148"/>
            <a:chExt cx="374523" cy="374523"/>
          </a:xfrm>
        </p:grpSpPr>
        <p:sp>
          <p:nvSpPr>
            <p:cNvPr id="2120" name="Google Shape;2120;p96"/>
            <p:cNvSpPr/>
            <p:nvPr/>
          </p:nvSpPr>
          <p:spPr>
            <a:xfrm>
              <a:off x="7184642" y="2714371"/>
              <a:ext cx="100965" cy="368300"/>
            </a:xfrm>
            <a:custGeom>
              <a:avLst/>
              <a:gdLst/>
              <a:ahLst/>
              <a:cxnLst/>
              <a:rect l="l" t="t" r="r" b="b"/>
              <a:pathLst>
                <a:path w="100965" h="368300" extrusionOk="0">
                  <a:moveTo>
                    <a:pt x="3682" y="0"/>
                  </a:moveTo>
                  <a:lnTo>
                    <a:pt x="0" y="12190"/>
                  </a:lnTo>
                  <a:lnTo>
                    <a:pt x="16907" y="20953"/>
                  </a:lnTo>
                  <a:lnTo>
                    <a:pt x="31638" y="33718"/>
                  </a:lnTo>
                  <a:lnTo>
                    <a:pt x="54609" y="71245"/>
                  </a:lnTo>
                  <a:lnTo>
                    <a:pt x="68499" y="122284"/>
                  </a:lnTo>
                  <a:lnTo>
                    <a:pt x="73151" y="184275"/>
                  </a:lnTo>
                  <a:lnTo>
                    <a:pt x="71987" y="216540"/>
                  </a:lnTo>
                  <a:lnTo>
                    <a:pt x="62703" y="272877"/>
                  </a:lnTo>
                  <a:lnTo>
                    <a:pt x="44201" y="317690"/>
                  </a:lnTo>
                  <a:lnTo>
                    <a:pt x="16907" y="347216"/>
                  </a:lnTo>
                  <a:lnTo>
                    <a:pt x="0" y="355979"/>
                  </a:lnTo>
                  <a:lnTo>
                    <a:pt x="3682" y="368173"/>
                  </a:lnTo>
                  <a:lnTo>
                    <a:pt x="44830" y="346265"/>
                  </a:lnTo>
                  <a:lnTo>
                    <a:pt x="75310" y="304925"/>
                  </a:lnTo>
                  <a:lnTo>
                    <a:pt x="94169" y="249189"/>
                  </a:lnTo>
                  <a:lnTo>
                    <a:pt x="100456" y="184023"/>
                  </a:lnTo>
                  <a:lnTo>
                    <a:pt x="98884" y="150328"/>
                  </a:lnTo>
                  <a:lnTo>
                    <a:pt x="86311" y="89938"/>
                  </a:lnTo>
                  <a:lnTo>
                    <a:pt x="61404" y="40147"/>
                  </a:lnTo>
                  <a:lnTo>
                    <a:pt x="25590" y="8524"/>
                  </a:lnTo>
                  <a:lnTo>
                    <a:pt x="368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121" name="Google Shape;2121;p96"/>
            <p:cNvPicPr preferRelativeResize="0"/>
            <p:nvPr/>
          </p:nvPicPr>
          <p:blipFill rotWithShape="1">
            <a:blip r:embed="rId3">
              <a:alphaModFix/>
            </a:blip>
            <a:srcRect/>
            <a:stretch/>
          </p:blipFill>
          <p:spPr>
            <a:xfrm>
              <a:off x="6911084" y="2708148"/>
              <a:ext cx="231521" cy="206121"/>
            </a:xfrm>
            <a:prstGeom prst="rect">
              <a:avLst/>
            </a:prstGeom>
            <a:noFill/>
            <a:ln>
              <a:noFill/>
            </a:ln>
          </p:spPr>
        </p:pic>
      </p:grpSp>
      <p:sp>
        <p:nvSpPr>
          <p:cNvPr id="2122" name="Google Shape;2122;p96"/>
          <p:cNvSpPr txBox="1"/>
          <p:nvPr/>
        </p:nvSpPr>
        <p:spPr>
          <a:xfrm>
            <a:off x="662940" y="1611883"/>
            <a:ext cx="10525760" cy="1552926"/>
          </a:xfrm>
          <a:prstGeom prst="rect">
            <a:avLst/>
          </a:prstGeom>
          <a:noFill/>
          <a:ln>
            <a:noFill/>
          </a:ln>
        </p:spPr>
        <p:txBody>
          <a:bodyPr spcFirstLastPara="1" wrap="square" lIns="0" tIns="12700" rIns="0" bIns="0" anchor="t" anchorCtr="0">
            <a:spAutoFit/>
          </a:bodyPr>
          <a:lstStyle/>
          <a:p>
            <a:pPr marL="38100" lvl="0" indent="0" algn="l" rtl="0">
              <a:lnSpc>
                <a:spcPct val="114583"/>
              </a:lnSpc>
              <a:spcBef>
                <a:spcPts val="0"/>
              </a:spcBef>
              <a:spcAft>
                <a:spcPts val="0"/>
              </a:spcAft>
              <a:buNone/>
            </a:pPr>
            <a:r>
              <a:rPr lang="en-US" sz="2400" dirty="0">
                <a:latin typeface="+mj-lt"/>
                <a:ea typeface="Arial Narrow"/>
                <a:cs typeface="Arial Narrow"/>
                <a:sym typeface="Arial Narrow"/>
              </a:rPr>
              <a:t>The problem with the canonical machine learning problem is that we don’t </a:t>
            </a:r>
            <a:r>
              <a:rPr lang="en-US" sz="2400" i="1" dirty="0" err="1">
                <a:latin typeface="+mj-lt"/>
                <a:ea typeface="Arial Narrow"/>
                <a:cs typeface="Arial Narrow"/>
                <a:sym typeface="Arial Narrow"/>
              </a:rPr>
              <a:t>really</a:t>
            </a:r>
            <a:r>
              <a:rPr lang="en-US" sz="2400" dirty="0" err="1">
                <a:latin typeface="+mj-lt"/>
                <a:ea typeface="Arial Narrow"/>
                <a:cs typeface="Arial Narrow"/>
                <a:sym typeface="Arial Narrow"/>
              </a:rPr>
              <a:t>care</a:t>
            </a:r>
            <a:r>
              <a:rPr lang="en-US" sz="2400" dirty="0">
                <a:latin typeface="+mj-lt"/>
                <a:ea typeface="Arial Narrow"/>
                <a:cs typeface="Arial Narrow"/>
                <a:sym typeface="Arial Narrow"/>
              </a:rPr>
              <a:t> about minimizing this objective on the given data set</a:t>
            </a:r>
          </a:p>
          <a:p>
            <a:pPr marL="0" marR="278130" lvl="0" indent="0" algn="ctr" rtl="0">
              <a:lnSpc>
                <a:spcPct val="108611"/>
              </a:lnSpc>
              <a:spcBef>
                <a:spcPts val="0"/>
              </a:spcBef>
              <a:spcAft>
                <a:spcPts val="0"/>
              </a:spcAft>
              <a:buNone/>
            </a:pPr>
            <a:r>
              <a:rPr lang="en-US" sz="2400" dirty="0">
                <a:latin typeface="+mj-lt"/>
                <a:ea typeface="Arial"/>
                <a:cs typeface="Arial"/>
                <a:sym typeface="Arial"/>
              </a:rPr>
              <a:t>𝑚</a:t>
            </a:r>
            <a:endParaRPr sz="2400" dirty="0">
              <a:latin typeface="+mj-lt"/>
              <a:ea typeface="Arial"/>
              <a:cs typeface="Arial"/>
              <a:sym typeface="Arial"/>
            </a:endParaRPr>
          </a:p>
          <a:p>
            <a:pPr marL="2082800" lvl="0" indent="0" algn="ctr" rtl="0">
              <a:lnSpc>
                <a:spcPct val="78333"/>
              </a:lnSpc>
              <a:spcBef>
                <a:spcPts val="0"/>
              </a:spcBef>
              <a:spcAft>
                <a:spcPts val="0"/>
              </a:spcAft>
              <a:buNone/>
            </a:pPr>
            <a:r>
              <a:rPr lang="en-US" sz="2400" baseline="-25000" dirty="0">
                <a:latin typeface="+mj-lt"/>
                <a:ea typeface="Arial"/>
                <a:cs typeface="Arial"/>
                <a:sym typeface="Arial"/>
              </a:rPr>
              <a:t>𝑥 </a:t>
            </a:r>
            <a:r>
              <a:rPr lang="en-US" sz="2400" dirty="0">
                <a:latin typeface="+mj-lt"/>
                <a:ea typeface="Arial"/>
                <a:cs typeface="Arial"/>
                <a:sym typeface="Arial"/>
              </a:rPr>
              <a:t>𝑖</a:t>
            </a:r>
            <a:endParaRPr sz="2400" dirty="0">
              <a:latin typeface="+mj-lt"/>
              <a:ea typeface="Arial"/>
              <a:cs typeface="Arial"/>
              <a:sym typeface="Arial"/>
            </a:endParaRPr>
          </a:p>
        </p:txBody>
      </p:sp>
      <p:pic>
        <p:nvPicPr>
          <p:cNvPr id="2123" name="Google Shape;2123;p96"/>
          <p:cNvPicPr preferRelativeResize="0"/>
          <p:nvPr/>
        </p:nvPicPr>
        <p:blipFill rotWithShape="1">
          <a:blip r:embed="rId4">
            <a:alphaModFix/>
          </a:blip>
          <a:srcRect/>
          <a:stretch/>
        </p:blipFill>
        <p:spPr>
          <a:xfrm>
            <a:off x="7628890" y="2708148"/>
            <a:ext cx="231519" cy="206121"/>
          </a:xfrm>
          <a:prstGeom prst="rect">
            <a:avLst/>
          </a:prstGeom>
          <a:noFill/>
          <a:ln>
            <a:noFill/>
          </a:ln>
        </p:spPr>
      </p:pic>
      <p:sp>
        <p:nvSpPr>
          <p:cNvPr id="2124" name="Google Shape;2124;p96"/>
          <p:cNvSpPr txBox="1"/>
          <p:nvPr/>
        </p:nvSpPr>
        <p:spPr>
          <a:xfrm>
            <a:off x="4124577" y="2642107"/>
            <a:ext cx="3726815" cy="760095"/>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2400" dirty="0">
                <a:latin typeface="Arial"/>
                <a:ea typeface="Arial"/>
                <a:cs typeface="Arial"/>
                <a:sym typeface="Arial"/>
              </a:rPr>
              <a:t>minimize 121	ℓ	, 𝑦 </a:t>
            </a:r>
            <a:r>
              <a:rPr lang="en-US" sz="2700" baseline="30000" dirty="0">
                <a:latin typeface="Arial"/>
                <a:ea typeface="Arial"/>
                <a:cs typeface="Arial"/>
                <a:sym typeface="Arial"/>
              </a:rPr>
              <a:t>𝑖</a:t>
            </a:r>
            <a:endParaRPr sz="2700" baseline="30000" dirty="0">
              <a:latin typeface="Arial"/>
              <a:ea typeface="Arial"/>
              <a:cs typeface="Arial"/>
              <a:sym typeface="Arial"/>
            </a:endParaRPr>
          </a:p>
          <a:p>
            <a:pPr marL="694690" lvl="0" indent="0" algn="ctr" rtl="0">
              <a:lnSpc>
                <a:spcPct val="100000"/>
              </a:lnSpc>
              <a:spcBef>
                <a:spcPts val="25"/>
              </a:spcBef>
              <a:spcAft>
                <a:spcPts val="0"/>
              </a:spcAft>
              <a:buNone/>
            </a:pPr>
            <a:r>
              <a:rPr lang="en-US" sz="2400" dirty="0">
                <a:latin typeface="Arial"/>
                <a:ea typeface="Arial"/>
                <a:cs typeface="Arial"/>
                <a:sym typeface="Arial"/>
              </a:rPr>
              <a:t>ℎ</a:t>
            </a:r>
            <a:endParaRPr sz="2400" dirty="0">
              <a:latin typeface="Arial"/>
              <a:ea typeface="Arial"/>
              <a:cs typeface="Arial"/>
              <a:sym typeface="Arial"/>
            </a:endParaRPr>
          </a:p>
        </p:txBody>
      </p:sp>
      <p:sp>
        <p:nvSpPr>
          <p:cNvPr id="2126" name="Google Shape;2126;p96"/>
          <p:cNvSpPr txBox="1"/>
          <p:nvPr/>
        </p:nvSpPr>
        <p:spPr>
          <a:xfrm>
            <a:off x="5504179" y="3114547"/>
            <a:ext cx="398780"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dirty="0">
                <a:latin typeface="Arial"/>
                <a:ea typeface="Arial"/>
                <a:cs typeface="Arial"/>
                <a:sym typeface="Arial"/>
              </a:rPr>
              <a:t>𝑖=1</a:t>
            </a:r>
            <a:endParaRPr sz="1800" dirty="0">
              <a:latin typeface="Arial"/>
              <a:ea typeface="Arial"/>
              <a:cs typeface="Arial"/>
              <a:sym typeface="Arial"/>
            </a:endParaRPr>
          </a:p>
        </p:txBody>
      </p:sp>
      <p:sp>
        <p:nvSpPr>
          <p:cNvPr id="2127" name="Google Shape;2127;p96"/>
          <p:cNvSpPr txBox="1"/>
          <p:nvPr/>
        </p:nvSpPr>
        <p:spPr>
          <a:xfrm>
            <a:off x="688340" y="3684522"/>
            <a:ext cx="10970260" cy="223625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dirty="0">
                <a:latin typeface="+mj-lt"/>
                <a:ea typeface="Arial Narrow"/>
                <a:cs typeface="Arial Narrow"/>
                <a:sym typeface="Arial Narrow"/>
              </a:rPr>
              <a:t>What we really care about is how well our function will generalize to </a:t>
            </a:r>
            <a:r>
              <a:rPr lang="en-US" sz="2400" i="1" dirty="0">
                <a:latin typeface="+mj-lt"/>
                <a:ea typeface="Arial Narrow"/>
                <a:cs typeface="Arial Narrow"/>
                <a:sym typeface="Arial Narrow"/>
              </a:rPr>
              <a:t>new examples</a:t>
            </a:r>
            <a:endParaRPr sz="2400" dirty="0">
              <a:latin typeface="+mj-lt"/>
              <a:ea typeface="Arial Narrow"/>
              <a:cs typeface="Arial Narrow"/>
              <a:sym typeface="Arial Narrow"/>
            </a:endParaRPr>
          </a:p>
          <a:p>
            <a:pPr marL="12700" marR="999489" lvl="0" indent="0" algn="l" rtl="0">
              <a:lnSpc>
                <a:spcPct val="100800"/>
              </a:lnSpc>
              <a:spcBef>
                <a:spcPts val="0"/>
              </a:spcBef>
              <a:spcAft>
                <a:spcPts val="0"/>
              </a:spcAft>
              <a:buNone/>
            </a:pPr>
            <a:r>
              <a:rPr lang="en-US" sz="2400" dirty="0">
                <a:latin typeface="+mj-lt"/>
                <a:ea typeface="Arial Narrow"/>
                <a:cs typeface="Arial Narrow"/>
                <a:sym typeface="Arial Narrow"/>
              </a:rPr>
              <a:t>that we </a:t>
            </a:r>
            <a:r>
              <a:rPr lang="en-US" sz="2400" i="1" dirty="0">
                <a:latin typeface="+mj-lt"/>
                <a:ea typeface="Arial Narrow"/>
                <a:cs typeface="Arial Narrow"/>
                <a:sym typeface="Arial Narrow"/>
              </a:rPr>
              <a:t>didn’t </a:t>
            </a:r>
            <a:r>
              <a:rPr lang="en-US" sz="2400" dirty="0">
                <a:latin typeface="+mj-lt"/>
                <a:ea typeface="Arial Narrow"/>
                <a:cs typeface="Arial Narrow"/>
                <a:sym typeface="Arial Narrow"/>
              </a:rPr>
              <a:t>use to train the system (but which are drawn from the “same distribution” as the examples we used for training)</a:t>
            </a:r>
            <a:endParaRPr sz="2400" dirty="0">
              <a:latin typeface="+mj-lt"/>
              <a:ea typeface="Arial Narrow"/>
              <a:cs typeface="Arial Narrow"/>
              <a:sym typeface="Arial Narrow"/>
            </a:endParaRPr>
          </a:p>
          <a:p>
            <a:pPr marL="12700" lvl="0" indent="0" algn="l" rtl="0">
              <a:lnSpc>
                <a:spcPct val="100000"/>
              </a:lnSpc>
              <a:spcBef>
                <a:spcPts val="0"/>
              </a:spcBef>
              <a:spcAft>
                <a:spcPts val="0"/>
              </a:spcAft>
              <a:buNone/>
            </a:pPr>
            <a:r>
              <a:rPr lang="en-US" sz="2400" dirty="0">
                <a:latin typeface="+mj-lt"/>
                <a:ea typeface="Arial Narrow"/>
                <a:cs typeface="Arial Narrow"/>
                <a:sym typeface="Arial Narrow"/>
              </a:rPr>
              <a:t>The higher degree polynomials exhibited </a:t>
            </a:r>
            <a:r>
              <a:rPr lang="en-US" sz="2400" i="1" dirty="0">
                <a:latin typeface="+mj-lt"/>
                <a:ea typeface="Arial Narrow"/>
                <a:cs typeface="Arial Narrow"/>
                <a:sym typeface="Arial Narrow"/>
              </a:rPr>
              <a:t>overfitting</a:t>
            </a:r>
            <a:r>
              <a:rPr lang="en-US" sz="2400" dirty="0">
                <a:latin typeface="+mj-lt"/>
                <a:ea typeface="Arial Narrow"/>
                <a:cs typeface="Arial Narrow"/>
                <a:sym typeface="Arial Narrow"/>
              </a:rPr>
              <a:t>: they actually have very </a:t>
            </a:r>
            <a:r>
              <a:rPr lang="en-US" sz="2400" i="1" dirty="0">
                <a:latin typeface="+mj-lt"/>
                <a:ea typeface="Arial Narrow"/>
                <a:cs typeface="Arial Narrow"/>
                <a:sym typeface="Arial Narrow"/>
              </a:rPr>
              <a:t>low</a:t>
            </a:r>
            <a:endParaRPr sz="2400" dirty="0">
              <a:latin typeface="+mj-lt"/>
              <a:ea typeface="Arial Narrow"/>
              <a:cs typeface="Arial Narrow"/>
              <a:sym typeface="Arial Narrow"/>
            </a:endParaRPr>
          </a:p>
          <a:p>
            <a:pPr marL="12700" lvl="0" indent="0" algn="l" rtl="0">
              <a:lnSpc>
                <a:spcPct val="100000"/>
              </a:lnSpc>
              <a:spcBef>
                <a:spcPts val="25"/>
              </a:spcBef>
              <a:spcAft>
                <a:spcPts val="0"/>
              </a:spcAft>
              <a:buNone/>
            </a:pPr>
            <a:r>
              <a:rPr lang="en-US" sz="2400" dirty="0">
                <a:latin typeface="+mj-lt"/>
                <a:ea typeface="Arial Narrow"/>
                <a:cs typeface="Arial Narrow"/>
                <a:sym typeface="Arial Narrow"/>
              </a:rPr>
              <a:t>loss on the training data, but create functions we don’t expect to generalize well</a:t>
            </a:r>
            <a:endParaRPr sz="2400" dirty="0">
              <a:latin typeface="+mj-lt"/>
              <a:ea typeface="Arial Narrow"/>
              <a:cs typeface="Arial Narrow"/>
              <a:sym typeface="Arial Narrow"/>
            </a:endParaRPr>
          </a:p>
        </p:txBody>
      </p:sp>
    </p:spTree>
    <p:extLst>
      <p:ext uri="{BB962C8B-B14F-4D97-AF65-F5344CB8AC3E}">
        <p14:creationId xmlns:p14="http://schemas.microsoft.com/office/powerpoint/2010/main" val="13867387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96"/>
        <p:cNvGrpSpPr/>
        <p:nvPr/>
      </p:nvGrpSpPr>
      <p:grpSpPr>
        <a:xfrm>
          <a:off x="0" y="0"/>
          <a:ext cx="0" cy="0"/>
          <a:chOff x="0" y="0"/>
          <a:chExt cx="0" cy="0"/>
        </a:xfrm>
      </p:grpSpPr>
      <p:sp>
        <p:nvSpPr>
          <p:cNvPr id="2197" name="Google Shape;2197;p101" descr="$PPTXTitle"/>
          <p:cNvSpPr txBox="1">
            <a:spLocks noGrp="1"/>
          </p:cNvSpPr>
          <p:nvPr>
            <p:ph type="title"/>
          </p:nvPr>
        </p:nvSpPr>
        <p:spPr>
          <a:xfrm>
            <a:off x="707542" y="494791"/>
            <a:ext cx="11589715" cy="628377"/>
          </a:xfrm>
          <a:prstGeom prst="rect">
            <a:avLst/>
          </a:prstGeom>
          <a:noFill/>
          <a:ln>
            <a:noFill/>
          </a:ln>
        </p:spPr>
        <p:txBody>
          <a:bodyPr spcFirstLastPara="1" wrap="square" lIns="0" tIns="12700" rIns="0" bIns="0" anchor="t" anchorCtr="0">
            <a:spAutoFit/>
          </a:bodyPr>
          <a:lstStyle/>
          <a:p>
            <a:pPr marL="2394585" lvl="0" indent="0" algn="l" rtl="0">
              <a:lnSpc>
                <a:spcPct val="100000"/>
              </a:lnSpc>
              <a:spcBef>
                <a:spcPts val="0"/>
              </a:spcBef>
              <a:spcAft>
                <a:spcPts val="0"/>
              </a:spcAft>
              <a:buNone/>
            </a:pPr>
            <a:r>
              <a:rPr lang="en-US" b="1" dirty="0"/>
              <a:t>Cross-validation</a:t>
            </a:r>
            <a:endParaRPr b="1" dirty="0"/>
          </a:p>
        </p:txBody>
      </p:sp>
      <p:grpSp>
        <p:nvGrpSpPr>
          <p:cNvPr id="2198" name="Google Shape;2198;p101"/>
          <p:cNvGrpSpPr/>
          <p:nvPr/>
        </p:nvGrpSpPr>
        <p:grpSpPr>
          <a:xfrm>
            <a:off x="3407708" y="1843500"/>
            <a:ext cx="7514291" cy="5586000"/>
            <a:chOff x="3407709" y="1843500"/>
            <a:chExt cx="5815330" cy="3665854"/>
          </a:xfrm>
        </p:grpSpPr>
        <p:sp>
          <p:nvSpPr>
            <p:cNvPr id="2199" name="Google Shape;2199;p101"/>
            <p:cNvSpPr/>
            <p:nvPr/>
          </p:nvSpPr>
          <p:spPr>
            <a:xfrm>
              <a:off x="3407709" y="1843500"/>
              <a:ext cx="5815330" cy="3665854"/>
            </a:xfrm>
            <a:custGeom>
              <a:avLst/>
              <a:gdLst/>
              <a:ahLst/>
              <a:cxnLst/>
              <a:rect l="l" t="t" r="r" b="b"/>
              <a:pathLst>
                <a:path w="5815330" h="3665854" extrusionOk="0">
                  <a:moveTo>
                    <a:pt x="5815001" y="0"/>
                  </a:moveTo>
                  <a:lnTo>
                    <a:pt x="0" y="0"/>
                  </a:lnTo>
                  <a:lnTo>
                    <a:pt x="0" y="3665679"/>
                  </a:lnTo>
                  <a:lnTo>
                    <a:pt x="5815001" y="3665679"/>
                  </a:lnTo>
                  <a:lnTo>
                    <a:pt x="5815001" y="0"/>
                  </a:lnTo>
                  <a:close/>
                </a:path>
              </a:pathLst>
            </a:custGeom>
            <a:solidFill>
              <a:srgbClr val="EAEAF1"/>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200" name="Google Shape;2200;p101"/>
            <p:cNvSpPr/>
            <p:nvPr/>
          </p:nvSpPr>
          <p:spPr>
            <a:xfrm>
              <a:off x="3407709" y="1843500"/>
              <a:ext cx="5815330" cy="3665854"/>
            </a:xfrm>
            <a:custGeom>
              <a:avLst/>
              <a:gdLst/>
              <a:ahLst/>
              <a:cxnLst/>
              <a:rect l="l" t="t" r="r" b="b"/>
              <a:pathLst>
                <a:path w="5815330" h="3665854" extrusionOk="0">
                  <a:moveTo>
                    <a:pt x="0" y="3665680"/>
                  </a:moveTo>
                  <a:lnTo>
                    <a:pt x="0" y="3665680"/>
                  </a:lnTo>
                  <a:lnTo>
                    <a:pt x="0" y="0"/>
                  </a:lnTo>
                </a:path>
                <a:path w="5815330" h="3665854" extrusionOk="0">
                  <a:moveTo>
                    <a:pt x="1162263" y="3665680"/>
                  </a:moveTo>
                  <a:lnTo>
                    <a:pt x="1162263" y="3665680"/>
                  </a:lnTo>
                  <a:lnTo>
                    <a:pt x="1162263" y="0"/>
                  </a:lnTo>
                </a:path>
                <a:path w="5815330" h="3665854" extrusionOk="0">
                  <a:moveTo>
                    <a:pt x="2325765" y="3665680"/>
                  </a:moveTo>
                  <a:lnTo>
                    <a:pt x="2325765" y="3665680"/>
                  </a:lnTo>
                  <a:lnTo>
                    <a:pt x="2325765" y="0"/>
                  </a:lnTo>
                </a:path>
                <a:path w="5815330" h="3665854" extrusionOk="0">
                  <a:moveTo>
                    <a:pt x="3489267" y="3665680"/>
                  </a:moveTo>
                  <a:lnTo>
                    <a:pt x="3489267" y="3665680"/>
                  </a:lnTo>
                  <a:lnTo>
                    <a:pt x="3489267" y="0"/>
                  </a:lnTo>
                </a:path>
                <a:path w="5815330" h="3665854" extrusionOk="0">
                  <a:moveTo>
                    <a:pt x="4651499" y="3665680"/>
                  </a:moveTo>
                  <a:lnTo>
                    <a:pt x="4651499" y="3665680"/>
                  </a:lnTo>
                  <a:lnTo>
                    <a:pt x="4651499" y="0"/>
                  </a:lnTo>
                </a:path>
                <a:path w="5815330" h="3665854" extrusionOk="0">
                  <a:moveTo>
                    <a:pt x="5815001" y="3665680"/>
                  </a:moveTo>
                  <a:lnTo>
                    <a:pt x="5815001" y="3665680"/>
                  </a:lnTo>
                  <a:lnTo>
                    <a:pt x="5815001" y="0"/>
                  </a:lnTo>
                </a:path>
                <a:path w="5815330" h="3665854" extrusionOk="0">
                  <a:moveTo>
                    <a:pt x="0" y="3665680"/>
                  </a:moveTo>
                  <a:lnTo>
                    <a:pt x="0" y="3665680"/>
                  </a:lnTo>
                  <a:lnTo>
                    <a:pt x="5815001" y="3665680"/>
                  </a:lnTo>
                </a:path>
                <a:path w="5815330" h="3665854" extrusionOk="0">
                  <a:moveTo>
                    <a:pt x="0" y="2932064"/>
                  </a:moveTo>
                  <a:lnTo>
                    <a:pt x="0" y="2932064"/>
                  </a:lnTo>
                  <a:lnTo>
                    <a:pt x="5815001" y="2932064"/>
                  </a:lnTo>
                </a:path>
                <a:path w="5815330" h="3665854" extrusionOk="0">
                  <a:moveTo>
                    <a:pt x="0" y="2198528"/>
                  </a:moveTo>
                  <a:lnTo>
                    <a:pt x="0" y="2198528"/>
                  </a:lnTo>
                  <a:lnTo>
                    <a:pt x="5815001" y="2198528"/>
                  </a:lnTo>
                </a:path>
                <a:path w="5815330" h="3665854" extrusionOk="0">
                  <a:moveTo>
                    <a:pt x="0" y="1466056"/>
                  </a:moveTo>
                  <a:lnTo>
                    <a:pt x="0" y="1466056"/>
                  </a:lnTo>
                  <a:lnTo>
                    <a:pt x="5815001" y="1466056"/>
                  </a:lnTo>
                </a:path>
                <a:path w="5815330" h="3665854" extrusionOk="0">
                  <a:moveTo>
                    <a:pt x="0" y="732472"/>
                  </a:moveTo>
                  <a:lnTo>
                    <a:pt x="0" y="732472"/>
                  </a:lnTo>
                  <a:lnTo>
                    <a:pt x="5815001" y="732472"/>
                  </a:lnTo>
                </a:path>
                <a:path w="5815330" h="3665854" extrusionOk="0">
                  <a:moveTo>
                    <a:pt x="0" y="0"/>
                  </a:moveTo>
                  <a:lnTo>
                    <a:pt x="0" y="0"/>
                  </a:lnTo>
                  <a:lnTo>
                    <a:pt x="5815001" y="0"/>
                  </a:lnTo>
                </a:path>
              </a:pathLst>
            </a:custGeom>
            <a:noFill/>
            <a:ln w="1547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201" name="Google Shape;2201;p101"/>
            <p:cNvPicPr preferRelativeResize="0"/>
            <p:nvPr/>
          </p:nvPicPr>
          <p:blipFill rotWithShape="1">
            <a:blip r:embed="rId3">
              <a:alphaModFix/>
            </a:blip>
            <a:srcRect/>
            <a:stretch/>
          </p:blipFill>
          <p:spPr>
            <a:xfrm>
              <a:off x="3571453" y="2433612"/>
              <a:ext cx="5539933" cy="2666479"/>
            </a:xfrm>
            <a:prstGeom prst="rect">
              <a:avLst/>
            </a:prstGeom>
            <a:noFill/>
            <a:ln>
              <a:noFill/>
            </a:ln>
          </p:spPr>
        </p:pic>
        <p:sp>
          <p:nvSpPr>
            <p:cNvPr id="2202" name="Google Shape;2202;p101"/>
            <p:cNvSpPr/>
            <p:nvPr/>
          </p:nvSpPr>
          <p:spPr>
            <a:xfrm>
              <a:off x="3642314" y="3897882"/>
              <a:ext cx="112395" cy="111125"/>
            </a:xfrm>
            <a:custGeom>
              <a:avLst/>
              <a:gdLst/>
              <a:ahLst/>
              <a:cxnLst/>
              <a:rect l="l" t="t" r="r" b="b"/>
              <a:pathLst>
                <a:path w="112395" h="111125" extrusionOk="0">
                  <a:moveTo>
                    <a:pt x="0" y="110648"/>
                  </a:moveTo>
                  <a:lnTo>
                    <a:pt x="0" y="110648"/>
                  </a:lnTo>
                  <a:lnTo>
                    <a:pt x="111936" y="0"/>
                  </a:lnTo>
                </a:path>
                <a:path w="112395" h="111125" extrusionOk="0">
                  <a:moveTo>
                    <a:pt x="0" y="0"/>
                  </a:moveTo>
                  <a:lnTo>
                    <a:pt x="0" y="0"/>
                  </a:lnTo>
                  <a:lnTo>
                    <a:pt x="111936" y="110648"/>
                  </a:lnTo>
                </a:path>
              </a:pathLst>
            </a:custGeom>
            <a:noFill/>
            <a:ln w="15475" cap="flat" cmpd="sng">
              <a:solidFill>
                <a:srgbClr val="008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203" name="Google Shape;2203;p101"/>
            <p:cNvSpPr/>
            <p:nvPr/>
          </p:nvSpPr>
          <p:spPr>
            <a:xfrm>
              <a:off x="3653030" y="1988756"/>
              <a:ext cx="112395" cy="111125"/>
            </a:xfrm>
            <a:custGeom>
              <a:avLst/>
              <a:gdLst/>
              <a:ahLst/>
              <a:cxnLst/>
              <a:rect l="l" t="t" r="r" b="b"/>
              <a:pathLst>
                <a:path w="112395" h="111125" extrusionOk="0">
                  <a:moveTo>
                    <a:pt x="0" y="110807"/>
                  </a:moveTo>
                  <a:lnTo>
                    <a:pt x="0" y="110807"/>
                  </a:lnTo>
                  <a:lnTo>
                    <a:pt x="111936" y="0"/>
                  </a:lnTo>
                </a:path>
                <a:path w="112395" h="111125" extrusionOk="0">
                  <a:moveTo>
                    <a:pt x="0" y="0"/>
                  </a:moveTo>
                  <a:lnTo>
                    <a:pt x="0" y="0"/>
                  </a:lnTo>
                  <a:lnTo>
                    <a:pt x="111936" y="110807"/>
                  </a:lnTo>
                </a:path>
              </a:pathLst>
            </a:custGeom>
            <a:noFill/>
            <a:ln w="15475" cap="flat" cmpd="sng">
              <a:solidFill>
                <a:srgbClr val="0000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204" name="Google Shape;2204;p101"/>
            <p:cNvPicPr preferRelativeResize="0"/>
            <p:nvPr/>
          </p:nvPicPr>
          <p:blipFill rotWithShape="1">
            <a:blip r:embed="rId4">
              <a:alphaModFix/>
            </a:blip>
            <a:srcRect/>
            <a:stretch/>
          </p:blipFill>
          <p:spPr>
            <a:xfrm>
              <a:off x="3998383" y="1985263"/>
              <a:ext cx="259639" cy="115410"/>
            </a:xfrm>
            <a:prstGeom prst="rect">
              <a:avLst/>
            </a:prstGeom>
            <a:noFill/>
            <a:ln>
              <a:noFill/>
            </a:ln>
          </p:spPr>
        </p:pic>
        <p:pic>
          <p:nvPicPr>
            <p:cNvPr id="2205" name="Google Shape;2205;p101"/>
            <p:cNvPicPr preferRelativeResize="0"/>
            <p:nvPr/>
          </p:nvPicPr>
          <p:blipFill rotWithShape="1">
            <a:blip r:embed="rId5">
              <a:alphaModFix/>
            </a:blip>
            <a:srcRect/>
            <a:stretch/>
          </p:blipFill>
          <p:spPr>
            <a:xfrm>
              <a:off x="4279454" y="2014950"/>
              <a:ext cx="66676" cy="84612"/>
            </a:xfrm>
            <a:prstGeom prst="rect">
              <a:avLst/>
            </a:prstGeom>
            <a:noFill/>
            <a:ln>
              <a:noFill/>
            </a:ln>
          </p:spPr>
        </p:pic>
        <p:sp>
          <p:nvSpPr>
            <p:cNvPr id="2206" name="Google Shape;2206;p101"/>
            <p:cNvSpPr/>
            <p:nvPr/>
          </p:nvSpPr>
          <p:spPr>
            <a:xfrm>
              <a:off x="4367555" y="1985263"/>
              <a:ext cx="13335" cy="114300"/>
            </a:xfrm>
            <a:custGeom>
              <a:avLst/>
              <a:gdLst/>
              <a:ahLst/>
              <a:cxnLst/>
              <a:rect l="l" t="t" r="r" b="b"/>
              <a:pathLst>
                <a:path w="13335" h="114300" extrusionOk="0">
                  <a:moveTo>
                    <a:pt x="13004" y="32067"/>
                  </a:moveTo>
                  <a:lnTo>
                    <a:pt x="0" y="32067"/>
                  </a:lnTo>
                  <a:lnTo>
                    <a:pt x="0" y="114300"/>
                  </a:lnTo>
                  <a:lnTo>
                    <a:pt x="13004" y="114300"/>
                  </a:lnTo>
                  <a:lnTo>
                    <a:pt x="13004" y="32067"/>
                  </a:lnTo>
                  <a:close/>
                </a:path>
                <a:path w="13335" h="114300" extrusionOk="0">
                  <a:moveTo>
                    <a:pt x="13004" y="0"/>
                  </a:moveTo>
                  <a:lnTo>
                    <a:pt x="0" y="0"/>
                  </a:lnTo>
                  <a:lnTo>
                    <a:pt x="0" y="16675"/>
                  </a:lnTo>
                  <a:lnTo>
                    <a:pt x="13004" y="16675"/>
                  </a:lnTo>
                  <a:lnTo>
                    <a:pt x="13004"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207" name="Google Shape;2207;p101"/>
            <p:cNvPicPr preferRelativeResize="0"/>
            <p:nvPr/>
          </p:nvPicPr>
          <p:blipFill rotWithShape="1">
            <a:blip r:embed="rId6">
              <a:alphaModFix/>
            </a:blip>
            <a:srcRect/>
            <a:stretch/>
          </p:blipFill>
          <p:spPr>
            <a:xfrm>
              <a:off x="4402013" y="2014950"/>
              <a:ext cx="156053" cy="117950"/>
            </a:xfrm>
            <a:prstGeom prst="rect">
              <a:avLst/>
            </a:prstGeom>
            <a:noFill/>
            <a:ln>
              <a:noFill/>
            </a:ln>
          </p:spPr>
        </p:pic>
        <p:pic>
          <p:nvPicPr>
            <p:cNvPr id="2208" name="Google Shape;2208;p101"/>
            <p:cNvPicPr preferRelativeResize="0"/>
            <p:nvPr/>
          </p:nvPicPr>
          <p:blipFill rotWithShape="1">
            <a:blip r:embed="rId7">
              <a:alphaModFix/>
            </a:blip>
            <a:srcRect/>
            <a:stretch/>
          </p:blipFill>
          <p:spPr>
            <a:xfrm>
              <a:off x="4617599" y="1988756"/>
              <a:ext cx="206061" cy="111917"/>
            </a:xfrm>
            <a:prstGeom prst="rect">
              <a:avLst/>
            </a:prstGeom>
            <a:noFill/>
            <a:ln>
              <a:noFill/>
            </a:ln>
          </p:spPr>
        </p:pic>
        <p:sp>
          <p:nvSpPr>
            <p:cNvPr id="2209" name="Google Shape;2209;p101"/>
            <p:cNvSpPr/>
            <p:nvPr/>
          </p:nvSpPr>
          <p:spPr>
            <a:xfrm>
              <a:off x="3653030" y="2215134"/>
              <a:ext cx="112395" cy="111125"/>
            </a:xfrm>
            <a:custGeom>
              <a:avLst/>
              <a:gdLst/>
              <a:ahLst/>
              <a:cxnLst/>
              <a:rect l="l" t="t" r="r" b="b"/>
              <a:pathLst>
                <a:path w="112395" h="111125" extrusionOk="0">
                  <a:moveTo>
                    <a:pt x="0" y="110648"/>
                  </a:moveTo>
                  <a:lnTo>
                    <a:pt x="0" y="110648"/>
                  </a:lnTo>
                  <a:lnTo>
                    <a:pt x="111936" y="0"/>
                  </a:lnTo>
                </a:path>
                <a:path w="112395" h="111125" extrusionOk="0">
                  <a:moveTo>
                    <a:pt x="0" y="0"/>
                  </a:moveTo>
                  <a:lnTo>
                    <a:pt x="0" y="0"/>
                  </a:lnTo>
                  <a:lnTo>
                    <a:pt x="111936" y="110648"/>
                  </a:lnTo>
                </a:path>
              </a:pathLst>
            </a:custGeom>
            <a:noFill/>
            <a:ln w="15475" cap="flat" cmpd="sng">
              <a:solidFill>
                <a:srgbClr val="008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210" name="Google Shape;2210;p101"/>
            <p:cNvSpPr/>
            <p:nvPr/>
          </p:nvSpPr>
          <p:spPr>
            <a:xfrm>
              <a:off x="4007904" y="2212339"/>
              <a:ext cx="534035" cy="116205"/>
            </a:xfrm>
            <a:custGeom>
              <a:avLst/>
              <a:gdLst/>
              <a:ahLst/>
              <a:cxnLst/>
              <a:rect l="l" t="t" r="r" b="b"/>
              <a:pathLst>
                <a:path w="534035" h="116205" extrusionOk="0">
                  <a:moveTo>
                    <a:pt x="89293" y="0"/>
                  </a:moveTo>
                  <a:lnTo>
                    <a:pt x="73799" y="0"/>
                  </a:lnTo>
                  <a:lnTo>
                    <a:pt x="73799" y="46990"/>
                  </a:lnTo>
                  <a:lnTo>
                    <a:pt x="14274" y="46990"/>
                  </a:lnTo>
                  <a:lnTo>
                    <a:pt x="14274" y="0"/>
                  </a:lnTo>
                  <a:lnTo>
                    <a:pt x="0" y="0"/>
                  </a:lnTo>
                  <a:lnTo>
                    <a:pt x="0" y="46990"/>
                  </a:lnTo>
                  <a:lnTo>
                    <a:pt x="0" y="59690"/>
                  </a:lnTo>
                  <a:lnTo>
                    <a:pt x="0" y="113030"/>
                  </a:lnTo>
                  <a:lnTo>
                    <a:pt x="14274" y="113030"/>
                  </a:lnTo>
                  <a:lnTo>
                    <a:pt x="14274" y="59690"/>
                  </a:lnTo>
                  <a:lnTo>
                    <a:pt x="73799" y="59690"/>
                  </a:lnTo>
                  <a:lnTo>
                    <a:pt x="73799" y="113030"/>
                  </a:lnTo>
                  <a:lnTo>
                    <a:pt x="89293" y="113030"/>
                  </a:lnTo>
                  <a:lnTo>
                    <a:pt x="89293" y="59690"/>
                  </a:lnTo>
                  <a:lnTo>
                    <a:pt x="89293" y="46990"/>
                  </a:lnTo>
                  <a:lnTo>
                    <a:pt x="89293" y="0"/>
                  </a:lnTo>
                  <a:close/>
                </a:path>
                <a:path w="534035" h="116205" extrusionOk="0">
                  <a:moveTo>
                    <a:pt x="184569" y="71856"/>
                  </a:moveTo>
                  <a:lnTo>
                    <a:pt x="170281" y="38150"/>
                  </a:lnTo>
                  <a:lnTo>
                    <a:pt x="170281" y="40894"/>
                  </a:lnTo>
                  <a:lnTo>
                    <a:pt x="170281" y="82486"/>
                  </a:lnTo>
                  <a:lnTo>
                    <a:pt x="167894" y="90906"/>
                  </a:lnTo>
                  <a:lnTo>
                    <a:pt x="163118" y="95669"/>
                  </a:lnTo>
                  <a:lnTo>
                    <a:pt x="158369" y="101536"/>
                  </a:lnTo>
                  <a:lnTo>
                    <a:pt x="152400" y="103924"/>
                  </a:lnTo>
                  <a:lnTo>
                    <a:pt x="138125" y="103924"/>
                  </a:lnTo>
                  <a:lnTo>
                    <a:pt x="132168" y="101536"/>
                  </a:lnTo>
                  <a:lnTo>
                    <a:pt x="128600" y="95669"/>
                  </a:lnTo>
                  <a:lnTo>
                    <a:pt x="123825" y="90906"/>
                  </a:lnTo>
                  <a:lnTo>
                    <a:pt x="121450" y="82486"/>
                  </a:lnTo>
                  <a:lnTo>
                    <a:pt x="121513" y="62090"/>
                  </a:lnTo>
                  <a:lnTo>
                    <a:pt x="123825" y="53911"/>
                  </a:lnTo>
                  <a:lnTo>
                    <a:pt x="128600" y="49149"/>
                  </a:lnTo>
                  <a:lnTo>
                    <a:pt x="132168" y="43281"/>
                  </a:lnTo>
                  <a:lnTo>
                    <a:pt x="138125" y="40894"/>
                  </a:lnTo>
                  <a:lnTo>
                    <a:pt x="152400" y="40894"/>
                  </a:lnTo>
                  <a:lnTo>
                    <a:pt x="158369" y="43281"/>
                  </a:lnTo>
                  <a:lnTo>
                    <a:pt x="163118" y="49149"/>
                  </a:lnTo>
                  <a:lnTo>
                    <a:pt x="167894" y="53911"/>
                  </a:lnTo>
                  <a:lnTo>
                    <a:pt x="170218" y="62090"/>
                  </a:lnTo>
                  <a:lnTo>
                    <a:pt x="170281" y="40894"/>
                  </a:lnTo>
                  <a:lnTo>
                    <a:pt x="170281" y="38150"/>
                  </a:lnTo>
                  <a:lnTo>
                    <a:pt x="167551" y="36029"/>
                  </a:lnTo>
                  <a:lnTo>
                    <a:pt x="160883" y="32270"/>
                  </a:lnTo>
                  <a:lnTo>
                    <a:pt x="153581" y="29845"/>
                  </a:lnTo>
                  <a:lnTo>
                    <a:pt x="145262" y="28994"/>
                  </a:lnTo>
                  <a:lnTo>
                    <a:pt x="138150" y="29629"/>
                  </a:lnTo>
                  <a:lnTo>
                    <a:pt x="107861" y="62090"/>
                  </a:lnTo>
                  <a:lnTo>
                    <a:pt x="107238" y="71856"/>
                  </a:lnTo>
                  <a:lnTo>
                    <a:pt x="107162" y="72961"/>
                  </a:lnTo>
                  <a:lnTo>
                    <a:pt x="107772" y="81381"/>
                  </a:lnTo>
                  <a:lnTo>
                    <a:pt x="129794" y="113030"/>
                  </a:lnTo>
                  <a:lnTo>
                    <a:pt x="145262" y="115824"/>
                  </a:lnTo>
                  <a:lnTo>
                    <a:pt x="152400" y="115824"/>
                  </a:lnTo>
                  <a:lnTo>
                    <a:pt x="159550" y="113449"/>
                  </a:lnTo>
                  <a:lnTo>
                    <a:pt x="165519" y="109956"/>
                  </a:lnTo>
                  <a:lnTo>
                    <a:pt x="171488" y="107569"/>
                  </a:lnTo>
                  <a:lnTo>
                    <a:pt x="175120" y="103924"/>
                  </a:lnTo>
                  <a:lnTo>
                    <a:pt x="176237" y="102806"/>
                  </a:lnTo>
                  <a:lnTo>
                    <a:pt x="179806" y="96774"/>
                  </a:lnTo>
                  <a:lnTo>
                    <a:pt x="182194" y="90906"/>
                  </a:lnTo>
                  <a:lnTo>
                    <a:pt x="184569" y="81381"/>
                  </a:lnTo>
                  <a:lnTo>
                    <a:pt x="184569" y="71856"/>
                  </a:lnTo>
                  <a:close/>
                </a:path>
                <a:path w="534035" h="116205" extrusionOk="0">
                  <a:moveTo>
                    <a:pt x="214337" y="419"/>
                  </a:moveTo>
                  <a:lnTo>
                    <a:pt x="200063" y="419"/>
                  </a:lnTo>
                  <a:lnTo>
                    <a:pt x="200063" y="113449"/>
                  </a:lnTo>
                  <a:lnTo>
                    <a:pt x="214337" y="113449"/>
                  </a:lnTo>
                  <a:lnTo>
                    <a:pt x="214337" y="419"/>
                  </a:lnTo>
                  <a:close/>
                </a:path>
                <a:path w="534035" h="116205" extrusionOk="0">
                  <a:moveTo>
                    <a:pt x="302488" y="419"/>
                  </a:moveTo>
                  <a:lnTo>
                    <a:pt x="289318" y="419"/>
                  </a:lnTo>
                  <a:lnTo>
                    <a:pt x="289318" y="83756"/>
                  </a:lnTo>
                  <a:lnTo>
                    <a:pt x="286931" y="92011"/>
                  </a:lnTo>
                  <a:lnTo>
                    <a:pt x="283438" y="96774"/>
                  </a:lnTo>
                  <a:lnTo>
                    <a:pt x="278676" y="101536"/>
                  </a:lnTo>
                  <a:lnTo>
                    <a:pt x="273913" y="103924"/>
                  </a:lnTo>
                  <a:lnTo>
                    <a:pt x="260743" y="103924"/>
                  </a:lnTo>
                  <a:lnTo>
                    <a:pt x="255981" y="101536"/>
                  </a:lnTo>
                  <a:lnTo>
                    <a:pt x="251206" y="95669"/>
                  </a:lnTo>
                  <a:lnTo>
                    <a:pt x="247726" y="90906"/>
                  </a:lnTo>
                  <a:lnTo>
                    <a:pt x="245287" y="83756"/>
                  </a:lnTo>
                  <a:lnTo>
                    <a:pt x="245287" y="72961"/>
                  </a:lnTo>
                  <a:lnTo>
                    <a:pt x="260743" y="40894"/>
                  </a:lnTo>
                  <a:lnTo>
                    <a:pt x="272643" y="40894"/>
                  </a:lnTo>
                  <a:lnTo>
                    <a:pt x="289318" y="83756"/>
                  </a:lnTo>
                  <a:lnTo>
                    <a:pt x="289318" y="419"/>
                  </a:lnTo>
                  <a:lnTo>
                    <a:pt x="288201" y="419"/>
                  </a:lnTo>
                  <a:lnTo>
                    <a:pt x="288201" y="40894"/>
                  </a:lnTo>
                  <a:lnTo>
                    <a:pt x="285826" y="37249"/>
                  </a:lnTo>
                  <a:lnTo>
                    <a:pt x="282168" y="34861"/>
                  </a:lnTo>
                  <a:lnTo>
                    <a:pt x="278676" y="32486"/>
                  </a:lnTo>
                  <a:lnTo>
                    <a:pt x="275031" y="30099"/>
                  </a:lnTo>
                  <a:lnTo>
                    <a:pt x="270268" y="28994"/>
                  </a:lnTo>
                  <a:lnTo>
                    <a:pt x="258356" y="28994"/>
                  </a:lnTo>
                  <a:lnTo>
                    <a:pt x="232194" y="57569"/>
                  </a:lnTo>
                  <a:lnTo>
                    <a:pt x="231013" y="64706"/>
                  </a:lnTo>
                  <a:lnTo>
                    <a:pt x="231013" y="81381"/>
                  </a:lnTo>
                  <a:lnTo>
                    <a:pt x="253593" y="113449"/>
                  </a:lnTo>
                  <a:lnTo>
                    <a:pt x="259626" y="115824"/>
                  </a:lnTo>
                  <a:lnTo>
                    <a:pt x="265506" y="115824"/>
                  </a:lnTo>
                  <a:lnTo>
                    <a:pt x="289318" y="102806"/>
                  </a:lnTo>
                  <a:lnTo>
                    <a:pt x="289318" y="113449"/>
                  </a:lnTo>
                  <a:lnTo>
                    <a:pt x="302488" y="113449"/>
                  </a:lnTo>
                  <a:lnTo>
                    <a:pt x="302488" y="102806"/>
                  </a:lnTo>
                  <a:lnTo>
                    <a:pt x="302488" y="419"/>
                  </a:lnTo>
                  <a:close/>
                </a:path>
                <a:path w="534035" h="116205" extrusionOk="0">
                  <a:moveTo>
                    <a:pt x="395363" y="71856"/>
                  </a:moveTo>
                  <a:lnTo>
                    <a:pt x="381076" y="37871"/>
                  </a:lnTo>
                  <a:lnTo>
                    <a:pt x="381076" y="82486"/>
                  </a:lnTo>
                  <a:lnTo>
                    <a:pt x="378688" y="90906"/>
                  </a:lnTo>
                  <a:lnTo>
                    <a:pt x="375043" y="95669"/>
                  </a:lnTo>
                  <a:lnTo>
                    <a:pt x="370281" y="101536"/>
                  </a:lnTo>
                  <a:lnTo>
                    <a:pt x="364401" y="103924"/>
                  </a:lnTo>
                  <a:lnTo>
                    <a:pt x="350113" y="103924"/>
                  </a:lnTo>
                  <a:lnTo>
                    <a:pt x="344081" y="101536"/>
                  </a:lnTo>
                  <a:lnTo>
                    <a:pt x="340588" y="95669"/>
                  </a:lnTo>
                  <a:lnTo>
                    <a:pt x="335826" y="90906"/>
                  </a:lnTo>
                  <a:lnTo>
                    <a:pt x="333451" y="82486"/>
                  </a:lnTo>
                  <a:lnTo>
                    <a:pt x="333514" y="62090"/>
                  </a:lnTo>
                  <a:lnTo>
                    <a:pt x="335826" y="53911"/>
                  </a:lnTo>
                  <a:lnTo>
                    <a:pt x="340588" y="49149"/>
                  </a:lnTo>
                  <a:lnTo>
                    <a:pt x="344081" y="43281"/>
                  </a:lnTo>
                  <a:lnTo>
                    <a:pt x="350113" y="40894"/>
                  </a:lnTo>
                  <a:lnTo>
                    <a:pt x="364401" y="40894"/>
                  </a:lnTo>
                  <a:lnTo>
                    <a:pt x="381076" y="82486"/>
                  </a:lnTo>
                  <a:lnTo>
                    <a:pt x="381076" y="37871"/>
                  </a:lnTo>
                  <a:lnTo>
                    <a:pt x="378968" y="36029"/>
                  </a:lnTo>
                  <a:lnTo>
                    <a:pt x="372694" y="32270"/>
                  </a:lnTo>
                  <a:lnTo>
                    <a:pt x="365544" y="29845"/>
                  </a:lnTo>
                  <a:lnTo>
                    <a:pt x="357263" y="28994"/>
                  </a:lnTo>
                  <a:lnTo>
                    <a:pt x="350151" y="29629"/>
                  </a:lnTo>
                  <a:lnTo>
                    <a:pt x="319836" y="62090"/>
                  </a:lnTo>
                  <a:lnTo>
                    <a:pt x="319239" y="71856"/>
                  </a:lnTo>
                  <a:lnTo>
                    <a:pt x="319163" y="72961"/>
                  </a:lnTo>
                  <a:lnTo>
                    <a:pt x="319747" y="81381"/>
                  </a:lnTo>
                  <a:lnTo>
                    <a:pt x="341325" y="113030"/>
                  </a:lnTo>
                  <a:lnTo>
                    <a:pt x="357263" y="115824"/>
                  </a:lnTo>
                  <a:lnTo>
                    <a:pt x="364401" y="115824"/>
                  </a:lnTo>
                  <a:lnTo>
                    <a:pt x="371551" y="113449"/>
                  </a:lnTo>
                  <a:lnTo>
                    <a:pt x="377418" y="109956"/>
                  </a:lnTo>
                  <a:lnTo>
                    <a:pt x="383451" y="107569"/>
                  </a:lnTo>
                  <a:lnTo>
                    <a:pt x="387096" y="103924"/>
                  </a:lnTo>
                  <a:lnTo>
                    <a:pt x="388213" y="102806"/>
                  </a:lnTo>
                  <a:lnTo>
                    <a:pt x="390601" y="96774"/>
                  </a:lnTo>
                  <a:lnTo>
                    <a:pt x="394093" y="90906"/>
                  </a:lnTo>
                  <a:lnTo>
                    <a:pt x="395363" y="81381"/>
                  </a:lnTo>
                  <a:lnTo>
                    <a:pt x="395363" y="71856"/>
                  </a:lnTo>
                  <a:close/>
                </a:path>
                <a:path w="534035" h="116205" extrusionOk="0">
                  <a:moveTo>
                    <a:pt x="478701" y="31369"/>
                  </a:moveTo>
                  <a:lnTo>
                    <a:pt x="464413" y="31369"/>
                  </a:lnTo>
                  <a:lnTo>
                    <a:pt x="464413" y="88519"/>
                  </a:lnTo>
                  <a:lnTo>
                    <a:pt x="462038" y="92011"/>
                  </a:lnTo>
                  <a:lnTo>
                    <a:pt x="460768" y="95669"/>
                  </a:lnTo>
                  <a:lnTo>
                    <a:pt x="458381" y="98044"/>
                  </a:lnTo>
                  <a:lnTo>
                    <a:pt x="451243" y="102806"/>
                  </a:lnTo>
                  <a:lnTo>
                    <a:pt x="446481" y="103924"/>
                  </a:lnTo>
                  <a:lnTo>
                    <a:pt x="438226" y="103924"/>
                  </a:lnTo>
                  <a:lnTo>
                    <a:pt x="434568" y="102806"/>
                  </a:lnTo>
                  <a:lnTo>
                    <a:pt x="427431" y="95669"/>
                  </a:lnTo>
                  <a:lnTo>
                    <a:pt x="426313" y="92011"/>
                  </a:lnTo>
                  <a:lnTo>
                    <a:pt x="426313" y="31369"/>
                  </a:lnTo>
                  <a:lnTo>
                    <a:pt x="412026" y="31369"/>
                  </a:lnTo>
                  <a:lnTo>
                    <a:pt x="412026" y="93281"/>
                  </a:lnTo>
                  <a:lnTo>
                    <a:pt x="413143" y="95669"/>
                  </a:lnTo>
                  <a:lnTo>
                    <a:pt x="413143" y="99161"/>
                  </a:lnTo>
                  <a:lnTo>
                    <a:pt x="414413" y="102806"/>
                  </a:lnTo>
                  <a:lnTo>
                    <a:pt x="416788" y="105194"/>
                  </a:lnTo>
                  <a:lnTo>
                    <a:pt x="419176" y="108686"/>
                  </a:lnTo>
                  <a:lnTo>
                    <a:pt x="422668" y="111061"/>
                  </a:lnTo>
                  <a:lnTo>
                    <a:pt x="426313" y="112331"/>
                  </a:lnTo>
                  <a:lnTo>
                    <a:pt x="431076" y="114719"/>
                  </a:lnTo>
                  <a:lnTo>
                    <a:pt x="434568" y="115824"/>
                  </a:lnTo>
                  <a:lnTo>
                    <a:pt x="440601" y="115824"/>
                  </a:lnTo>
                  <a:lnTo>
                    <a:pt x="448183" y="114935"/>
                  </a:lnTo>
                  <a:lnTo>
                    <a:pt x="455015" y="112255"/>
                  </a:lnTo>
                  <a:lnTo>
                    <a:pt x="461187" y="107797"/>
                  </a:lnTo>
                  <a:lnTo>
                    <a:pt x="466801" y="101536"/>
                  </a:lnTo>
                  <a:lnTo>
                    <a:pt x="466801" y="113449"/>
                  </a:lnTo>
                  <a:lnTo>
                    <a:pt x="478701" y="113449"/>
                  </a:lnTo>
                  <a:lnTo>
                    <a:pt x="478701" y="31369"/>
                  </a:lnTo>
                  <a:close/>
                </a:path>
                <a:path w="534035" h="116205" extrusionOk="0">
                  <a:moveTo>
                    <a:pt x="533476" y="113449"/>
                  </a:moveTo>
                  <a:lnTo>
                    <a:pt x="531088" y="101536"/>
                  </a:lnTo>
                  <a:lnTo>
                    <a:pt x="521563" y="101536"/>
                  </a:lnTo>
                  <a:lnTo>
                    <a:pt x="520458" y="100431"/>
                  </a:lnTo>
                  <a:lnTo>
                    <a:pt x="519188" y="100431"/>
                  </a:lnTo>
                  <a:lnTo>
                    <a:pt x="518071" y="99161"/>
                  </a:lnTo>
                  <a:lnTo>
                    <a:pt x="518071" y="98044"/>
                  </a:lnTo>
                  <a:lnTo>
                    <a:pt x="516801" y="96774"/>
                  </a:lnTo>
                  <a:lnTo>
                    <a:pt x="516801" y="42011"/>
                  </a:lnTo>
                  <a:lnTo>
                    <a:pt x="531088" y="42011"/>
                  </a:lnTo>
                  <a:lnTo>
                    <a:pt x="531088" y="31369"/>
                  </a:lnTo>
                  <a:lnTo>
                    <a:pt x="516801" y="31369"/>
                  </a:lnTo>
                  <a:lnTo>
                    <a:pt x="516801" y="2794"/>
                  </a:lnTo>
                  <a:lnTo>
                    <a:pt x="502513" y="11049"/>
                  </a:lnTo>
                  <a:lnTo>
                    <a:pt x="502513" y="31369"/>
                  </a:lnTo>
                  <a:lnTo>
                    <a:pt x="492988" y="31369"/>
                  </a:lnTo>
                  <a:lnTo>
                    <a:pt x="492988" y="42011"/>
                  </a:lnTo>
                  <a:lnTo>
                    <a:pt x="502513" y="42011"/>
                  </a:lnTo>
                  <a:lnTo>
                    <a:pt x="502513" y="98044"/>
                  </a:lnTo>
                  <a:lnTo>
                    <a:pt x="503783" y="103924"/>
                  </a:lnTo>
                  <a:lnTo>
                    <a:pt x="507276" y="111061"/>
                  </a:lnTo>
                  <a:lnTo>
                    <a:pt x="510933" y="112331"/>
                  </a:lnTo>
                  <a:lnTo>
                    <a:pt x="513308" y="113449"/>
                  </a:lnTo>
                  <a:lnTo>
                    <a:pt x="516801" y="114719"/>
                  </a:lnTo>
                  <a:lnTo>
                    <a:pt x="528713" y="114719"/>
                  </a:lnTo>
                  <a:lnTo>
                    <a:pt x="533476" y="113449"/>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211" name="Google Shape;2211;p101"/>
            <p:cNvPicPr preferRelativeResize="0"/>
            <p:nvPr/>
          </p:nvPicPr>
          <p:blipFill rotWithShape="1">
            <a:blip r:embed="rId8">
              <a:alphaModFix/>
            </a:blip>
            <a:srcRect/>
            <a:stretch/>
          </p:blipFill>
          <p:spPr>
            <a:xfrm>
              <a:off x="4591404" y="2215134"/>
              <a:ext cx="206061" cy="113029"/>
            </a:xfrm>
            <a:prstGeom prst="rect">
              <a:avLst/>
            </a:prstGeom>
            <a:noFill/>
            <a:ln>
              <a:noFill/>
            </a:ln>
          </p:spPr>
        </p:pic>
      </p:grpSp>
      <p:pic>
        <p:nvPicPr>
          <p:cNvPr id="2212" name="Google Shape;2212;p101"/>
          <p:cNvPicPr preferRelativeResize="0"/>
          <p:nvPr/>
        </p:nvPicPr>
        <p:blipFill rotWithShape="1">
          <a:blip r:embed="rId9">
            <a:alphaModFix/>
          </a:blip>
          <a:srcRect/>
          <a:stretch/>
        </p:blipFill>
        <p:spPr>
          <a:xfrm>
            <a:off x="3599692" y="7538466"/>
            <a:ext cx="73819" cy="116712"/>
          </a:xfrm>
          <a:prstGeom prst="rect">
            <a:avLst/>
          </a:prstGeom>
          <a:noFill/>
          <a:ln>
            <a:noFill/>
          </a:ln>
        </p:spPr>
      </p:pic>
      <p:pic>
        <p:nvPicPr>
          <p:cNvPr id="2213" name="Google Shape;2213;p101"/>
          <p:cNvPicPr preferRelativeResize="0"/>
          <p:nvPr/>
        </p:nvPicPr>
        <p:blipFill rotWithShape="1">
          <a:blip r:embed="rId10">
            <a:alphaModFix/>
          </a:blip>
          <a:srcRect/>
          <a:stretch/>
        </p:blipFill>
        <p:spPr>
          <a:xfrm>
            <a:off x="4716712" y="7538466"/>
            <a:ext cx="164308" cy="116712"/>
          </a:xfrm>
          <a:prstGeom prst="rect">
            <a:avLst/>
          </a:prstGeom>
          <a:noFill/>
          <a:ln>
            <a:noFill/>
          </a:ln>
        </p:spPr>
      </p:pic>
      <p:pic>
        <p:nvPicPr>
          <p:cNvPr id="2214" name="Google Shape;2214;p101"/>
          <p:cNvPicPr preferRelativeResize="0"/>
          <p:nvPr/>
        </p:nvPicPr>
        <p:blipFill rotWithShape="1">
          <a:blip r:embed="rId11">
            <a:alphaModFix/>
          </a:blip>
          <a:srcRect/>
          <a:stretch/>
        </p:blipFill>
        <p:spPr>
          <a:xfrm>
            <a:off x="5877832" y="7538466"/>
            <a:ext cx="166690" cy="116712"/>
          </a:xfrm>
          <a:prstGeom prst="rect">
            <a:avLst/>
          </a:prstGeom>
          <a:noFill/>
          <a:ln>
            <a:noFill/>
          </a:ln>
        </p:spPr>
      </p:pic>
      <p:pic>
        <p:nvPicPr>
          <p:cNvPr id="2215" name="Google Shape;2215;p101"/>
          <p:cNvPicPr preferRelativeResize="0"/>
          <p:nvPr/>
        </p:nvPicPr>
        <p:blipFill rotWithShape="1">
          <a:blip r:embed="rId12">
            <a:alphaModFix/>
          </a:blip>
          <a:srcRect/>
          <a:stretch/>
        </p:blipFill>
        <p:spPr>
          <a:xfrm>
            <a:off x="7043836" y="7538466"/>
            <a:ext cx="162918" cy="116712"/>
          </a:xfrm>
          <a:prstGeom prst="rect">
            <a:avLst/>
          </a:prstGeom>
          <a:noFill/>
          <a:ln>
            <a:noFill/>
          </a:ln>
        </p:spPr>
      </p:pic>
      <p:pic>
        <p:nvPicPr>
          <p:cNvPr id="2216" name="Google Shape;2216;p101"/>
          <p:cNvPicPr preferRelativeResize="0"/>
          <p:nvPr/>
        </p:nvPicPr>
        <p:blipFill rotWithShape="1">
          <a:blip r:embed="rId13">
            <a:alphaModFix/>
          </a:blip>
          <a:srcRect/>
          <a:stretch/>
        </p:blipFill>
        <p:spPr>
          <a:xfrm>
            <a:off x="8207058" y="7538466"/>
            <a:ext cx="163198" cy="116712"/>
          </a:xfrm>
          <a:prstGeom prst="rect">
            <a:avLst/>
          </a:prstGeom>
          <a:noFill/>
          <a:ln>
            <a:noFill/>
          </a:ln>
        </p:spPr>
      </p:pic>
      <p:grpSp>
        <p:nvGrpSpPr>
          <p:cNvPr id="2217" name="Google Shape;2217;p101"/>
          <p:cNvGrpSpPr/>
          <p:nvPr/>
        </p:nvGrpSpPr>
        <p:grpSpPr>
          <a:xfrm>
            <a:off x="9337221" y="7538466"/>
            <a:ext cx="239400" cy="116712"/>
            <a:chOff x="9107137" y="5618749"/>
            <a:chExt cx="239400" cy="116712"/>
          </a:xfrm>
        </p:grpSpPr>
        <p:sp>
          <p:nvSpPr>
            <p:cNvPr id="2218" name="Google Shape;2218;p101"/>
            <p:cNvSpPr/>
            <p:nvPr/>
          </p:nvSpPr>
          <p:spPr>
            <a:xfrm>
              <a:off x="9107137" y="5618749"/>
              <a:ext cx="41910" cy="114935"/>
            </a:xfrm>
            <a:custGeom>
              <a:avLst/>
              <a:gdLst/>
              <a:ahLst/>
              <a:cxnLst/>
              <a:rect l="l" t="t" r="r" b="b"/>
              <a:pathLst>
                <a:path w="41909" h="114935" extrusionOk="0">
                  <a:moveTo>
                    <a:pt x="41753" y="0"/>
                  </a:moveTo>
                  <a:lnTo>
                    <a:pt x="33338" y="0"/>
                  </a:lnTo>
                  <a:lnTo>
                    <a:pt x="29846" y="5952"/>
                  </a:lnTo>
                  <a:lnTo>
                    <a:pt x="26195" y="10714"/>
                  </a:lnTo>
                  <a:lnTo>
                    <a:pt x="20321" y="15477"/>
                  </a:lnTo>
                  <a:lnTo>
                    <a:pt x="14287" y="21431"/>
                  </a:lnTo>
                  <a:lnTo>
                    <a:pt x="0" y="28575"/>
                  </a:lnTo>
                  <a:lnTo>
                    <a:pt x="0" y="42877"/>
                  </a:lnTo>
                  <a:lnTo>
                    <a:pt x="14287" y="35717"/>
                  </a:lnTo>
                  <a:lnTo>
                    <a:pt x="20321" y="32146"/>
                  </a:lnTo>
                  <a:lnTo>
                    <a:pt x="23812" y="28575"/>
                  </a:lnTo>
                  <a:lnTo>
                    <a:pt x="27465" y="26192"/>
                  </a:lnTo>
                  <a:lnTo>
                    <a:pt x="27465" y="114330"/>
                  </a:lnTo>
                  <a:lnTo>
                    <a:pt x="41753" y="114330"/>
                  </a:lnTo>
                  <a:lnTo>
                    <a:pt x="41753"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2200"/>
            </a:p>
          </p:txBody>
        </p:sp>
        <p:pic>
          <p:nvPicPr>
            <p:cNvPr id="2219" name="Google Shape;2219;p101"/>
            <p:cNvPicPr preferRelativeResize="0"/>
            <p:nvPr/>
          </p:nvPicPr>
          <p:blipFill rotWithShape="1">
            <a:blip r:embed="rId14">
              <a:alphaModFix/>
            </a:blip>
            <a:srcRect/>
            <a:stretch/>
          </p:blipFill>
          <p:spPr>
            <a:xfrm>
              <a:off x="9184609" y="5618749"/>
              <a:ext cx="161928" cy="116712"/>
            </a:xfrm>
            <a:prstGeom prst="rect">
              <a:avLst/>
            </a:prstGeom>
            <a:noFill/>
            <a:ln>
              <a:noFill/>
            </a:ln>
          </p:spPr>
        </p:pic>
      </p:grpSp>
      <p:grpSp>
        <p:nvGrpSpPr>
          <p:cNvPr id="2220" name="Google Shape;2220;p101"/>
          <p:cNvGrpSpPr/>
          <p:nvPr/>
        </p:nvGrpSpPr>
        <p:grpSpPr>
          <a:xfrm>
            <a:off x="5479687" y="8443044"/>
            <a:ext cx="333380" cy="161955"/>
            <a:chOff x="5488202" y="5846222"/>
            <a:chExt cx="333380" cy="161955"/>
          </a:xfrm>
        </p:grpSpPr>
        <p:pic>
          <p:nvPicPr>
            <p:cNvPr id="2221" name="Google Shape;2221;p101"/>
            <p:cNvPicPr preferRelativeResize="0"/>
            <p:nvPr/>
          </p:nvPicPr>
          <p:blipFill rotWithShape="1">
            <a:blip r:embed="rId15">
              <a:alphaModFix/>
            </a:blip>
            <a:srcRect/>
            <a:stretch/>
          </p:blipFill>
          <p:spPr>
            <a:xfrm>
              <a:off x="5488202" y="5846222"/>
              <a:ext cx="98743" cy="125046"/>
            </a:xfrm>
            <a:prstGeom prst="rect">
              <a:avLst/>
            </a:prstGeom>
            <a:noFill/>
            <a:ln>
              <a:noFill/>
            </a:ln>
          </p:spPr>
        </p:pic>
        <p:pic>
          <p:nvPicPr>
            <p:cNvPr id="2222" name="Google Shape;2222;p101"/>
            <p:cNvPicPr preferRelativeResize="0"/>
            <p:nvPr/>
          </p:nvPicPr>
          <p:blipFill rotWithShape="1">
            <a:blip r:embed="rId16">
              <a:alphaModFix/>
            </a:blip>
            <a:srcRect/>
            <a:stretch/>
          </p:blipFill>
          <p:spPr>
            <a:xfrm>
              <a:off x="5612029" y="5846222"/>
              <a:ext cx="113031" cy="161955"/>
            </a:xfrm>
            <a:prstGeom prst="rect">
              <a:avLst/>
            </a:prstGeom>
            <a:noFill/>
            <a:ln>
              <a:noFill/>
            </a:ln>
          </p:spPr>
        </p:pic>
        <p:pic>
          <p:nvPicPr>
            <p:cNvPr id="2223" name="Google Shape;2223;p101"/>
            <p:cNvPicPr preferRelativeResize="0"/>
            <p:nvPr/>
          </p:nvPicPr>
          <p:blipFill rotWithShape="1">
            <a:blip r:embed="rId17">
              <a:alphaModFix/>
            </a:blip>
            <a:srcRect/>
            <a:stretch/>
          </p:blipFill>
          <p:spPr>
            <a:xfrm>
              <a:off x="5747763" y="5846222"/>
              <a:ext cx="73819" cy="125046"/>
            </a:xfrm>
            <a:prstGeom prst="rect">
              <a:avLst/>
            </a:prstGeom>
            <a:noFill/>
            <a:ln>
              <a:noFill/>
            </a:ln>
          </p:spPr>
        </p:pic>
      </p:grpSp>
      <p:pic>
        <p:nvPicPr>
          <p:cNvPr id="2224" name="Google Shape;2224;p101"/>
          <p:cNvPicPr preferRelativeResize="0"/>
          <p:nvPr/>
        </p:nvPicPr>
        <p:blipFill rotWithShape="1">
          <a:blip r:embed="rId18">
            <a:alphaModFix/>
          </a:blip>
          <a:srcRect/>
          <a:stretch/>
        </p:blipFill>
        <p:spPr>
          <a:xfrm>
            <a:off x="5885878" y="8462421"/>
            <a:ext cx="988396" cy="159574"/>
          </a:xfrm>
          <a:prstGeom prst="rect">
            <a:avLst/>
          </a:prstGeom>
          <a:noFill/>
          <a:ln>
            <a:noFill/>
          </a:ln>
        </p:spPr>
      </p:pic>
      <p:grpSp>
        <p:nvGrpSpPr>
          <p:cNvPr id="2225" name="Google Shape;2225;p101"/>
          <p:cNvGrpSpPr/>
          <p:nvPr/>
        </p:nvGrpSpPr>
        <p:grpSpPr>
          <a:xfrm>
            <a:off x="7009323" y="8460610"/>
            <a:ext cx="206219" cy="163195"/>
            <a:chOff x="6940952" y="5845031"/>
            <a:chExt cx="206219" cy="163195"/>
          </a:xfrm>
        </p:grpSpPr>
        <p:pic>
          <p:nvPicPr>
            <p:cNvPr id="2226" name="Google Shape;2226;p101"/>
            <p:cNvPicPr preferRelativeResize="0"/>
            <p:nvPr/>
          </p:nvPicPr>
          <p:blipFill rotWithShape="1">
            <a:blip r:embed="rId19">
              <a:alphaModFix/>
            </a:blip>
            <a:srcRect/>
            <a:stretch/>
          </p:blipFill>
          <p:spPr>
            <a:xfrm>
              <a:off x="6940952" y="5845031"/>
              <a:ext cx="146528" cy="163146"/>
            </a:xfrm>
            <a:prstGeom prst="rect">
              <a:avLst/>
            </a:prstGeom>
            <a:noFill/>
            <a:ln>
              <a:noFill/>
            </a:ln>
          </p:spPr>
        </p:pic>
        <p:sp>
          <p:nvSpPr>
            <p:cNvPr id="2227" name="Google Shape;2227;p101"/>
            <p:cNvSpPr/>
            <p:nvPr/>
          </p:nvSpPr>
          <p:spPr>
            <a:xfrm>
              <a:off x="7106531" y="5845031"/>
              <a:ext cx="40640" cy="163195"/>
            </a:xfrm>
            <a:custGeom>
              <a:avLst/>
              <a:gdLst/>
              <a:ahLst/>
              <a:cxnLst/>
              <a:rect l="l" t="t" r="r" b="b"/>
              <a:pathLst>
                <a:path w="40640" h="163195" extrusionOk="0">
                  <a:moveTo>
                    <a:pt x="10634" y="0"/>
                  </a:moveTo>
                  <a:lnTo>
                    <a:pt x="0" y="0"/>
                  </a:lnTo>
                  <a:lnTo>
                    <a:pt x="13016" y="25002"/>
                  </a:lnTo>
                  <a:lnTo>
                    <a:pt x="15535" y="31252"/>
                  </a:lnTo>
                  <a:lnTo>
                    <a:pt x="24712" y="72958"/>
                  </a:lnTo>
                  <a:lnTo>
                    <a:pt x="24923" y="80977"/>
                  </a:lnTo>
                  <a:lnTo>
                    <a:pt x="23373" y="101518"/>
                  </a:lnTo>
                  <a:lnTo>
                    <a:pt x="18712" y="122060"/>
                  </a:lnTo>
                  <a:lnTo>
                    <a:pt x="10925" y="142605"/>
                  </a:lnTo>
                  <a:lnTo>
                    <a:pt x="0" y="163146"/>
                  </a:lnTo>
                  <a:lnTo>
                    <a:pt x="10634" y="163146"/>
                  </a:lnTo>
                  <a:lnTo>
                    <a:pt x="32067" y="126237"/>
                  </a:lnTo>
                  <a:lnTo>
                    <a:pt x="40481" y="80977"/>
                  </a:lnTo>
                  <a:lnTo>
                    <a:pt x="40051" y="71173"/>
                  </a:lnTo>
                  <a:lnTo>
                    <a:pt x="29767" y="32144"/>
                  </a:lnTo>
                  <a:lnTo>
                    <a:pt x="18084" y="10714"/>
                  </a:lnTo>
                  <a:lnTo>
                    <a:pt x="10634"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228" name="Google Shape;2228;p101"/>
          <p:cNvGrpSpPr/>
          <p:nvPr/>
        </p:nvGrpSpPr>
        <p:grpSpPr>
          <a:xfrm>
            <a:off x="2457100" y="6105889"/>
            <a:ext cx="195302" cy="115521"/>
            <a:chOff x="3093326" y="5435346"/>
            <a:chExt cx="195302" cy="115521"/>
          </a:xfrm>
        </p:grpSpPr>
        <p:sp>
          <p:nvSpPr>
            <p:cNvPr id="2229" name="Google Shape;2229;p101"/>
            <p:cNvSpPr/>
            <p:nvPr/>
          </p:nvSpPr>
          <p:spPr>
            <a:xfrm>
              <a:off x="3093326" y="5435346"/>
              <a:ext cx="41910" cy="114935"/>
            </a:xfrm>
            <a:custGeom>
              <a:avLst/>
              <a:gdLst/>
              <a:ahLst/>
              <a:cxnLst/>
              <a:rect l="l" t="t" r="r" b="b"/>
              <a:pathLst>
                <a:path w="41910" h="114935" extrusionOk="0">
                  <a:moveTo>
                    <a:pt x="41667" y="0"/>
                  </a:moveTo>
                  <a:lnTo>
                    <a:pt x="32142" y="0"/>
                  </a:lnTo>
                  <a:lnTo>
                    <a:pt x="29767" y="4762"/>
                  </a:lnTo>
                  <a:lnTo>
                    <a:pt x="26186" y="10717"/>
                  </a:lnTo>
                  <a:lnTo>
                    <a:pt x="14286" y="20242"/>
                  </a:lnTo>
                  <a:lnTo>
                    <a:pt x="7136" y="25006"/>
                  </a:lnTo>
                  <a:lnTo>
                    <a:pt x="0" y="28575"/>
                  </a:lnTo>
                  <a:lnTo>
                    <a:pt x="0" y="41694"/>
                  </a:lnTo>
                  <a:lnTo>
                    <a:pt x="3567" y="40500"/>
                  </a:lnTo>
                  <a:lnTo>
                    <a:pt x="8331" y="38125"/>
                  </a:lnTo>
                  <a:lnTo>
                    <a:pt x="14286" y="34531"/>
                  </a:lnTo>
                  <a:lnTo>
                    <a:pt x="19050" y="32156"/>
                  </a:lnTo>
                  <a:lnTo>
                    <a:pt x="23811" y="28575"/>
                  </a:lnTo>
                  <a:lnTo>
                    <a:pt x="27381" y="25006"/>
                  </a:lnTo>
                  <a:lnTo>
                    <a:pt x="27381" y="114338"/>
                  </a:lnTo>
                  <a:lnTo>
                    <a:pt x="41667" y="114338"/>
                  </a:lnTo>
                  <a:lnTo>
                    <a:pt x="41667"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2800"/>
            </a:p>
          </p:txBody>
        </p:sp>
        <p:pic>
          <p:nvPicPr>
            <p:cNvPr id="2230" name="Google Shape;2230;p101"/>
            <p:cNvPicPr preferRelativeResize="0"/>
            <p:nvPr/>
          </p:nvPicPr>
          <p:blipFill rotWithShape="1">
            <a:blip r:embed="rId20">
              <a:alphaModFix/>
            </a:blip>
            <a:srcRect/>
            <a:stretch/>
          </p:blipFill>
          <p:spPr>
            <a:xfrm>
              <a:off x="3177881" y="5435346"/>
              <a:ext cx="110747" cy="115521"/>
            </a:xfrm>
            <a:prstGeom prst="rect">
              <a:avLst/>
            </a:prstGeom>
            <a:noFill/>
            <a:ln>
              <a:noFill/>
            </a:ln>
          </p:spPr>
        </p:pic>
      </p:grpSp>
      <p:grpSp>
        <p:nvGrpSpPr>
          <p:cNvPr id="2231" name="Google Shape;2231;p101"/>
          <p:cNvGrpSpPr/>
          <p:nvPr/>
        </p:nvGrpSpPr>
        <p:grpSpPr>
          <a:xfrm>
            <a:off x="2457100" y="5373467"/>
            <a:ext cx="196492" cy="115518"/>
            <a:chOff x="3093326" y="4702924"/>
            <a:chExt cx="196492" cy="115518"/>
          </a:xfrm>
        </p:grpSpPr>
        <p:sp>
          <p:nvSpPr>
            <p:cNvPr id="2232" name="Google Shape;2232;p101"/>
            <p:cNvSpPr/>
            <p:nvPr/>
          </p:nvSpPr>
          <p:spPr>
            <a:xfrm>
              <a:off x="3093326" y="4702924"/>
              <a:ext cx="41910" cy="113664"/>
            </a:xfrm>
            <a:custGeom>
              <a:avLst/>
              <a:gdLst/>
              <a:ahLst/>
              <a:cxnLst/>
              <a:rect l="l" t="t" r="r" b="b"/>
              <a:pathLst>
                <a:path w="41910" h="113664" extrusionOk="0">
                  <a:moveTo>
                    <a:pt x="41667" y="0"/>
                  </a:moveTo>
                  <a:lnTo>
                    <a:pt x="32142" y="0"/>
                  </a:lnTo>
                  <a:lnTo>
                    <a:pt x="29767" y="4761"/>
                  </a:lnTo>
                  <a:lnTo>
                    <a:pt x="26186" y="9525"/>
                  </a:lnTo>
                  <a:lnTo>
                    <a:pt x="20242" y="14286"/>
                  </a:lnTo>
                  <a:lnTo>
                    <a:pt x="14286" y="20242"/>
                  </a:lnTo>
                  <a:lnTo>
                    <a:pt x="7136" y="23811"/>
                  </a:lnTo>
                  <a:lnTo>
                    <a:pt x="0" y="28575"/>
                  </a:lnTo>
                  <a:lnTo>
                    <a:pt x="0" y="41694"/>
                  </a:lnTo>
                  <a:lnTo>
                    <a:pt x="3567" y="40500"/>
                  </a:lnTo>
                  <a:lnTo>
                    <a:pt x="8331" y="38111"/>
                  </a:lnTo>
                  <a:lnTo>
                    <a:pt x="14286" y="34531"/>
                  </a:lnTo>
                  <a:lnTo>
                    <a:pt x="23811" y="27381"/>
                  </a:lnTo>
                  <a:lnTo>
                    <a:pt x="27381" y="25006"/>
                  </a:lnTo>
                  <a:lnTo>
                    <a:pt x="27381" y="113144"/>
                  </a:lnTo>
                  <a:lnTo>
                    <a:pt x="41667" y="113144"/>
                  </a:lnTo>
                  <a:lnTo>
                    <a:pt x="41667"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2800"/>
            </a:p>
          </p:txBody>
        </p:sp>
        <p:pic>
          <p:nvPicPr>
            <p:cNvPr id="2233" name="Google Shape;2233;p101"/>
            <p:cNvPicPr preferRelativeResize="0"/>
            <p:nvPr/>
          </p:nvPicPr>
          <p:blipFill rotWithShape="1">
            <a:blip r:embed="rId21">
              <a:alphaModFix/>
            </a:blip>
            <a:srcRect/>
            <a:stretch/>
          </p:blipFill>
          <p:spPr>
            <a:xfrm>
              <a:off x="3177881" y="4704111"/>
              <a:ext cx="111937" cy="114331"/>
            </a:xfrm>
            <a:prstGeom prst="rect">
              <a:avLst/>
            </a:prstGeom>
            <a:noFill/>
            <a:ln>
              <a:noFill/>
            </a:ln>
          </p:spPr>
        </p:pic>
      </p:grpSp>
      <p:grpSp>
        <p:nvGrpSpPr>
          <p:cNvPr id="2234" name="Google Shape;2234;p101"/>
          <p:cNvGrpSpPr/>
          <p:nvPr/>
        </p:nvGrpSpPr>
        <p:grpSpPr>
          <a:xfrm>
            <a:off x="2444007" y="4639863"/>
            <a:ext cx="208395" cy="115570"/>
            <a:chOff x="3080233" y="3969320"/>
            <a:chExt cx="208395" cy="115570"/>
          </a:xfrm>
        </p:grpSpPr>
        <p:pic>
          <p:nvPicPr>
            <p:cNvPr id="2235" name="Google Shape;2235;p101"/>
            <p:cNvPicPr preferRelativeResize="0"/>
            <p:nvPr/>
          </p:nvPicPr>
          <p:blipFill rotWithShape="1">
            <a:blip r:embed="rId22">
              <a:alphaModFix/>
            </a:blip>
            <a:srcRect/>
            <a:stretch/>
          </p:blipFill>
          <p:spPr>
            <a:xfrm>
              <a:off x="3080233" y="3969320"/>
              <a:ext cx="75009" cy="114300"/>
            </a:xfrm>
            <a:prstGeom prst="rect">
              <a:avLst/>
            </a:prstGeom>
            <a:noFill/>
            <a:ln>
              <a:noFill/>
            </a:ln>
          </p:spPr>
        </p:pic>
        <p:pic>
          <p:nvPicPr>
            <p:cNvPr id="2236" name="Google Shape;2236;p101"/>
            <p:cNvPicPr preferRelativeResize="0"/>
            <p:nvPr/>
          </p:nvPicPr>
          <p:blipFill rotWithShape="1">
            <a:blip r:embed="rId23">
              <a:alphaModFix/>
            </a:blip>
            <a:srcRect/>
            <a:stretch/>
          </p:blipFill>
          <p:spPr>
            <a:xfrm>
              <a:off x="3177882" y="3969320"/>
              <a:ext cx="110746" cy="115570"/>
            </a:xfrm>
            <a:prstGeom prst="rect">
              <a:avLst/>
            </a:prstGeom>
            <a:noFill/>
            <a:ln>
              <a:noFill/>
            </a:ln>
          </p:spPr>
        </p:pic>
      </p:grpSp>
      <p:grpSp>
        <p:nvGrpSpPr>
          <p:cNvPr id="2237" name="Google Shape;2237;p101"/>
          <p:cNvGrpSpPr/>
          <p:nvPr/>
        </p:nvGrpSpPr>
        <p:grpSpPr>
          <a:xfrm>
            <a:off x="2444007" y="3906280"/>
            <a:ext cx="209585" cy="116680"/>
            <a:chOff x="3080233" y="3235737"/>
            <a:chExt cx="209585" cy="116680"/>
          </a:xfrm>
        </p:grpSpPr>
        <p:pic>
          <p:nvPicPr>
            <p:cNvPr id="2238" name="Google Shape;2238;p101"/>
            <p:cNvPicPr preferRelativeResize="0"/>
            <p:nvPr/>
          </p:nvPicPr>
          <p:blipFill rotWithShape="1">
            <a:blip r:embed="rId24">
              <a:alphaModFix/>
            </a:blip>
            <a:srcRect/>
            <a:stretch/>
          </p:blipFill>
          <p:spPr>
            <a:xfrm>
              <a:off x="3080233" y="3235737"/>
              <a:ext cx="75009" cy="114298"/>
            </a:xfrm>
            <a:prstGeom prst="rect">
              <a:avLst/>
            </a:prstGeom>
            <a:noFill/>
            <a:ln>
              <a:noFill/>
            </a:ln>
          </p:spPr>
        </p:pic>
        <p:pic>
          <p:nvPicPr>
            <p:cNvPr id="2239" name="Google Shape;2239;p101"/>
            <p:cNvPicPr preferRelativeResize="0"/>
            <p:nvPr/>
          </p:nvPicPr>
          <p:blipFill rotWithShape="1">
            <a:blip r:embed="rId25">
              <a:alphaModFix/>
            </a:blip>
            <a:srcRect/>
            <a:stretch/>
          </p:blipFill>
          <p:spPr>
            <a:xfrm>
              <a:off x="3177882" y="3238119"/>
              <a:ext cx="111936" cy="114298"/>
            </a:xfrm>
            <a:prstGeom prst="rect">
              <a:avLst/>
            </a:prstGeom>
            <a:noFill/>
            <a:ln>
              <a:noFill/>
            </a:ln>
          </p:spPr>
        </p:pic>
      </p:grpSp>
      <p:grpSp>
        <p:nvGrpSpPr>
          <p:cNvPr id="2240" name="Google Shape;2240;p101"/>
          <p:cNvGrpSpPr/>
          <p:nvPr/>
        </p:nvGrpSpPr>
        <p:grpSpPr>
          <a:xfrm>
            <a:off x="2446389" y="3173808"/>
            <a:ext cx="206013" cy="115570"/>
            <a:chOff x="3082615" y="2503265"/>
            <a:chExt cx="206013" cy="115570"/>
          </a:xfrm>
        </p:grpSpPr>
        <p:pic>
          <p:nvPicPr>
            <p:cNvPr id="2241" name="Google Shape;2241;p101"/>
            <p:cNvPicPr preferRelativeResize="0"/>
            <p:nvPr/>
          </p:nvPicPr>
          <p:blipFill rotWithShape="1">
            <a:blip r:embed="rId26">
              <a:alphaModFix/>
            </a:blip>
            <a:srcRect/>
            <a:stretch/>
          </p:blipFill>
          <p:spPr>
            <a:xfrm>
              <a:off x="3082615" y="2503265"/>
              <a:ext cx="73819" cy="115568"/>
            </a:xfrm>
            <a:prstGeom prst="rect">
              <a:avLst/>
            </a:prstGeom>
            <a:noFill/>
            <a:ln>
              <a:noFill/>
            </a:ln>
          </p:spPr>
        </p:pic>
        <p:pic>
          <p:nvPicPr>
            <p:cNvPr id="2242" name="Google Shape;2242;p101"/>
            <p:cNvPicPr preferRelativeResize="0"/>
            <p:nvPr/>
          </p:nvPicPr>
          <p:blipFill rotWithShape="1">
            <a:blip r:embed="rId27">
              <a:alphaModFix/>
            </a:blip>
            <a:srcRect/>
            <a:stretch/>
          </p:blipFill>
          <p:spPr>
            <a:xfrm>
              <a:off x="3177882" y="2503265"/>
              <a:ext cx="110746" cy="115570"/>
            </a:xfrm>
            <a:prstGeom prst="rect">
              <a:avLst/>
            </a:prstGeom>
            <a:noFill/>
            <a:ln>
              <a:noFill/>
            </a:ln>
          </p:spPr>
        </p:pic>
      </p:grpSp>
      <p:grpSp>
        <p:nvGrpSpPr>
          <p:cNvPr id="2243" name="Google Shape;2243;p101"/>
          <p:cNvGrpSpPr/>
          <p:nvPr/>
        </p:nvGrpSpPr>
        <p:grpSpPr>
          <a:xfrm>
            <a:off x="2446389" y="2440224"/>
            <a:ext cx="207203" cy="116679"/>
            <a:chOff x="3082615" y="1769681"/>
            <a:chExt cx="207203" cy="116679"/>
          </a:xfrm>
        </p:grpSpPr>
        <p:pic>
          <p:nvPicPr>
            <p:cNvPr id="2244" name="Google Shape;2244;p101"/>
            <p:cNvPicPr preferRelativeResize="0"/>
            <p:nvPr/>
          </p:nvPicPr>
          <p:blipFill rotWithShape="1">
            <a:blip r:embed="rId28">
              <a:alphaModFix/>
            </a:blip>
            <a:srcRect/>
            <a:stretch/>
          </p:blipFill>
          <p:spPr>
            <a:xfrm>
              <a:off x="3082615" y="1769681"/>
              <a:ext cx="73819" cy="116679"/>
            </a:xfrm>
            <a:prstGeom prst="rect">
              <a:avLst/>
            </a:prstGeom>
            <a:noFill/>
            <a:ln>
              <a:noFill/>
            </a:ln>
          </p:spPr>
        </p:pic>
        <p:pic>
          <p:nvPicPr>
            <p:cNvPr id="2245" name="Google Shape;2245;p101"/>
            <p:cNvPicPr preferRelativeResize="0"/>
            <p:nvPr/>
          </p:nvPicPr>
          <p:blipFill rotWithShape="1">
            <a:blip r:embed="rId29">
              <a:alphaModFix/>
            </a:blip>
            <a:srcRect/>
            <a:stretch/>
          </p:blipFill>
          <p:spPr>
            <a:xfrm>
              <a:off x="3177882" y="1772062"/>
              <a:ext cx="111936" cy="113028"/>
            </a:xfrm>
            <a:prstGeom prst="rect">
              <a:avLst/>
            </a:prstGeom>
            <a:noFill/>
            <a:ln>
              <a:noFill/>
            </a:ln>
          </p:spPr>
        </p:pic>
      </p:grpSp>
      <p:pic>
        <p:nvPicPr>
          <p:cNvPr id="2246" name="Google Shape;2246;p101"/>
          <p:cNvPicPr preferRelativeResize="0"/>
          <p:nvPr/>
        </p:nvPicPr>
        <p:blipFill rotWithShape="1">
          <a:blip r:embed="rId30">
            <a:alphaModFix/>
          </a:blip>
          <a:srcRect/>
          <a:stretch/>
        </p:blipFill>
        <p:spPr>
          <a:xfrm>
            <a:off x="1933213" y="3369086"/>
            <a:ext cx="126223" cy="1080135"/>
          </a:xfrm>
          <a:prstGeom prst="rect">
            <a:avLst/>
          </a:prstGeom>
          <a:noFill/>
          <a:ln>
            <a:noFill/>
          </a:ln>
        </p:spPr>
      </p:pic>
      <p:pic>
        <p:nvPicPr>
          <p:cNvPr id="2247" name="Google Shape;2247;p101"/>
          <p:cNvPicPr preferRelativeResize="0"/>
          <p:nvPr/>
        </p:nvPicPr>
        <p:blipFill rotWithShape="1">
          <a:blip r:embed="rId31">
            <a:alphaModFix/>
          </a:blip>
          <a:srcRect/>
          <a:stretch/>
        </p:blipFill>
        <p:spPr>
          <a:xfrm>
            <a:off x="1943530" y="2896330"/>
            <a:ext cx="163150" cy="400050"/>
          </a:xfrm>
          <a:prstGeom prst="rect">
            <a:avLst/>
          </a:prstGeom>
          <a:noFill/>
          <a:ln>
            <a:noFill/>
          </a:ln>
        </p:spPr>
      </p:pic>
    </p:spTree>
    <p:extLst>
      <p:ext uri="{BB962C8B-B14F-4D97-AF65-F5344CB8AC3E}">
        <p14:creationId xmlns:p14="http://schemas.microsoft.com/office/powerpoint/2010/main" val="41662136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52"/>
        <p:cNvGrpSpPr/>
        <p:nvPr/>
      </p:nvGrpSpPr>
      <p:grpSpPr>
        <a:xfrm>
          <a:off x="0" y="0"/>
          <a:ext cx="0" cy="0"/>
          <a:chOff x="0" y="0"/>
          <a:chExt cx="0" cy="0"/>
        </a:xfrm>
      </p:grpSpPr>
      <p:sp>
        <p:nvSpPr>
          <p:cNvPr id="2253" name="Google Shape;2253;p102" descr="$PPTXTitle"/>
          <p:cNvSpPr txBox="1">
            <a:spLocks noGrp="1"/>
          </p:cNvSpPr>
          <p:nvPr>
            <p:ph type="title"/>
          </p:nvPr>
        </p:nvSpPr>
        <p:spPr>
          <a:xfrm>
            <a:off x="707542" y="494791"/>
            <a:ext cx="11589715" cy="536044"/>
          </a:xfrm>
          <a:prstGeom prst="rect">
            <a:avLst/>
          </a:prstGeom>
          <a:noFill/>
          <a:ln>
            <a:noFill/>
          </a:ln>
        </p:spPr>
        <p:txBody>
          <a:bodyPr spcFirstLastPara="1" wrap="square" lIns="0" tIns="12700" rIns="0" bIns="0" anchor="t" anchorCtr="0">
            <a:spAutoFit/>
          </a:bodyPr>
          <a:lstStyle/>
          <a:p>
            <a:pPr marL="427990" lvl="0" indent="0" algn="l" rtl="0">
              <a:lnSpc>
                <a:spcPct val="100000"/>
              </a:lnSpc>
              <a:spcBef>
                <a:spcPts val="0"/>
              </a:spcBef>
              <a:spcAft>
                <a:spcPts val="0"/>
              </a:spcAft>
              <a:buNone/>
            </a:pPr>
            <a:r>
              <a:rPr lang="en-US" sz="3400" b="1" dirty="0"/>
              <a:t>Training and cross-validation loss by degree</a:t>
            </a:r>
            <a:endParaRPr sz="3400" b="1" dirty="0"/>
          </a:p>
        </p:txBody>
      </p:sp>
      <p:grpSp>
        <p:nvGrpSpPr>
          <p:cNvPr id="2254" name="Google Shape;2254;p102"/>
          <p:cNvGrpSpPr/>
          <p:nvPr/>
        </p:nvGrpSpPr>
        <p:grpSpPr>
          <a:xfrm>
            <a:off x="3497024" y="1879219"/>
            <a:ext cx="7730771" cy="5200246"/>
            <a:chOff x="3497024" y="1879219"/>
            <a:chExt cx="5770245" cy="3630295"/>
          </a:xfrm>
        </p:grpSpPr>
        <p:sp>
          <p:nvSpPr>
            <p:cNvPr id="2255" name="Google Shape;2255;p102"/>
            <p:cNvSpPr/>
            <p:nvPr/>
          </p:nvSpPr>
          <p:spPr>
            <a:xfrm>
              <a:off x="3497024" y="1879219"/>
              <a:ext cx="5770245" cy="3630295"/>
            </a:xfrm>
            <a:custGeom>
              <a:avLst/>
              <a:gdLst/>
              <a:ahLst/>
              <a:cxnLst/>
              <a:rect l="l" t="t" r="r" b="b"/>
              <a:pathLst>
                <a:path w="5770245" h="3630295" extrusionOk="0">
                  <a:moveTo>
                    <a:pt x="5769660" y="0"/>
                  </a:moveTo>
                  <a:lnTo>
                    <a:pt x="0" y="0"/>
                  </a:lnTo>
                  <a:lnTo>
                    <a:pt x="0" y="3629960"/>
                  </a:lnTo>
                  <a:lnTo>
                    <a:pt x="5769660" y="3629960"/>
                  </a:lnTo>
                  <a:lnTo>
                    <a:pt x="5769660" y="0"/>
                  </a:lnTo>
                  <a:close/>
                </a:path>
              </a:pathLst>
            </a:custGeom>
            <a:solidFill>
              <a:srgbClr val="EAEAF1"/>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256" name="Google Shape;2256;p102"/>
            <p:cNvSpPr/>
            <p:nvPr/>
          </p:nvSpPr>
          <p:spPr>
            <a:xfrm>
              <a:off x="3497024" y="1879219"/>
              <a:ext cx="5770245" cy="3630295"/>
            </a:xfrm>
            <a:custGeom>
              <a:avLst/>
              <a:gdLst/>
              <a:ahLst/>
              <a:cxnLst/>
              <a:rect l="l" t="t" r="r" b="b"/>
              <a:pathLst>
                <a:path w="5770245" h="3630295" extrusionOk="0">
                  <a:moveTo>
                    <a:pt x="0" y="3629961"/>
                  </a:moveTo>
                  <a:lnTo>
                    <a:pt x="0" y="3629961"/>
                  </a:lnTo>
                  <a:lnTo>
                    <a:pt x="0" y="0"/>
                  </a:lnTo>
                </a:path>
                <a:path w="5770245" h="3630295" extrusionOk="0">
                  <a:moveTo>
                    <a:pt x="1153913" y="3629961"/>
                  </a:moveTo>
                  <a:lnTo>
                    <a:pt x="1153913" y="3629961"/>
                  </a:lnTo>
                  <a:lnTo>
                    <a:pt x="1153913" y="0"/>
                  </a:lnTo>
                </a:path>
                <a:path w="5770245" h="3630295" extrusionOk="0">
                  <a:moveTo>
                    <a:pt x="2307889" y="3629961"/>
                  </a:moveTo>
                  <a:lnTo>
                    <a:pt x="2307889" y="3629961"/>
                  </a:lnTo>
                  <a:lnTo>
                    <a:pt x="2307889" y="0"/>
                  </a:lnTo>
                </a:path>
                <a:path w="5770245" h="3630295" extrusionOk="0">
                  <a:moveTo>
                    <a:pt x="3461866" y="3629961"/>
                  </a:moveTo>
                  <a:lnTo>
                    <a:pt x="3461866" y="3629961"/>
                  </a:lnTo>
                  <a:lnTo>
                    <a:pt x="3461866" y="0"/>
                  </a:lnTo>
                </a:path>
                <a:path w="5770245" h="3630295" extrusionOk="0">
                  <a:moveTo>
                    <a:pt x="4615684" y="3629961"/>
                  </a:moveTo>
                  <a:lnTo>
                    <a:pt x="4615684" y="3629961"/>
                  </a:lnTo>
                  <a:lnTo>
                    <a:pt x="4615684" y="0"/>
                  </a:lnTo>
                </a:path>
                <a:path w="5770245" h="3630295" extrusionOk="0">
                  <a:moveTo>
                    <a:pt x="5769661" y="3629961"/>
                  </a:moveTo>
                  <a:lnTo>
                    <a:pt x="5769661" y="3629961"/>
                  </a:lnTo>
                  <a:lnTo>
                    <a:pt x="5769661" y="0"/>
                  </a:lnTo>
                </a:path>
                <a:path w="5770245" h="3630295" extrusionOk="0">
                  <a:moveTo>
                    <a:pt x="0" y="0"/>
                  </a:moveTo>
                  <a:lnTo>
                    <a:pt x="0" y="0"/>
                  </a:lnTo>
                  <a:lnTo>
                    <a:pt x="5769661" y="0"/>
                  </a:lnTo>
                </a:path>
              </a:pathLst>
            </a:custGeom>
            <a:noFill/>
            <a:ln w="1547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pic>
        <p:nvPicPr>
          <p:cNvPr id="2257" name="Google Shape;2257;p102"/>
          <p:cNvPicPr preferRelativeResize="0"/>
          <p:nvPr/>
        </p:nvPicPr>
        <p:blipFill rotWithShape="1">
          <a:blip r:embed="rId3">
            <a:alphaModFix/>
          </a:blip>
          <a:srcRect/>
          <a:stretch/>
        </p:blipFill>
        <p:spPr>
          <a:xfrm>
            <a:off x="3763171" y="7615985"/>
            <a:ext cx="73819" cy="115521"/>
          </a:xfrm>
          <a:prstGeom prst="rect">
            <a:avLst/>
          </a:prstGeom>
          <a:noFill/>
          <a:ln>
            <a:noFill/>
          </a:ln>
        </p:spPr>
      </p:pic>
      <p:grpSp>
        <p:nvGrpSpPr>
          <p:cNvPr id="2258" name="Google Shape;2258;p102"/>
          <p:cNvGrpSpPr/>
          <p:nvPr/>
        </p:nvGrpSpPr>
        <p:grpSpPr>
          <a:xfrm>
            <a:off x="4883747" y="7615985"/>
            <a:ext cx="152402" cy="115521"/>
            <a:chOff x="4579499" y="5619940"/>
            <a:chExt cx="152402" cy="115521"/>
          </a:xfrm>
        </p:grpSpPr>
        <p:sp>
          <p:nvSpPr>
            <p:cNvPr id="2259" name="Google Shape;2259;p102"/>
            <p:cNvSpPr/>
            <p:nvPr/>
          </p:nvSpPr>
          <p:spPr>
            <a:xfrm>
              <a:off x="4579499" y="5619940"/>
              <a:ext cx="41910" cy="114935"/>
            </a:xfrm>
            <a:custGeom>
              <a:avLst/>
              <a:gdLst/>
              <a:ahLst/>
              <a:cxnLst/>
              <a:rect l="l" t="t" r="r" b="b"/>
              <a:pathLst>
                <a:path w="41910" h="114935" extrusionOk="0">
                  <a:moveTo>
                    <a:pt x="41751" y="0"/>
                  </a:moveTo>
                  <a:lnTo>
                    <a:pt x="33337" y="0"/>
                  </a:lnTo>
                  <a:lnTo>
                    <a:pt x="30956" y="4761"/>
                  </a:lnTo>
                  <a:lnTo>
                    <a:pt x="26193" y="10714"/>
                  </a:lnTo>
                  <a:lnTo>
                    <a:pt x="8412" y="25002"/>
                  </a:lnTo>
                  <a:lnTo>
                    <a:pt x="0" y="28575"/>
                  </a:lnTo>
                  <a:lnTo>
                    <a:pt x="0" y="41686"/>
                  </a:lnTo>
                  <a:lnTo>
                    <a:pt x="4761" y="40496"/>
                  </a:lnTo>
                  <a:lnTo>
                    <a:pt x="9525" y="38113"/>
                  </a:lnTo>
                  <a:lnTo>
                    <a:pt x="14286" y="34527"/>
                  </a:lnTo>
                  <a:lnTo>
                    <a:pt x="20319" y="32144"/>
                  </a:lnTo>
                  <a:lnTo>
                    <a:pt x="25081" y="28575"/>
                  </a:lnTo>
                  <a:lnTo>
                    <a:pt x="28575" y="25002"/>
                  </a:lnTo>
                  <a:lnTo>
                    <a:pt x="28575" y="114330"/>
                  </a:lnTo>
                  <a:lnTo>
                    <a:pt x="41751" y="114330"/>
                  </a:lnTo>
                  <a:lnTo>
                    <a:pt x="41751"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260" name="Google Shape;2260;p102"/>
            <p:cNvPicPr preferRelativeResize="0"/>
            <p:nvPr/>
          </p:nvPicPr>
          <p:blipFill rotWithShape="1">
            <a:blip r:embed="rId4">
              <a:alphaModFix/>
            </a:blip>
            <a:srcRect/>
            <a:stretch/>
          </p:blipFill>
          <p:spPr>
            <a:xfrm>
              <a:off x="4656970" y="5619940"/>
              <a:ext cx="74931" cy="115521"/>
            </a:xfrm>
            <a:prstGeom prst="rect">
              <a:avLst/>
            </a:prstGeom>
            <a:noFill/>
            <a:ln>
              <a:noFill/>
            </a:ln>
          </p:spPr>
        </p:pic>
      </p:grpSp>
      <p:pic>
        <p:nvPicPr>
          <p:cNvPr id="2261" name="Google Shape;2261;p102"/>
          <p:cNvPicPr preferRelativeResize="0"/>
          <p:nvPr/>
        </p:nvPicPr>
        <p:blipFill rotWithShape="1">
          <a:blip r:embed="rId5">
            <a:alphaModFix/>
          </a:blip>
          <a:srcRect/>
          <a:stretch/>
        </p:blipFill>
        <p:spPr>
          <a:xfrm>
            <a:off x="6025816" y="7615985"/>
            <a:ext cx="164308" cy="115521"/>
          </a:xfrm>
          <a:prstGeom prst="rect">
            <a:avLst/>
          </a:prstGeom>
          <a:noFill/>
          <a:ln>
            <a:noFill/>
          </a:ln>
        </p:spPr>
      </p:pic>
      <p:pic>
        <p:nvPicPr>
          <p:cNvPr id="2262" name="Google Shape;2262;p102"/>
          <p:cNvPicPr preferRelativeResize="0"/>
          <p:nvPr/>
        </p:nvPicPr>
        <p:blipFill rotWithShape="1">
          <a:blip r:embed="rId6">
            <a:alphaModFix/>
          </a:blip>
          <a:srcRect/>
          <a:stretch/>
        </p:blipFill>
        <p:spPr>
          <a:xfrm>
            <a:off x="7180905" y="7615985"/>
            <a:ext cx="163197" cy="116712"/>
          </a:xfrm>
          <a:prstGeom prst="rect">
            <a:avLst/>
          </a:prstGeom>
          <a:noFill/>
          <a:ln>
            <a:noFill/>
          </a:ln>
        </p:spPr>
      </p:pic>
      <p:pic>
        <p:nvPicPr>
          <p:cNvPr id="2263" name="Google Shape;2263;p102"/>
          <p:cNvPicPr preferRelativeResize="0"/>
          <p:nvPr/>
        </p:nvPicPr>
        <p:blipFill rotWithShape="1">
          <a:blip r:embed="rId7">
            <a:alphaModFix/>
          </a:blip>
          <a:srcRect/>
          <a:stretch/>
        </p:blipFill>
        <p:spPr>
          <a:xfrm>
            <a:off x="8331229" y="7615985"/>
            <a:ext cx="166848" cy="115521"/>
          </a:xfrm>
          <a:prstGeom prst="rect">
            <a:avLst/>
          </a:prstGeom>
          <a:noFill/>
          <a:ln>
            <a:noFill/>
          </a:ln>
        </p:spPr>
      </p:pic>
      <p:pic>
        <p:nvPicPr>
          <p:cNvPr id="2264" name="Google Shape;2264;p102"/>
          <p:cNvPicPr preferRelativeResize="0"/>
          <p:nvPr/>
        </p:nvPicPr>
        <p:blipFill rotWithShape="1">
          <a:blip r:embed="rId8">
            <a:alphaModFix/>
          </a:blip>
          <a:srcRect/>
          <a:stretch/>
        </p:blipFill>
        <p:spPr>
          <a:xfrm>
            <a:off x="9489970" y="7615985"/>
            <a:ext cx="161927" cy="115521"/>
          </a:xfrm>
          <a:prstGeom prst="rect">
            <a:avLst/>
          </a:prstGeom>
          <a:noFill/>
          <a:ln>
            <a:noFill/>
          </a:ln>
        </p:spPr>
      </p:pic>
      <p:grpSp>
        <p:nvGrpSpPr>
          <p:cNvPr id="2265" name="Google Shape;2265;p102"/>
          <p:cNvGrpSpPr/>
          <p:nvPr/>
        </p:nvGrpSpPr>
        <p:grpSpPr>
          <a:xfrm>
            <a:off x="5554256" y="8268022"/>
            <a:ext cx="827599" cy="162564"/>
            <a:chOff x="5657253" y="5845031"/>
            <a:chExt cx="827599" cy="162564"/>
          </a:xfrm>
        </p:grpSpPr>
        <p:sp>
          <p:nvSpPr>
            <p:cNvPr id="2266" name="Google Shape;2266;p102"/>
            <p:cNvSpPr/>
            <p:nvPr/>
          </p:nvSpPr>
          <p:spPr>
            <a:xfrm>
              <a:off x="5657253" y="5845035"/>
              <a:ext cx="655320" cy="162560"/>
            </a:xfrm>
            <a:custGeom>
              <a:avLst/>
              <a:gdLst/>
              <a:ahLst/>
              <a:cxnLst/>
              <a:rect l="l" t="t" r="r" b="b"/>
              <a:pathLst>
                <a:path w="655320" h="162560" extrusionOk="0">
                  <a:moveTo>
                    <a:pt x="95250" y="29768"/>
                  </a:moveTo>
                  <a:lnTo>
                    <a:pt x="80962" y="7150"/>
                  </a:lnTo>
                  <a:lnTo>
                    <a:pt x="78587" y="5600"/>
                  </a:lnTo>
                  <a:lnTo>
                    <a:pt x="78587" y="30962"/>
                  </a:lnTo>
                  <a:lnTo>
                    <a:pt x="78587" y="44056"/>
                  </a:lnTo>
                  <a:lnTo>
                    <a:pt x="76200" y="50012"/>
                  </a:lnTo>
                  <a:lnTo>
                    <a:pt x="66675" y="57162"/>
                  </a:lnTo>
                  <a:lnTo>
                    <a:pt x="59537" y="59550"/>
                  </a:lnTo>
                  <a:lnTo>
                    <a:pt x="16675" y="59550"/>
                  </a:lnTo>
                  <a:lnTo>
                    <a:pt x="16675" y="14287"/>
                  </a:lnTo>
                  <a:lnTo>
                    <a:pt x="55880" y="14287"/>
                  </a:lnTo>
                  <a:lnTo>
                    <a:pt x="60642" y="15481"/>
                  </a:lnTo>
                  <a:lnTo>
                    <a:pt x="63030" y="15481"/>
                  </a:lnTo>
                  <a:lnTo>
                    <a:pt x="67792" y="16675"/>
                  </a:lnTo>
                  <a:lnTo>
                    <a:pt x="71437" y="19050"/>
                  </a:lnTo>
                  <a:lnTo>
                    <a:pt x="73825" y="23812"/>
                  </a:lnTo>
                  <a:lnTo>
                    <a:pt x="78587" y="30962"/>
                  </a:lnTo>
                  <a:lnTo>
                    <a:pt x="78587" y="5600"/>
                  </a:lnTo>
                  <a:lnTo>
                    <a:pt x="77317" y="4762"/>
                  </a:lnTo>
                  <a:lnTo>
                    <a:pt x="71437" y="2387"/>
                  </a:lnTo>
                  <a:lnTo>
                    <a:pt x="65405" y="1193"/>
                  </a:lnTo>
                  <a:lnTo>
                    <a:pt x="61912" y="0"/>
                  </a:lnTo>
                  <a:lnTo>
                    <a:pt x="0" y="0"/>
                  </a:lnTo>
                  <a:lnTo>
                    <a:pt x="0" y="125044"/>
                  </a:lnTo>
                  <a:lnTo>
                    <a:pt x="16675" y="125044"/>
                  </a:lnTo>
                  <a:lnTo>
                    <a:pt x="16675" y="73837"/>
                  </a:lnTo>
                  <a:lnTo>
                    <a:pt x="48742" y="73837"/>
                  </a:lnTo>
                  <a:lnTo>
                    <a:pt x="87363" y="59550"/>
                  </a:lnTo>
                  <a:lnTo>
                    <a:pt x="95250" y="35725"/>
                  </a:lnTo>
                  <a:lnTo>
                    <a:pt x="95250" y="29768"/>
                  </a:lnTo>
                  <a:close/>
                </a:path>
                <a:path w="655320" h="162560" extrusionOk="0">
                  <a:moveTo>
                    <a:pt x="192887" y="78600"/>
                  </a:moveTo>
                  <a:lnTo>
                    <a:pt x="177330" y="41871"/>
                  </a:lnTo>
                  <a:lnTo>
                    <a:pt x="177330" y="79794"/>
                  </a:lnTo>
                  <a:lnTo>
                    <a:pt x="176949" y="86893"/>
                  </a:lnTo>
                  <a:lnTo>
                    <a:pt x="176885" y="88074"/>
                  </a:lnTo>
                  <a:lnTo>
                    <a:pt x="158280" y="114312"/>
                  </a:lnTo>
                  <a:lnTo>
                    <a:pt x="142875" y="114312"/>
                  </a:lnTo>
                  <a:lnTo>
                    <a:pt x="123825" y="79794"/>
                  </a:lnTo>
                  <a:lnTo>
                    <a:pt x="124447" y="71513"/>
                  </a:lnTo>
                  <a:lnTo>
                    <a:pt x="142875" y="45250"/>
                  </a:lnTo>
                  <a:lnTo>
                    <a:pt x="158280" y="45250"/>
                  </a:lnTo>
                  <a:lnTo>
                    <a:pt x="177330" y="79794"/>
                  </a:lnTo>
                  <a:lnTo>
                    <a:pt x="177330" y="41871"/>
                  </a:lnTo>
                  <a:lnTo>
                    <a:pt x="174980" y="39687"/>
                  </a:lnTo>
                  <a:lnTo>
                    <a:pt x="167843" y="35572"/>
                  </a:lnTo>
                  <a:lnTo>
                    <a:pt x="159816" y="33020"/>
                  </a:lnTo>
                  <a:lnTo>
                    <a:pt x="151130" y="32143"/>
                  </a:lnTo>
                  <a:lnTo>
                    <a:pt x="142646" y="32816"/>
                  </a:lnTo>
                  <a:lnTo>
                    <a:pt x="111848" y="58204"/>
                  </a:lnTo>
                  <a:lnTo>
                    <a:pt x="108267" y="79794"/>
                  </a:lnTo>
                  <a:lnTo>
                    <a:pt x="108966" y="90728"/>
                  </a:lnTo>
                  <a:lnTo>
                    <a:pt x="133451" y="124155"/>
                  </a:lnTo>
                  <a:lnTo>
                    <a:pt x="151130" y="127431"/>
                  </a:lnTo>
                  <a:lnTo>
                    <a:pt x="158280" y="127431"/>
                  </a:lnTo>
                  <a:lnTo>
                    <a:pt x="166687" y="125044"/>
                  </a:lnTo>
                  <a:lnTo>
                    <a:pt x="172567" y="121475"/>
                  </a:lnTo>
                  <a:lnTo>
                    <a:pt x="179705" y="117906"/>
                  </a:lnTo>
                  <a:lnTo>
                    <a:pt x="192862" y="79794"/>
                  </a:lnTo>
                  <a:lnTo>
                    <a:pt x="192887" y="78600"/>
                  </a:lnTo>
                  <a:close/>
                </a:path>
                <a:path w="655320" h="162560" extrusionOk="0">
                  <a:moveTo>
                    <a:pt x="226225" y="0"/>
                  </a:moveTo>
                  <a:lnTo>
                    <a:pt x="210667" y="0"/>
                  </a:lnTo>
                  <a:lnTo>
                    <a:pt x="210667" y="125044"/>
                  </a:lnTo>
                  <a:lnTo>
                    <a:pt x="226225" y="125044"/>
                  </a:lnTo>
                  <a:lnTo>
                    <a:pt x="226225" y="0"/>
                  </a:lnTo>
                  <a:close/>
                </a:path>
                <a:path w="655320" h="162560" extrusionOk="0">
                  <a:moveTo>
                    <a:pt x="323862" y="34531"/>
                  </a:moveTo>
                  <a:lnTo>
                    <a:pt x="308457" y="34531"/>
                  </a:lnTo>
                  <a:lnTo>
                    <a:pt x="289407" y="86931"/>
                  </a:lnTo>
                  <a:lnTo>
                    <a:pt x="284645" y="101219"/>
                  </a:lnTo>
                  <a:lnTo>
                    <a:pt x="283375" y="108369"/>
                  </a:lnTo>
                  <a:lnTo>
                    <a:pt x="281000" y="101219"/>
                  </a:lnTo>
                  <a:lnTo>
                    <a:pt x="279882" y="94081"/>
                  </a:lnTo>
                  <a:lnTo>
                    <a:pt x="277507" y="86931"/>
                  </a:lnTo>
                  <a:lnTo>
                    <a:pt x="258457" y="34531"/>
                  </a:lnTo>
                  <a:lnTo>
                    <a:pt x="241782" y="34531"/>
                  </a:lnTo>
                  <a:lnTo>
                    <a:pt x="276237" y="125044"/>
                  </a:lnTo>
                  <a:lnTo>
                    <a:pt x="275120" y="126238"/>
                  </a:lnTo>
                  <a:lnTo>
                    <a:pt x="275120" y="127431"/>
                  </a:lnTo>
                  <a:lnTo>
                    <a:pt x="273850" y="128625"/>
                  </a:lnTo>
                  <a:lnTo>
                    <a:pt x="272745" y="134569"/>
                  </a:lnTo>
                  <a:lnTo>
                    <a:pt x="270357" y="138150"/>
                  </a:lnTo>
                  <a:lnTo>
                    <a:pt x="269087" y="140525"/>
                  </a:lnTo>
                  <a:lnTo>
                    <a:pt x="267982" y="141719"/>
                  </a:lnTo>
                  <a:lnTo>
                    <a:pt x="266712" y="144094"/>
                  </a:lnTo>
                  <a:lnTo>
                    <a:pt x="261950" y="146481"/>
                  </a:lnTo>
                  <a:lnTo>
                    <a:pt x="251307" y="146481"/>
                  </a:lnTo>
                  <a:lnTo>
                    <a:pt x="247662" y="145288"/>
                  </a:lnTo>
                  <a:lnTo>
                    <a:pt x="248932" y="159575"/>
                  </a:lnTo>
                  <a:lnTo>
                    <a:pt x="256070" y="161963"/>
                  </a:lnTo>
                  <a:lnTo>
                    <a:pt x="264325" y="161963"/>
                  </a:lnTo>
                  <a:lnTo>
                    <a:pt x="267982" y="160769"/>
                  </a:lnTo>
                  <a:lnTo>
                    <a:pt x="275120" y="156006"/>
                  </a:lnTo>
                  <a:lnTo>
                    <a:pt x="278612" y="152438"/>
                  </a:lnTo>
                  <a:lnTo>
                    <a:pt x="281000" y="146481"/>
                  </a:lnTo>
                  <a:lnTo>
                    <a:pt x="283375" y="142913"/>
                  </a:lnTo>
                  <a:lnTo>
                    <a:pt x="285762" y="135763"/>
                  </a:lnTo>
                  <a:lnTo>
                    <a:pt x="290525" y="126238"/>
                  </a:lnTo>
                  <a:lnTo>
                    <a:pt x="323862" y="34531"/>
                  </a:lnTo>
                  <a:close/>
                </a:path>
                <a:path w="655320" h="162560" extrusionOk="0">
                  <a:moveTo>
                    <a:pt x="410857" y="57162"/>
                  </a:moveTo>
                  <a:lnTo>
                    <a:pt x="409587" y="54787"/>
                  </a:lnTo>
                  <a:lnTo>
                    <a:pt x="409587" y="50012"/>
                  </a:lnTo>
                  <a:lnTo>
                    <a:pt x="404825" y="42862"/>
                  </a:lnTo>
                  <a:lnTo>
                    <a:pt x="403707" y="40487"/>
                  </a:lnTo>
                  <a:lnTo>
                    <a:pt x="400062" y="36906"/>
                  </a:lnTo>
                  <a:lnTo>
                    <a:pt x="395300" y="35725"/>
                  </a:lnTo>
                  <a:lnTo>
                    <a:pt x="390537" y="33337"/>
                  </a:lnTo>
                  <a:lnTo>
                    <a:pt x="385775" y="32143"/>
                  </a:lnTo>
                  <a:lnTo>
                    <a:pt x="379895" y="32143"/>
                  </a:lnTo>
                  <a:lnTo>
                    <a:pt x="371411" y="33223"/>
                  </a:lnTo>
                  <a:lnTo>
                    <a:pt x="363829" y="36322"/>
                  </a:lnTo>
                  <a:lnTo>
                    <a:pt x="357124" y="41186"/>
                  </a:lnTo>
                  <a:lnTo>
                    <a:pt x="351320" y="47625"/>
                  </a:lnTo>
                  <a:lnTo>
                    <a:pt x="351320" y="34531"/>
                  </a:lnTo>
                  <a:lnTo>
                    <a:pt x="337032" y="34531"/>
                  </a:lnTo>
                  <a:lnTo>
                    <a:pt x="337032" y="125044"/>
                  </a:lnTo>
                  <a:lnTo>
                    <a:pt x="352437" y="125044"/>
                  </a:lnTo>
                  <a:lnTo>
                    <a:pt x="352437" y="64312"/>
                  </a:lnTo>
                  <a:lnTo>
                    <a:pt x="354812" y="55981"/>
                  </a:lnTo>
                  <a:lnTo>
                    <a:pt x="359575" y="52387"/>
                  </a:lnTo>
                  <a:lnTo>
                    <a:pt x="364337" y="47625"/>
                  </a:lnTo>
                  <a:lnTo>
                    <a:pt x="370370" y="45250"/>
                  </a:lnTo>
                  <a:lnTo>
                    <a:pt x="381012" y="45250"/>
                  </a:lnTo>
                  <a:lnTo>
                    <a:pt x="384657" y="46431"/>
                  </a:lnTo>
                  <a:lnTo>
                    <a:pt x="387045" y="48818"/>
                  </a:lnTo>
                  <a:lnTo>
                    <a:pt x="390537" y="50012"/>
                  </a:lnTo>
                  <a:lnTo>
                    <a:pt x="392912" y="52387"/>
                  </a:lnTo>
                  <a:lnTo>
                    <a:pt x="395300" y="59550"/>
                  </a:lnTo>
                  <a:lnTo>
                    <a:pt x="395300" y="125044"/>
                  </a:lnTo>
                  <a:lnTo>
                    <a:pt x="410857" y="125044"/>
                  </a:lnTo>
                  <a:lnTo>
                    <a:pt x="410857" y="57162"/>
                  </a:lnTo>
                  <a:close/>
                </a:path>
                <a:path w="655320" h="162560" extrusionOk="0">
                  <a:moveTo>
                    <a:pt x="513245" y="78600"/>
                  </a:moveTo>
                  <a:lnTo>
                    <a:pt x="497687" y="41871"/>
                  </a:lnTo>
                  <a:lnTo>
                    <a:pt x="497687" y="79794"/>
                  </a:lnTo>
                  <a:lnTo>
                    <a:pt x="497306" y="86893"/>
                  </a:lnTo>
                  <a:lnTo>
                    <a:pt x="497243" y="88074"/>
                  </a:lnTo>
                  <a:lnTo>
                    <a:pt x="478637" y="114312"/>
                  </a:lnTo>
                  <a:lnTo>
                    <a:pt x="463245" y="114312"/>
                  </a:lnTo>
                  <a:lnTo>
                    <a:pt x="444195" y="79794"/>
                  </a:lnTo>
                  <a:lnTo>
                    <a:pt x="444817" y="71513"/>
                  </a:lnTo>
                  <a:lnTo>
                    <a:pt x="463245" y="45250"/>
                  </a:lnTo>
                  <a:lnTo>
                    <a:pt x="478637" y="45250"/>
                  </a:lnTo>
                  <a:lnTo>
                    <a:pt x="497687" y="79794"/>
                  </a:lnTo>
                  <a:lnTo>
                    <a:pt x="497687" y="41871"/>
                  </a:lnTo>
                  <a:lnTo>
                    <a:pt x="495338" y="39687"/>
                  </a:lnTo>
                  <a:lnTo>
                    <a:pt x="488213" y="35572"/>
                  </a:lnTo>
                  <a:lnTo>
                    <a:pt x="480187" y="33020"/>
                  </a:lnTo>
                  <a:lnTo>
                    <a:pt x="471500" y="32143"/>
                  </a:lnTo>
                  <a:lnTo>
                    <a:pt x="463016" y="32816"/>
                  </a:lnTo>
                  <a:lnTo>
                    <a:pt x="432206" y="58204"/>
                  </a:lnTo>
                  <a:lnTo>
                    <a:pt x="428637" y="79794"/>
                  </a:lnTo>
                  <a:lnTo>
                    <a:pt x="429336" y="90728"/>
                  </a:lnTo>
                  <a:lnTo>
                    <a:pt x="453821" y="124155"/>
                  </a:lnTo>
                  <a:lnTo>
                    <a:pt x="471500" y="127431"/>
                  </a:lnTo>
                  <a:lnTo>
                    <a:pt x="478637" y="127431"/>
                  </a:lnTo>
                  <a:lnTo>
                    <a:pt x="487057" y="125044"/>
                  </a:lnTo>
                  <a:lnTo>
                    <a:pt x="492925" y="121475"/>
                  </a:lnTo>
                  <a:lnTo>
                    <a:pt x="500075" y="117906"/>
                  </a:lnTo>
                  <a:lnTo>
                    <a:pt x="513219" y="79794"/>
                  </a:lnTo>
                  <a:lnTo>
                    <a:pt x="513245" y="78600"/>
                  </a:lnTo>
                  <a:close/>
                </a:path>
                <a:path w="655320" h="162560" extrusionOk="0">
                  <a:moveTo>
                    <a:pt x="654862" y="52387"/>
                  </a:moveTo>
                  <a:lnTo>
                    <a:pt x="652475" y="45250"/>
                  </a:lnTo>
                  <a:lnTo>
                    <a:pt x="646607" y="40487"/>
                  </a:lnTo>
                  <a:lnTo>
                    <a:pt x="641845" y="35725"/>
                  </a:lnTo>
                  <a:lnTo>
                    <a:pt x="635812" y="32143"/>
                  </a:lnTo>
                  <a:lnTo>
                    <a:pt x="626287" y="32143"/>
                  </a:lnTo>
                  <a:lnTo>
                    <a:pt x="617994" y="33248"/>
                  </a:lnTo>
                  <a:lnTo>
                    <a:pt x="610844" y="36461"/>
                  </a:lnTo>
                  <a:lnTo>
                    <a:pt x="604583" y="41694"/>
                  </a:lnTo>
                  <a:lnTo>
                    <a:pt x="598982" y="48818"/>
                  </a:lnTo>
                  <a:lnTo>
                    <a:pt x="596595" y="44056"/>
                  </a:lnTo>
                  <a:lnTo>
                    <a:pt x="592950" y="39293"/>
                  </a:lnTo>
                  <a:lnTo>
                    <a:pt x="584695" y="33337"/>
                  </a:lnTo>
                  <a:lnTo>
                    <a:pt x="579932" y="32143"/>
                  </a:lnTo>
                  <a:lnTo>
                    <a:pt x="566750" y="32143"/>
                  </a:lnTo>
                  <a:lnTo>
                    <a:pt x="560882" y="33337"/>
                  </a:lnTo>
                  <a:lnTo>
                    <a:pt x="556120" y="36906"/>
                  </a:lnTo>
                  <a:lnTo>
                    <a:pt x="552462" y="39293"/>
                  </a:lnTo>
                  <a:lnTo>
                    <a:pt x="547700" y="42862"/>
                  </a:lnTo>
                  <a:lnTo>
                    <a:pt x="545325" y="47625"/>
                  </a:lnTo>
                  <a:lnTo>
                    <a:pt x="545325" y="34531"/>
                  </a:lnTo>
                  <a:lnTo>
                    <a:pt x="531037" y="34531"/>
                  </a:lnTo>
                  <a:lnTo>
                    <a:pt x="531037" y="125044"/>
                  </a:lnTo>
                  <a:lnTo>
                    <a:pt x="546595" y="125044"/>
                  </a:lnTo>
                  <a:lnTo>
                    <a:pt x="546595" y="70269"/>
                  </a:lnTo>
                  <a:lnTo>
                    <a:pt x="547700" y="63119"/>
                  </a:lnTo>
                  <a:lnTo>
                    <a:pt x="565645" y="45250"/>
                  </a:lnTo>
                  <a:lnTo>
                    <a:pt x="575170" y="45250"/>
                  </a:lnTo>
                  <a:lnTo>
                    <a:pt x="578662" y="47625"/>
                  </a:lnTo>
                  <a:lnTo>
                    <a:pt x="583425" y="54787"/>
                  </a:lnTo>
                  <a:lnTo>
                    <a:pt x="585800" y="59550"/>
                  </a:lnTo>
                  <a:lnTo>
                    <a:pt x="585800" y="125044"/>
                  </a:lnTo>
                  <a:lnTo>
                    <a:pt x="601357" y="125044"/>
                  </a:lnTo>
                  <a:lnTo>
                    <a:pt x="601357" y="63119"/>
                  </a:lnTo>
                  <a:lnTo>
                    <a:pt x="602475" y="55981"/>
                  </a:lnTo>
                  <a:lnTo>
                    <a:pt x="607237" y="52387"/>
                  </a:lnTo>
                  <a:lnTo>
                    <a:pt x="610882" y="47625"/>
                  </a:lnTo>
                  <a:lnTo>
                    <a:pt x="616762" y="45250"/>
                  </a:lnTo>
                  <a:lnTo>
                    <a:pt x="626287" y="45250"/>
                  </a:lnTo>
                  <a:lnTo>
                    <a:pt x="629932" y="46431"/>
                  </a:lnTo>
                  <a:lnTo>
                    <a:pt x="632320" y="48818"/>
                  </a:lnTo>
                  <a:lnTo>
                    <a:pt x="634695" y="50012"/>
                  </a:lnTo>
                  <a:lnTo>
                    <a:pt x="638187" y="57162"/>
                  </a:lnTo>
                  <a:lnTo>
                    <a:pt x="639457" y="61925"/>
                  </a:lnTo>
                  <a:lnTo>
                    <a:pt x="639457" y="125044"/>
                  </a:lnTo>
                  <a:lnTo>
                    <a:pt x="654862" y="125044"/>
                  </a:lnTo>
                  <a:lnTo>
                    <a:pt x="654862" y="52387"/>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267" name="Google Shape;2267;p102"/>
            <p:cNvPicPr preferRelativeResize="0"/>
            <p:nvPr/>
          </p:nvPicPr>
          <p:blipFill rotWithShape="1">
            <a:blip r:embed="rId9">
              <a:alphaModFix/>
            </a:blip>
            <a:srcRect/>
            <a:stretch/>
          </p:blipFill>
          <p:spPr>
            <a:xfrm>
              <a:off x="6334832" y="5845031"/>
              <a:ext cx="150020" cy="127427"/>
            </a:xfrm>
            <a:prstGeom prst="rect">
              <a:avLst/>
            </a:prstGeom>
            <a:noFill/>
            <a:ln>
              <a:noFill/>
            </a:ln>
          </p:spPr>
        </p:pic>
      </p:grpSp>
      <p:grpSp>
        <p:nvGrpSpPr>
          <p:cNvPr id="2268" name="Google Shape;2268;p102"/>
          <p:cNvGrpSpPr/>
          <p:nvPr/>
        </p:nvGrpSpPr>
        <p:grpSpPr>
          <a:xfrm>
            <a:off x="6876657" y="8219931"/>
            <a:ext cx="551348" cy="161955"/>
            <a:chOff x="6559945" y="5845031"/>
            <a:chExt cx="551348" cy="161955"/>
          </a:xfrm>
        </p:grpSpPr>
        <p:pic>
          <p:nvPicPr>
            <p:cNvPr id="2269" name="Google Shape;2269;p102"/>
            <p:cNvPicPr preferRelativeResize="0"/>
            <p:nvPr/>
          </p:nvPicPr>
          <p:blipFill rotWithShape="1">
            <a:blip r:embed="rId10">
              <a:alphaModFix/>
            </a:blip>
            <a:srcRect/>
            <a:stretch/>
          </p:blipFill>
          <p:spPr>
            <a:xfrm>
              <a:off x="6559945" y="5845031"/>
              <a:ext cx="295279" cy="161955"/>
            </a:xfrm>
            <a:prstGeom prst="rect">
              <a:avLst/>
            </a:prstGeom>
            <a:noFill/>
            <a:ln>
              <a:noFill/>
            </a:ln>
          </p:spPr>
        </p:pic>
        <p:pic>
          <p:nvPicPr>
            <p:cNvPr id="2270" name="Google Shape;2270;p102"/>
            <p:cNvPicPr preferRelativeResize="0"/>
            <p:nvPr/>
          </p:nvPicPr>
          <p:blipFill rotWithShape="1">
            <a:blip r:embed="rId11">
              <a:alphaModFix/>
            </a:blip>
            <a:srcRect/>
            <a:stretch/>
          </p:blipFill>
          <p:spPr>
            <a:xfrm>
              <a:off x="6877927" y="5877178"/>
              <a:ext cx="233366" cy="95281"/>
            </a:xfrm>
            <a:prstGeom prst="rect">
              <a:avLst/>
            </a:prstGeom>
            <a:noFill/>
            <a:ln>
              <a:noFill/>
            </a:ln>
          </p:spPr>
        </p:pic>
      </p:grpSp>
      <p:grpSp>
        <p:nvGrpSpPr>
          <p:cNvPr id="2271" name="Google Shape;2271;p102"/>
          <p:cNvGrpSpPr/>
          <p:nvPr/>
        </p:nvGrpSpPr>
        <p:grpSpPr>
          <a:xfrm>
            <a:off x="2288866" y="6143358"/>
            <a:ext cx="259808" cy="152442"/>
            <a:chOff x="3101666" y="5406758"/>
            <a:chExt cx="259808" cy="152442"/>
          </a:xfrm>
        </p:grpSpPr>
        <p:sp>
          <p:nvSpPr>
            <p:cNvPr id="2272" name="Google Shape;2272;p102"/>
            <p:cNvSpPr/>
            <p:nvPr/>
          </p:nvSpPr>
          <p:spPr>
            <a:xfrm>
              <a:off x="3101666" y="5443679"/>
              <a:ext cx="41910" cy="114935"/>
            </a:xfrm>
            <a:custGeom>
              <a:avLst/>
              <a:gdLst/>
              <a:ahLst/>
              <a:cxnLst/>
              <a:rect l="l" t="t" r="r" b="b"/>
              <a:pathLst>
                <a:path w="41910" h="114935" extrusionOk="0">
                  <a:moveTo>
                    <a:pt x="41671" y="0"/>
                  </a:moveTo>
                  <a:lnTo>
                    <a:pt x="32146" y="0"/>
                  </a:lnTo>
                  <a:lnTo>
                    <a:pt x="29764" y="4762"/>
                  </a:lnTo>
                  <a:lnTo>
                    <a:pt x="26193" y="9523"/>
                  </a:lnTo>
                  <a:lnTo>
                    <a:pt x="20239" y="14287"/>
                  </a:lnTo>
                  <a:lnTo>
                    <a:pt x="14286" y="20239"/>
                  </a:lnTo>
                  <a:lnTo>
                    <a:pt x="7142" y="25003"/>
                  </a:lnTo>
                  <a:lnTo>
                    <a:pt x="0" y="28573"/>
                  </a:lnTo>
                  <a:lnTo>
                    <a:pt x="0" y="41687"/>
                  </a:lnTo>
                  <a:lnTo>
                    <a:pt x="3569" y="40497"/>
                  </a:lnTo>
                  <a:lnTo>
                    <a:pt x="8333" y="38115"/>
                  </a:lnTo>
                  <a:lnTo>
                    <a:pt x="14286" y="34542"/>
                  </a:lnTo>
                  <a:lnTo>
                    <a:pt x="19050" y="30972"/>
                  </a:lnTo>
                  <a:lnTo>
                    <a:pt x="23811" y="28573"/>
                  </a:lnTo>
                  <a:lnTo>
                    <a:pt x="27383" y="25003"/>
                  </a:lnTo>
                  <a:lnTo>
                    <a:pt x="27383" y="114331"/>
                  </a:lnTo>
                  <a:lnTo>
                    <a:pt x="41671" y="114331"/>
                  </a:lnTo>
                  <a:lnTo>
                    <a:pt x="41671"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273" name="Google Shape;2273;p102"/>
            <p:cNvPicPr preferRelativeResize="0"/>
            <p:nvPr/>
          </p:nvPicPr>
          <p:blipFill rotWithShape="1">
            <a:blip r:embed="rId12">
              <a:alphaModFix/>
            </a:blip>
            <a:srcRect/>
            <a:stretch/>
          </p:blipFill>
          <p:spPr>
            <a:xfrm>
              <a:off x="3179074" y="5443679"/>
              <a:ext cx="73819" cy="115521"/>
            </a:xfrm>
            <a:prstGeom prst="rect">
              <a:avLst/>
            </a:prstGeom>
            <a:noFill/>
            <a:ln>
              <a:noFill/>
            </a:ln>
          </p:spPr>
        </p:pic>
        <p:sp>
          <p:nvSpPr>
            <p:cNvPr id="2274" name="Google Shape;2274;p102"/>
            <p:cNvSpPr/>
            <p:nvPr/>
          </p:nvSpPr>
          <p:spPr>
            <a:xfrm>
              <a:off x="3271939" y="5406758"/>
              <a:ext cx="89535" cy="80010"/>
            </a:xfrm>
            <a:custGeom>
              <a:avLst/>
              <a:gdLst/>
              <a:ahLst/>
              <a:cxnLst/>
              <a:rect l="l" t="t" r="r" b="b"/>
              <a:pathLst>
                <a:path w="89535" h="80010" extrusionOk="0">
                  <a:moveTo>
                    <a:pt x="30962" y="46456"/>
                  </a:moveTo>
                  <a:lnTo>
                    <a:pt x="0" y="46456"/>
                  </a:lnTo>
                  <a:lnTo>
                    <a:pt x="0" y="55981"/>
                  </a:lnTo>
                  <a:lnTo>
                    <a:pt x="30962" y="55981"/>
                  </a:lnTo>
                  <a:lnTo>
                    <a:pt x="30962" y="46456"/>
                  </a:lnTo>
                  <a:close/>
                </a:path>
                <a:path w="89535" h="80010" extrusionOk="0">
                  <a:moveTo>
                    <a:pt x="89319" y="15494"/>
                  </a:moveTo>
                  <a:lnTo>
                    <a:pt x="86931" y="10731"/>
                  </a:lnTo>
                  <a:lnTo>
                    <a:pt x="83362" y="5969"/>
                  </a:lnTo>
                  <a:lnTo>
                    <a:pt x="78587" y="2387"/>
                  </a:lnTo>
                  <a:lnTo>
                    <a:pt x="72631" y="0"/>
                  </a:lnTo>
                  <a:lnTo>
                    <a:pt x="57150" y="0"/>
                  </a:lnTo>
                  <a:lnTo>
                    <a:pt x="51206" y="1193"/>
                  </a:lnTo>
                  <a:lnTo>
                    <a:pt x="42862" y="9537"/>
                  </a:lnTo>
                  <a:lnTo>
                    <a:pt x="39293" y="15494"/>
                  </a:lnTo>
                  <a:lnTo>
                    <a:pt x="39293" y="22644"/>
                  </a:lnTo>
                  <a:lnTo>
                    <a:pt x="48818" y="23825"/>
                  </a:lnTo>
                  <a:lnTo>
                    <a:pt x="48818" y="19062"/>
                  </a:lnTo>
                  <a:lnTo>
                    <a:pt x="50012" y="14300"/>
                  </a:lnTo>
                  <a:lnTo>
                    <a:pt x="53581" y="11925"/>
                  </a:lnTo>
                  <a:lnTo>
                    <a:pt x="55968" y="9537"/>
                  </a:lnTo>
                  <a:lnTo>
                    <a:pt x="59537" y="7162"/>
                  </a:lnTo>
                  <a:lnTo>
                    <a:pt x="69062" y="7162"/>
                  </a:lnTo>
                  <a:lnTo>
                    <a:pt x="72631" y="9537"/>
                  </a:lnTo>
                  <a:lnTo>
                    <a:pt x="75018" y="11925"/>
                  </a:lnTo>
                  <a:lnTo>
                    <a:pt x="78587" y="14300"/>
                  </a:lnTo>
                  <a:lnTo>
                    <a:pt x="79781" y="17881"/>
                  </a:lnTo>
                  <a:lnTo>
                    <a:pt x="79781" y="25019"/>
                  </a:lnTo>
                  <a:lnTo>
                    <a:pt x="78587" y="29781"/>
                  </a:lnTo>
                  <a:lnTo>
                    <a:pt x="75018" y="33350"/>
                  </a:lnTo>
                  <a:lnTo>
                    <a:pt x="71437" y="38112"/>
                  </a:lnTo>
                  <a:lnTo>
                    <a:pt x="66675" y="42875"/>
                  </a:lnTo>
                  <a:lnTo>
                    <a:pt x="57150" y="50025"/>
                  </a:lnTo>
                  <a:lnTo>
                    <a:pt x="52387" y="54787"/>
                  </a:lnTo>
                  <a:lnTo>
                    <a:pt x="47625" y="58356"/>
                  </a:lnTo>
                  <a:lnTo>
                    <a:pt x="45250" y="61925"/>
                  </a:lnTo>
                  <a:lnTo>
                    <a:pt x="41681" y="65506"/>
                  </a:lnTo>
                  <a:lnTo>
                    <a:pt x="39293" y="69088"/>
                  </a:lnTo>
                  <a:lnTo>
                    <a:pt x="38100" y="72656"/>
                  </a:lnTo>
                  <a:lnTo>
                    <a:pt x="38100" y="75044"/>
                  </a:lnTo>
                  <a:lnTo>
                    <a:pt x="36918" y="77419"/>
                  </a:lnTo>
                  <a:lnTo>
                    <a:pt x="36918" y="79806"/>
                  </a:lnTo>
                  <a:lnTo>
                    <a:pt x="89319" y="79806"/>
                  </a:lnTo>
                  <a:lnTo>
                    <a:pt x="89319" y="70281"/>
                  </a:lnTo>
                  <a:lnTo>
                    <a:pt x="51206" y="70281"/>
                  </a:lnTo>
                  <a:lnTo>
                    <a:pt x="52387" y="67894"/>
                  </a:lnTo>
                  <a:lnTo>
                    <a:pt x="53581" y="66713"/>
                  </a:lnTo>
                  <a:lnTo>
                    <a:pt x="54775" y="64312"/>
                  </a:lnTo>
                  <a:lnTo>
                    <a:pt x="55968" y="63119"/>
                  </a:lnTo>
                  <a:lnTo>
                    <a:pt x="60731" y="59550"/>
                  </a:lnTo>
                  <a:lnTo>
                    <a:pt x="66675" y="54787"/>
                  </a:lnTo>
                  <a:lnTo>
                    <a:pt x="72631" y="48831"/>
                  </a:lnTo>
                  <a:lnTo>
                    <a:pt x="78587" y="44069"/>
                  </a:lnTo>
                  <a:lnTo>
                    <a:pt x="80962" y="40500"/>
                  </a:lnTo>
                  <a:lnTo>
                    <a:pt x="84556" y="38112"/>
                  </a:lnTo>
                  <a:lnTo>
                    <a:pt x="85750" y="34544"/>
                  </a:lnTo>
                  <a:lnTo>
                    <a:pt x="88125" y="30975"/>
                  </a:lnTo>
                  <a:lnTo>
                    <a:pt x="89319" y="28587"/>
                  </a:lnTo>
                  <a:lnTo>
                    <a:pt x="89319" y="15494"/>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275" name="Google Shape;2275;p102"/>
          <p:cNvGrpSpPr/>
          <p:nvPr/>
        </p:nvGrpSpPr>
        <p:grpSpPr>
          <a:xfrm>
            <a:off x="2288866" y="5813475"/>
            <a:ext cx="245838" cy="152443"/>
            <a:chOff x="3101666" y="5076875"/>
            <a:chExt cx="245838" cy="152443"/>
          </a:xfrm>
        </p:grpSpPr>
        <p:sp>
          <p:nvSpPr>
            <p:cNvPr id="2276" name="Google Shape;2276;p102"/>
            <p:cNvSpPr/>
            <p:nvPr/>
          </p:nvSpPr>
          <p:spPr>
            <a:xfrm>
              <a:off x="3101666" y="5113797"/>
              <a:ext cx="41910" cy="113664"/>
            </a:xfrm>
            <a:custGeom>
              <a:avLst/>
              <a:gdLst/>
              <a:ahLst/>
              <a:cxnLst/>
              <a:rect l="l" t="t" r="r" b="b"/>
              <a:pathLst>
                <a:path w="41910" h="113664" extrusionOk="0">
                  <a:moveTo>
                    <a:pt x="41671" y="0"/>
                  </a:moveTo>
                  <a:lnTo>
                    <a:pt x="32146" y="0"/>
                  </a:lnTo>
                  <a:lnTo>
                    <a:pt x="29764" y="4761"/>
                  </a:lnTo>
                  <a:lnTo>
                    <a:pt x="26193" y="9525"/>
                  </a:lnTo>
                  <a:lnTo>
                    <a:pt x="20239" y="14286"/>
                  </a:lnTo>
                  <a:lnTo>
                    <a:pt x="14286" y="20239"/>
                  </a:lnTo>
                  <a:lnTo>
                    <a:pt x="7142" y="23811"/>
                  </a:lnTo>
                  <a:lnTo>
                    <a:pt x="0" y="28575"/>
                  </a:lnTo>
                  <a:lnTo>
                    <a:pt x="0" y="41669"/>
                  </a:lnTo>
                  <a:lnTo>
                    <a:pt x="3569" y="40479"/>
                  </a:lnTo>
                  <a:lnTo>
                    <a:pt x="8333" y="38100"/>
                  </a:lnTo>
                  <a:lnTo>
                    <a:pt x="14286" y="34527"/>
                  </a:lnTo>
                  <a:lnTo>
                    <a:pt x="23811" y="27383"/>
                  </a:lnTo>
                  <a:lnTo>
                    <a:pt x="27383" y="25002"/>
                  </a:lnTo>
                  <a:lnTo>
                    <a:pt x="27383" y="113123"/>
                  </a:lnTo>
                  <a:lnTo>
                    <a:pt x="41671" y="113123"/>
                  </a:lnTo>
                  <a:lnTo>
                    <a:pt x="41671"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277" name="Google Shape;2277;p102"/>
            <p:cNvPicPr preferRelativeResize="0"/>
            <p:nvPr/>
          </p:nvPicPr>
          <p:blipFill rotWithShape="1">
            <a:blip r:embed="rId13">
              <a:alphaModFix/>
            </a:blip>
            <a:srcRect/>
            <a:stretch/>
          </p:blipFill>
          <p:spPr>
            <a:xfrm>
              <a:off x="3179074" y="5113797"/>
              <a:ext cx="73819" cy="115521"/>
            </a:xfrm>
            <a:prstGeom prst="rect">
              <a:avLst/>
            </a:prstGeom>
            <a:noFill/>
            <a:ln>
              <a:noFill/>
            </a:ln>
          </p:spPr>
        </p:pic>
        <p:sp>
          <p:nvSpPr>
            <p:cNvPr id="2278" name="Google Shape;2278;p102"/>
            <p:cNvSpPr/>
            <p:nvPr/>
          </p:nvSpPr>
          <p:spPr>
            <a:xfrm>
              <a:off x="3271939" y="5076875"/>
              <a:ext cx="75565" cy="80010"/>
            </a:xfrm>
            <a:custGeom>
              <a:avLst/>
              <a:gdLst/>
              <a:ahLst/>
              <a:cxnLst/>
              <a:rect l="l" t="t" r="r" b="b"/>
              <a:pathLst>
                <a:path w="75564" h="80010" extrusionOk="0">
                  <a:moveTo>
                    <a:pt x="30962" y="45262"/>
                  </a:moveTo>
                  <a:lnTo>
                    <a:pt x="0" y="45262"/>
                  </a:lnTo>
                  <a:lnTo>
                    <a:pt x="0" y="55981"/>
                  </a:lnTo>
                  <a:lnTo>
                    <a:pt x="30962" y="55981"/>
                  </a:lnTo>
                  <a:lnTo>
                    <a:pt x="30962" y="45262"/>
                  </a:lnTo>
                  <a:close/>
                </a:path>
                <a:path w="75564" h="80010" extrusionOk="0">
                  <a:moveTo>
                    <a:pt x="75018" y="0"/>
                  </a:moveTo>
                  <a:lnTo>
                    <a:pt x="69075" y="0"/>
                  </a:lnTo>
                  <a:lnTo>
                    <a:pt x="64312" y="7150"/>
                  </a:lnTo>
                  <a:lnTo>
                    <a:pt x="60744" y="10718"/>
                  </a:lnTo>
                  <a:lnTo>
                    <a:pt x="55968" y="14287"/>
                  </a:lnTo>
                  <a:lnTo>
                    <a:pt x="46443" y="19050"/>
                  </a:lnTo>
                  <a:lnTo>
                    <a:pt x="46443" y="28575"/>
                  </a:lnTo>
                  <a:lnTo>
                    <a:pt x="48818" y="27381"/>
                  </a:lnTo>
                  <a:lnTo>
                    <a:pt x="52387" y="26200"/>
                  </a:lnTo>
                  <a:lnTo>
                    <a:pt x="63119" y="19050"/>
                  </a:lnTo>
                  <a:lnTo>
                    <a:pt x="65493" y="16675"/>
                  </a:lnTo>
                  <a:lnTo>
                    <a:pt x="65493" y="79794"/>
                  </a:lnTo>
                  <a:lnTo>
                    <a:pt x="75018" y="79794"/>
                  </a:lnTo>
                  <a:lnTo>
                    <a:pt x="75018"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279" name="Google Shape;2279;p102"/>
          <p:cNvGrpSpPr/>
          <p:nvPr/>
        </p:nvGrpSpPr>
        <p:grpSpPr>
          <a:xfrm>
            <a:off x="2319822" y="5482399"/>
            <a:ext cx="224102" cy="153621"/>
            <a:chOff x="3132622" y="4745799"/>
            <a:chExt cx="224102" cy="153621"/>
          </a:xfrm>
        </p:grpSpPr>
        <p:sp>
          <p:nvSpPr>
            <p:cNvPr id="2280" name="Google Shape;2280;p102"/>
            <p:cNvSpPr/>
            <p:nvPr/>
          </p:nvSpPr>
          <p:spPr>
            <a:xfrm>
              <a:off x="3132622" y="4782708"/>
              <a:ext cx="41910" cy="114935"/>
            </a:xfrm>
            <a:custGeom>
              <a:avLst/>
              <a:gdLst/>
              <a:ahLst/>
              <a:cxnLst/>
              <a:rect l="l" t="t" r="r" b="b"/>
              <a:pathLst>
                <a:path w="41910" h="114935" extrusionOk="0">
                  <a:moveTo>
                    <a:pt x="41687" y="0"/>
                  </a:moveTo>
                  <a:lnTo>
                    <a:pt x="33337" y="0"/>
                  </a:lnTo>
                  <a:lnTo>
                    <a:pt x="30954" y="5952"/>
                  </a:lnTo>
                  <a:lnTo>
                    <a:pt x="26193" y="10714"/>
                  </a:lnTo>
                  <a:lnTo>
                    <a:pt x="20239" y="15477"/>
                  </a:lnTo>
                  <a:lnTo>
                    <a:pt x="15477" y="21446"/>
                  </a:lnTo>
                  <a:lnTo>
                    <a:pt x="8333" y="25017"/>
                  </a:lnTo>
                  <a:lnTo>
                    <a:pt x="0" y="28588"/>
                  </a:lnTo>
                  <a:lnTo>
                    <a:pt x="0" y="42877"/>
                  </a:lnTo>
                  <a:lnTo>
                    <a:pt x="9525" y="38113"/>
                  </a:lnTo>
                  <a:lnTo>
                    <a:pt x="15477" y="35733"/>
                  </a:lnTo>
                  <a:lnTo>
                    <a:pt x="25002" y="28588"/>
                  </a:lnTo>
                  <a:lnTo>
                    <a:pt x="28575" y="26208"/>
                  </a:lnTo>
                  <a:lnTo>
                    <a:pt x="28575" y="114330"/>
                  </a:lnTo>
                  <a:lnTo>
                    <a:pt x="41687" y="114330"/>
                  </a:lnTo>
                  <a:lnTo>
                    <a:pt x="41687"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281" name="Google Shape;2281;p102"/>
            <p:cNvPicPr preferRelativeResize="0"/>
            <p:nvPr/>
          </p:nvPicPr>
          <p:blipFill rotWithShape="1">
            <a:blip r:embed="rId14">
              <a:alphaModFix/>
            </a:blip>
            <a:srcRect/>
            <a:stretch/>
          </p:blipFill>
          <p:spPr>
            <a:xfrm>
              <a:off x="3210030" y="4782708"/>
              <a:ext cx="75025" cy="116712"/>
            </a:xfrm>
            <a:prstGeom prst="rect">
              <a:avLst/>
            </a:prstGeom>
            <a:noFill/>
            <a:ln>
              <a:noFill/>
            </a:ln>
          </p:spPr>
        </p:pic>
        <p:sp>
          <p:nvSpPr>
            <p:cNvPr id="2282" name="Google Shape;2282;p102"/>
            <p:cNvSpPr/>
            <p:nvPr/>
          </p:nvSpPr>
          <p:spPr>
            <a:xfrm>
              <a:off x="3305289" y="4745799"/>
              <a:ext cx="51435" cy="82550"/>
            </a:xfrm>
            <a:custGeom>
              <a:avLst/>
              <a:gdLst/>
              <a:ahLst/>
              <a:cxnLst/>
              <a:rect l="l" t="t" r="r" b="b"/>
              <a:pathLst>
                <a:path w="51435" h="82550" extrusionOk="0">
                  <a:moveTo>
                    <a:pt x="51219" y="27393"/>
                  </a:moveTo>
                  <a:lnTo>
                    <a:pt x="41681" y="5969"/>
                  </a:lnTo>
                  <a:lnTo>
                    <a:pt x="41681" y="41681"/>
                  </a:lnTo>
                  <a:lnTo>
                    <a:pt x="41427" y="50622"/>
                  </a:lnTo>
                  <a:lnTo>
                    <a:pt x="29768" y="73837"/>
                  </a:lnTo>
                  <a:lnTo>
                    <a:pt x="21437" y="73837"/>
                  </a:lnTo>
                  <a:lnTo>
                    <a:pt x="17856" y="71462"/>
                  </a:lnTo>
                  <a:lnTo>
                    <a:pt x="9525" y="41681"/>
                  </a:lnTo>
                  <a:lnTo>
                    <a:pt x="9956" y="32562"/>
                  </a:lnTo>
                  <a:lnTo>
                    <a:pt x="21437" y="8343"/>
                  </a:lnTo>
                  <a:lnTo>
                    <a:pt x="29768" y="8343"/>
                  </a:lnTo>
                  <a:lnTo>
                    <a:pt x="41681" y="41681"/>
                  </a:lnTo>
                  <a:lnTo>
                    <a:pt x="41681" y="5969"/>
                  </a:lnTo>
                  <a:lnTo>
                    <a:pt x="40487" y="4762"/>
                  </a:lnTo>
                  <a:lnTo>
                    <a:pt x="36918" y="3581"/>
                  </a:lnTo>
                  <a:lnTo>
                    <a:pt x="33337" y="1193"/>
                  </a:lnTo>
                  <a:lnTo>
                    <a:pt x="29768" y="0"/>
                  </a:lnTo>
                  <a:lnTo>
                    <a:pt x="20243" y="0"/>
                  </a:lnTo>
                  <a:lnTo>
                    <a:pt x="15481" y="2387"/>
                  </a:lnTo>
                  <a:lnTo>
                    <a:pt x="0" y="32156"/>
                  </a:lnTo>
                  <a:lnTo>
                    <a:pt x="0" y="41681"/>
                  </a:lnTo>
                  <a:lnTo>
                    <a:pt x="11912" y="78600"/>
                  </a:lnTo>
                  <a:lnTo>
                    <a:pt x="17856" y="82169"/>
                  </a:lnTo>
                  <a:lnTo>
                    <a:pt x="32156" y="82169"/>
                  </a:lnTo>
                  <a:lnTo>
                    <a:pt x="51219" y="58356"/>
                  </a:lnTo>
                  <a:lnTo>
                    <a:pt x="51219" y="27393"/>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283" name="Google Shape;2283;p102"/>
          <p:cNvGrpSpPr/>
          <p:nvPr/>
        </p:nvGrpSpPr>
        <p:grpSpPr>
          <a:xfrm>
            <a:off x="2319822" y="5152485"/>
            <a:ext cx="209664" cy="153667"/>
            <a:chOff x="3132622" y="4415885"/>
            <a:chExt cx="209664" cy="153667"/>
          </a:xfrm>
        </p:grpSpPr>
        <p:sp>
          <p:nvSpPr>
            <p:cNvPr id="2284" name="Google Shape;2284;p102"/>
            <p:cNvSpPr/>
            <p:nvPr/>
          </p:nvSpPr>
          <p:spPr>
            <a:xfrm>
              <a:off x="3132622" y="4452872"/>
              <a:ext cx="41910" cy="114300"/>
            </a:xfrm>
            <a:custGeom>
              <a:avLst/>
              <a:gdLst/>
              <a:ahLst/>
              <a:cxnLst/>
              <a:rect l="l" t="t" r="r" b="b"/>
              <a:pathLst>
                <a:path w="41910" h="114300" extrusionOk="0">
                  <a:moveTo>
                    <a:pt x="41687" y="0"/>
                  </a:moveTo>
                  <a:lnTo>
                    <a:pt x="33337" y="0"/>
                  </a:lnTo>
                  <a:lnTo>
                    <a:pt x="30954" y="5873"/>
                  </a:lnTo>
                  <a:lnTo>
                    <a:pt x="26193" y="10636"/>
                  </a:lnTo>
                  <a:lnTo>
                    <a:pt x="20239" y="15398"/>
                  </a:lnTo>
                  <a:lnTo>
                    <a:pt x="15477" y="21431"/>
                  </a:lnTo>
                  <a:lnTo>
                    <a:pt x="8333" y="24923"/>
                  </a:lnTo>
                  <a:lnTo>
                    <a:pt x="0" y="28575"/>
                  </a:lnTo>
                  <a:lnTo>
                    <a:pt x="0" y="42862"/>
                  </a:lnTo>
                  <a:lnTo>
                    <a:pt x="9525" y="38100"/>
                  </a:lnTo>
                  <a:lnTo>
                    <a:pt x="15477" y="35718"/>
                  </a:lnTo>
                  <a:lnTo>
                    <a:pt x="20239" y="32067"/>
                  </a:lnTo>
                  <a:lnTo>
                    <a:pt x="28575" y="26193"/>
                  </a:lnTo>
                  <a:lnTo>
                    <a:pt x="28575" y="114300"/>
                  </a:lnTo>
                  <a:lnTo>
                    <a:pt x="41687" y="114300"/>
                  </a:lnTo>
                  <a:lnTo>
                    <a:pt x="41687"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285" name="Google Shape;2285;p102"/>
            <p:cNvPicPr preferRelativeResize="0"/>
            <p:nvPr/>
          </p:nvPicPr>
          <p:blipFill rotWithShape="1">
            <a:blip r:embed="rId15">
              <a:alphaModFix/>
            </a:blip>
            <a:srcRect/>
            <a:stretch/>
          </p:blipFill>
          <p:spPr>
            <a:xfrm>
              <a:off x="3210030" y="4452872"/>
              <a:ext cx="75025" cy="116680"/>
            </a:xfrm>
            <a:prstGeom prst="rect">
              <a:avLst/>
            </a:prstGeom>
            <a:noFill/>
            <a:ln>
              <a:noFill/>
            </a:ln>
          </p:spPr>
        </p:pic>
        <p:sp>
          <p:nvSpPr>
            <p:cNvPr id="2286" name="Google Shape;2286;p102"/>
            <p:cNvSpPr/>
            <p:nvPr/>
          </p:nvSpPr>
          <p:spPr>
            <a:xfrm>
              <a:off x="3312441" y="4415885"/>
              <a:ext cx="29845" cy="80010"/>
            </a:xfrm>
            <a:custGeom>
              <a:avLst/>
              <a:gdLst/>
              <a:ahLst/>
              <a:cxnLst/>
              <a:rect l="l" t="t" r="r" b="b"/>
              <a:pathLst>
                <a:path w="29845" h="80010" extrusionOk="0">
                  <a:moveTo>
                    <a:pt x="29766" y="0"/>
                  </a:moveTo>
                  <a:lnTo>
                    <a:pt x="23812" y="0"/>
                  </a:lnTo>
                  <a:lnTo>
                    <a:pt x="19050" y="7142"/>
                  </a:lnTo>
                  <a:lnTo>
                    <a:pt x="14287" y="10795"/>
                  </a:lnTo>
                  <a:lnTo>
                    <a:pt x="10714" y="14286"/>
                  </a:lnTo>
                  <a:lnTo>
                    <a:pt x="5952" y="17937"/>
                  </a:lnTo>
                  <a:lnTo>
                    <a:pt x="0" y="20320"/>
                  </a:lnTo>
                  <a:lnTo>
                    <a:pt x="0" y="29845"/>
                  </a:lnTo>
                  <a:lnTo>
                    <a:pt x="7142" y="27462"/>
                  </a:lnTo>
                  <a:lnTo>
                    <a:pt x="17858" y="20320"/>
                  </a:lnTo>
                  <a:lnTo>
                    <a:pt x="20241" y="17937"/>
                  </a:lnTo>
                  <a:lnTo>
                    <a:pt x="20241" y="79849"/>
                  </a:lnTo>
                  <a:lnTo>
                    <a:pt x="29766" y="79849"/>
                  </a:lnTo>
                  <a:lnTo>
                    <a:pt x="29766"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287" name="Google Shape;2287;p102"/>
          <p:cNvGrpSpPr/>
          <p:nvPr/>
        </p:nvGrpSpPr>
        <p:grpSpPr>
          <a:xfrm>
            <a:off x="2319822" y="4822601"/>
            <a:ext cx="224191" cy="153669"/>
            <a:chOff x="3132622" y="4086001"/>
            <a:chExt cx="224191" cy="153669"/>
          </a:xfrm>
        </p:grpSpPr>
        <p:sp>
          <p:nvSpPr>
            <p:cNvPr id="2288" name="Google Shape;2288;p102"/>
            <p:cNvSpPr/>
            <p:nvPr/>
          </p:nvSpPr>
          <p:spPr>
            <a:xfrm>
              <a:off x="3132622" y="4122991"/>
              <a:ext cx="41910" cy="114300"/>
            </a:xfrm>
            <a:custGeom>
              <a:avLst/>
              <a:gdLst/>
              <a:ahLst/>
              <a:cxnLst/>
              <a:rect l="l" t="t" r="r" b="b"/>
              <a:pathLst>
                <a:path w="41910" h="114300" extrusionOk="0">
                  <a:moveTo>
                    <a:pt x="41687" y="0"/>
                  </a:moveTo>
                  <a:lnTo>
                    <a:pt x="33337" y="0"/>
                  </a:lnTo>
                  <a:lnTo>
                    <a:pt x="30954" y="5872"/>
                  </a:lnTo>
                  <a:lnTo>
                    <a:pt x="26193" y="10634"/>
                  </a:lnTo>
                  <a:lnTo>
                    <a:pt x="20239" y="15397"/>
                  </a:lnTo>
                  <a:lnTo>
                    <a:pt x="15477" y="20159"/>
                  </a:lnTo>
                  <a:lnTo>
                    <a:pt x="8333" y="24922"/>
                  </a:lnTo>
                  <a:lnTo>
                    <a:pt x="0" y="28575"/>
                  </a:lnTo>
                  <a:lnTo>
                    <a:pt x="0" y="42861"/>
                  </a:lnTo>
                  <a:lnTo>
                    <a:pt x="9525" y="38100"/>
                  </a:lnTo>
                  <a:lnTo>
                    <a:pt x="15477" y="35717"/>
                  </a:lnTo>
                  <a:lnTo>
                    <a:pt x="25002" y="28575"/>
                  </a:lnTo>
                  <a:lnTo>
                    <a:pt x="28575" y="24922"/>
                  </a:lnTo>
                  <a:lnTo>
                    <a:pt x="28575" y="114300"/>
                  </a:lnTo>
                  <a:lnTo>
                    <a:pt x="41687" y="114300"/>
                  </a:lnTo>
                  <a:lnTo>
                    <a:pt x="41687"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289" name="Google Shape;2289;p102"/>
            <p:cNvPicPr preferRelativeResize="0"/>
            <p:nvPr/>
          </p:nvPicPr>
          <p:blipFill rotWithShape="1">
            <a:blip r:embed="rId16">
              <a:alphaModFix/>
            </a:blip>
            <a:srcRect/>
            <a:stretch/>
          </p:blipFill>
          <p:spPr>
            <a:xfrm>
              <a:off x="3210030" y="4122991"/>
              <a:ext cx="75025" cy="116679"/>
            </a:xfrm>
            <a:prstGeom prst="rect">
              <a:avLst/>
            </a:prstGeom>
            <a:noFill/>
            <a:ln>
              <a:noFill/>
            </a:ln>
          </p:spPr>
        </p:pic>
        <p:sp>
          <p:nvSpPr>
            <p:cNvPr id="2290" name="Google Shape;2290;p102"/>
            <p:cNvSpPr/>
            <p:nvPr/>
          </p:nvSpPr>
          <p:spPr>
            <a:xfrm>
              <a:off x="3304108" y="4086001"/>
              <a:ext cx="52705" cy="80010"/>
            </a:xfrm>
            <a:custGeom>
              <a:avLst/>
              <a:gdLst/>
              <a:ahLst/>
              <a:cxnLst/>
              <a:rect l="l" t="t" r="r" b="b"/>
              <a:pathLst>
                <a:path w="52704" h="80010" extrusionOk="0">
                  <a:moveTo>
                    <a:pt x="34528" y="0"/>
                  </a:moveTo>
                  <a:lnTo>
                    <a:pt x="20241" y="0"/>
                  </a:lnTo>
                  <a:lnTo>
                    <a:pt x="14287" y="2381"/>
                  </a:lnTo>
                  <a:lnTo>
                    <a:pt x="9525" y="6032"/>
                  </a:lnTo>
                  <a:lnTo>
                    <a:pt x="4761" y="10795"/>
                  </a:lnTo>
                  <a:lnTo>
                    <a:pt x="2381" y="15557"/>
                  </a:lnTo>
                  <a:lnTo>
                    <a:pt x="1189" y="23812"/>
                  </a:lnTo>
                  <a:lnTo>
                    <a:pt x="11906" y="25082"/>
                  </a:lnTo>
                  <a:lnTo>
                    <a:pt x="11906" y="19050"/>
                  </a:lnTo>
                  <a:lnTo>
                    <a:pt x="13097" y="15557"/>
                  </a:lnTo>
                  <a:lnTo>
                    <a:pt x="19050" y="9525"/>
                  </a:lnTo>
                  <a:lnTo>
                    <a:pt x="22622" y="8413"/>
                  </a:lnTo>
                  <a:lnTo>
                    <a:pt x="32147" y="8413"/>
                  </a:lnTo>
                  <a:lnTo>
                    <a:pt x="35718" y="9525"/>
                  </a:lnTo>
                  <a:lnTo>
                    <a:pt x="38100" y="11906"/>
                  </a:lnTo>
                  <a:lnTo>
                    <a:pt x="40482" y="15557"/>
                  </a:lnTo>
                  <a:lnTo>
                    <a:pt x="41672" y="17938"/>
                  </a:lnTo>
                  <a:lnTo>
                    <a:pt x="41672" y="26193"/>
                  </a:lnTo>
                  <a:lnTo>
                    <a:pt x="14287" y="56038"/>
                  </a:lnTo>
                  <a:lnTo>
                    <a:pt x="7142" y="63182"/>
                  </a:lnTo>
                  <a:lnTo>
                    <a:pt x="2381" y="70326"/>
                  </a:lnTo>
                  <a:lnTo>
                    <a:pt x="1189" y="73818"/>
                  </a:lnTo>
                  <a:lnTo>
                    <a:pt x="0" y="76200"/>
                  </a:lnTo>
                  <a:lnTo>
                    <a:pt x="0" y="79851"/>
                  </a:lnTo>
                  <a:lnTo>
                    <a:pt x="52404" y="79851"/>
                  </a:lnTo>
                  <a:lnTo>
                    <a:pt x="52404" y="71437"/>
                  </a:lnTo>
                  <a:lnTo>
                    <a:pt x="13097" y="71437"/>
                  </a:lnTo>
                  <a:lnTo>
                    <a:pt x="14287" y="69056"/>
                  </a:lnTo>
                  <a:lnTo>
                    <a:pt x="22622" y="60801"/>
                  </a:lnTo>
                  <a:lnTo>
                    <a:pt x="28575" y="56038"/>
                  </a:lnTo>
                  <a:lnTo>
                    <a:pt x="35718" y="50006"/>
                  </a:lnTo>
                  <a:lnTo>
                    <a:pt x="44055" y="41751"/>
                  </a:lnTo>
                  <a:lnTo>
                    <a:pt x="48816" y="34607"/>
                  </a:lnTo>
                  <a:lnTo>
                    <a:pt x="50024" y="32226"/>
                  </a:lnTo>
                  <a:lnTo>
                    <a:pt x="51214" y="28575"/>
                  </a:lnTo>
                  <a:lnTo>
                    <a:pt x="52404" y="26193"/>
                  </a:lnTo>
                  <a:lnTo>
                    <a:pt x="52404" y="16668"/>
                  </a:lnTo>
                  <a:lnTo>
                    <a:pt x="50024" y="10795"/>
                  </a:lnTo>
                  <a:lnTo>
                    <a:pt x="45245" y="7143"/>
                  </a:lnTo>
                  <a:lnTo>
                    <a:pt x="41672" y="2381"/>
                  </a:lnTo>
                  <a:lnTo>
                    <a:pt x="34528"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291" name="Google Shape;2291;p102"/>
          <p:cNvGrpSpPr/>
          <p:nvPr/>
        </p:nvGrpSpPr>
        <p:grpSpPr>
          <a:xfrm>
            <a:off x="2319822" y="4492726"/>
            <a:ext cx="225372" cy="152393"/>
            <a:chOff x="3132622" y="3756126"/>
            <a:chExt cx="225372" cy="152393"/>
          </a:xfrm>
        </p:grpSpPr>
        <p:sp>
          <p:nvSpPr>
            <p:cNvPr id="2292" name="Google Shape;2292;p102"/>
            <p:cNvSpPr/>
            <p:nvPr/>
          </p:nvSpPr>
          <p:spPr>
            <a:xfrm>
              <a:off x="3132622" y="3793109"/>
              <a:ext cx="41910" cy="114300"/>
            </a:xfrm>
            <a:custGeom>
              <a:avLst/>
              <a:gdLst/>
              <a:ahLst/>
              <a:cxnLst/>
              <a:rect l="l" t="t" r="r" b="b"/>
              <a:pathLst>
                <a:path w="41910" h="114300" extrusionOk="0">
                  <a:moveTo>
                    <a:pt x="41687" y="0"/>
                  </a:moveTo>
                  <a:lnTo>
                    <a:pt x="33337" y="0"/>
                  </a:lnTo>
                  <a:lnTo>
                    <a:pt x="30954" y="4762"/>
                  </a:lnTo>
                  <a:lnTo>
                    <a:pt x="26193" y="10636"/>
                  </a:lnTo>
                  <a:lnTo>
                    <a:pt x="20239" y="15397"/>
                  </a:lnTo>
                  <a:lnTo>
                    <a:pt x="15477" y="20161"/>
                  </a:lnTo>
                  <a:lnTo>
                    <a:pt x="8333" y="24922"/>
                  </a:lnTo>
                  <a:lnTo>
                    <a:pt x="0" y="28575"/>
                  </a:lnTo>
                  <a:lnTo>
                    <a:pt x="0" y="41592"/>
                  </a:lnTo>
                  <a:lnTo>
                    <a:pt x="4761" y="40481"/>
                  </a:lnTo>
                  <a:lnTo>
                    <a:pt x="9525" y="38100"/>
                  </a:lnTo>
                  <a:lnTo>
                    <a:pt x="15477" y="34447"/>
                  </a:lnTo>
                  <a:lnTo>
                    <a:pt x="20239" y="32067"/>
                  </a:lnTo>
                  <a:lnTo>
                    <a:pt x="25002" y="28575"/>
                  </a:lnTo>
                  <a:lnTo>
                    <a:pt x="28575" y="24922"/>
                  </a:lnTo>
                  <a:lnTo>
                    <a:pt x="28575" y="114300"/>
                  </a:lnTo>
                  <a:lnTo>
                    <a:pt x="41687" y="114300"/>
                  </a:lnTo>
                  <a:lnTo>
                    <a:pt x="41687"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293" name="Google Shape;2293;p102"/>
            <p:cNvPicPr preferRelativeResize="0"/>
            <p:nvPr/>
          </p:nvPicPr>
          <p:blipFill rotWithShape="1">
            <a:blip r:embed="rId17">
              <a:alphaModFix/>
            </a:blip>
            <a:srcRect/>
            <a:stretch/>
          </p:blipFill>
          <p:spPr>
            <a:xfrm>
              <a:off x="3210030" y="3793109"/>
              <a:ext cx="75025" cy="115410"/>
            </a:xfrm>
            <a:prstGeom prst="rect">
              <a:avLst/>
            </a:prstGeom>
            <a:noFill/>
            <a:ln>
              <a:noFill/>
            </a:ln>
          </p:spPr>
        </p:pic>
        <p:sp>
          <p:nvSpPr>
            <p:cNvPr id="2294" name="Google Shape;2294;p102"/>
            <p:cNvSpPr/>
            <p:nvPr/>
          </p:nvSpPr>
          <p:spPr>
            <a:xfrm>
              <a:off x="3305289" y="3756126"/>
              <a:ext cx="52705" cy="81280"/>
            </a:xfrm>
            <a:custGeom>
              <a:avLst/>
              <a:gdLst/>
              <a:ahLst/>
              <a:cxnLst/>
              <a:rect l="l" t="t" r="r" b="b"/>
              <a:pathLst>
                <a:path w="52704" h="81279" extrusionOk="0">
                  <a:moveTo>
                    <a:pt x="52412" y="51269"/>
                  </a:moveTo>
                  <a:lnTo>
                    <a:pt x="51219" y="47625"/>
                  </a:lnTo>
                  <a:lnTo>
                    <a:pt x="47625" y="44132"/>
                  </a:lnTo>
                  <a:lnTo>
                    <a:pt x="46075" y="41744"/>
                  </a:lnTo>
                  <a:lnTo>
                    <a:pt x="45250" y="40474"/>
                  </a:lnTo>
                  <a:lnTo>
                    <a:pt x="41681" y="38100"/>
                  </a:lnTo>
                  <a:lnTo>
                    <a:pt x="36918" y="36982"/>
                  </a:lnTo>
                  <a:lnTo>
                    <a:pt x="40487" y="35712"/>
                  </a:lnTo>
                  <a:lnTo>
                    <a:pt x="42151" y="34607"/>
                  </a:lnTo>
                  <a:lnTo>
                    <a:pt x="44056" y="33337"/>
                  </a:lnTo>
                  <a:lnTo>
                    <a:pt x="45250" y="29845"/>
                  </a:lnTo>
                  <a:lnTo>
                    <a:pt x="47625" y="27457"/>
                  </a:lnTo>
                  <a:lnTo>
                    <a:pt x="47625" y="14287"/>
                  </a:lnTo>
                  <a:lnTo>
                    <a:pt x="45250" y="10795"/>
                  </a:lnTo>
                  <a:lnTo>
                    <a:pt x="43700" y="8407"/>
                  </a:lnTo>
                  <a:lnTo>
                    <a:pt x="42862" y="7137"/>
                  </a:lnTo>
                  <a:lnTo>
                    <a:pt x="40487" y="4762"/>
                  </a:lnTo>
                  <a:lnTo>
                    <a:pt x="36918" y="3644"/>
                  </a:lnTo>
                  <a:lnTo>
                    <a:pt x="33337" y="1270"/>
                  </a:lnTo>
                  <a:lnTo>
                    <a:pt x="28575" y="0"/>
                  </a:lnTo>
                  <a:lnTo>
                    <a:pt x="19050" y="0"/>
                  </a:lnTo>
                  <a:lnTo>
                    <a:pt x="13106" y="2374"/>
                  </a:lnTo>
                  <a:lnTo>
                    <a:pt x="9525" y="6032"/>
                  </a:lnTo>
                  <a:lnTo>
                    <a:pt x="4762" y="9525"/>
                  </a:lnTo>
                  <a:lnTo>
                    <a:pt x="2387" y="14287"/>
                  </a:lnTo>
                  <a:lnTo>
                    <a:pt x="1193" y="21424"/>
                  </a:lnTo>
                  <a:lnTo>
                    <a:pt x="10718" y="22694"/>
                  </a:lnTo>
                  <a:lnTo>
                    <a:pt x="11912" y="17932"/>
                  </a:lnTo>
                  <a:lnTo>
                    <a:pt x="13106" y="14287"/>
                  </a:lnTo>
                  <a:lnTo>
                    <a:pt x="17856" y="9525"/>
                  </a:lnTo>
                  <a:lnTo>
                    <a:pt x="21437" y="8407"/>
                  </a:lnTo>
                  <a:lnTo>
                    <a:pt x="28575" y="8407"/>
                  </a:lnTo>
                  <a:lnTo>
                    <a:pt x="32156" y="9525"/>
                  </a:lnTo>
                  <a:lnTo>
                    <a:pt x="36918" y="14287"/>
                  </a:lnTo>
                  <a:lnTo>
                    <a:pt x="38100" y="16662"/>
                  </a:lnTo>
                  <a:lnTo>
                    <a:pt x="38100" y="25082"/>
                  </a:lnTo>
                  <a:lnTo>
                    <a:pt x="36918" y="28575"/>
                  </a:lnTo>
                  <a:lnTo>
                    <a:pt x="29768" y="33337"/>
                  </a:lnTo>
                  <a:lnTo>
                    <a:pt x="26200" y="34607"/>
                  </a:lnTo>
                  <a:lnTo>
                    <a:pt x="21437" y="34607"/>
                  </a:lnTo>
                  <a:lnTo>
                    <a:pt x="20243" y="33337"/>
                  </a:lnTo>
                  <a:lnTo>
                    <a:pt x="19050" y="42862"/>
                  </a:lnTo>
                  <a:lnTo>
                    <a:pt x="21437" y="41744"/>
                  </a:lnTo>
                  <a:lnTo>
                    <a:pt x="30962" y="41744"/>
                  </a:lnTo>
                  <a:lnTo>
                    <a:pt x="34531" y="42862"/>
                  </a:lnTo>
                  <a:lnTo>
                    <a:pt x="40487" y="48895"/>
                  </a:lnTo>
                  <a:lnTo>
                    <a:pt x="41681" y="52387"/>
                  </a:lnTo>
                  <a:lnTo>
                    <a:pt x="41681" y="61912"/>
                  </a:lnTo>
                  <a:lnTo>
                    <a:pt x="40487" y="65557"/>
                  </a:lnTo>
                  <a:lnTo>
                    <a:pt x="36918" y="69049"/>
                  </a:lnTo>
                  <a:lnTo>
                    <a:pt x="29768" y="73812"/>
                  </a:lnTo>
                  <a:lnTo>
                    <a:pt x="21437" y="73812"/>
                  </a:lnTo>
                  <a:lnTo>
                    <a:pt x="17856" y="72707"/>
                  </a:lnTo>
                  <a:lnTo>
                    <a:pt x="13106" y="67945"/>
                  </a:lnTo>
                  <a:lnTo>
                    <a:pt x="10718" y="63182"/>
                  </a:lnTo>
                  <a:lnTo>
                    <a:pt x="9525" y="58420"/>
                  </a:lnTo>
                  <a:lnTo>
                    <a:pt x="0" y="59524"/>
                  </a:lnTo>
                  <a:lnTo>
                    <a:pt x="0" y="65557"/>
                  </a:lnTo>
                  <a:lnTo>
                    <a:pt x="3568" y="71437"/>
                  </a:lnTo>
                  <a:lnTo>
                    <a:pt x="8331" y="75082"/>
                  </a:lnTo>
                  <a:lnTo>
                    <a:pt x="11912" y="79844"/>
                  </a:lnTo>
                  <a:lnTo>
                    <a:pt x="17856" y="80962"/>
                  </a:lnTo>
                  <a:lnTo>
                    <a:pt x="33337" y="80962"/>
                  </a:lnTo>
                  <a:lnTo>
                    <a:pt x="39293" y="78574"/>
                  </a:lnTo>
                  <a:lnTo>
                    <a:pt x="44056" y="73812"/>
                  </a:lnTo>
                  <a:lnTo>
                    <a:pt x="50025" y="69049"/>
                  </a:lnTo>
                  <a:lnTo>
                    <a:pt x="52412" y="63182"/>
                  </a:lnTo>
                  <a:lnTo>
                    <a:pt x="52412" y="51269"/>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295" name="Google Shape;2295;p102"/>
          <p:cNvGrpSpPr/>
          <p:nvPr/>
        </p:nvGrpSpPr>
        <p:grpSpPr>
          <a:xfrm>
            <a:off x="2319822" y="4162836"/>
            <a:ext cx="223888" cy="152400"/>
            <a:chOff x="3132622" y="3426236"/>
            <a:chExt cx="223888" cy="152400"/>
          </a:xfrm>
        </p:grpSpPr>
        <p:sp>
          <p:nvSpPr>
            <p:cNvPr id="2296" name="Google Shape;2296;p102"/>
            <p:cNvSpPr/>
            <p:nvPr/>
          </p:nvSpPr>
          <p:spPr>
            <a:xfrm>
              <a:off x="3132622" y="3463226"/>
              <a:ext cx="41910" cy="114300"/>
            </a:xfrm>
            <a:custGeom>
              <a:avLst/>
              <a:gdLst/>
              <a:ahLst/>
              <a:cxnLst/>
              <a:rect l="l" t="t" r="r" b="b"/>
              <a:pathLst>
                <a:path w="41910" h="114300" extrusionOk="0">
                  <a:moveTo>
                    <a:pt x="41687" y="0"/>
                  </a:moveTo>
                  <a:lnTo>
                    <a:pt x="33337" y="0"/>
                  </a:lnTo>
                  <a:lnTo>
                    <a:pt x="30954" y="4761"/>
                  </a:lnTo>
                  <a:lnTo>
                    <a:pt x="15477" y="20159"/>
                  </a:lnTo>
                  <a:lnTo>
                    <a:pt x="8333" y="24922"/>
                  </a:lnTo>
                  <a:lnTo>
                    <a:pt x="0" y="28575"/>
                  </a:lnTo>
                  <a:lnTo>
                    <a:pt x="0" y="41591"/>
                  </a:lnTo>
                  <a:lnTo>
                    <a:pt x="4761" y="40479"/>
                  </a:lnTo>
                  <a:lnTo>
                    <a:pt x="9525" y="38100"/>
                  </a:lnTo>
                  <a:lnTo>
                    <a:pt x="15477" y="34447"/>
                  </a:lnTo>
                  <a:lnTo>
                    <a:pt x="20239" y="30954"/>
                  </a:lnTo>
                  <a:lnTo>
                    <a:pt x="25002" y="28575"/>
                  </a:lnTo>
                  <a:lnTo>
                    <a:pt x="28575" y="24922"/>
                  </a:lnTo>
                  <a:lnTo>
                    <a:pt x="28575" y="114300"/>
                  </a:lnTo>
                  <a:lnTo>
                    <a:pt x="41687" y="114300"/>
                  </a:lnTo>
                  <a:lnTo>
                    <a:pt x="41687"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297" name="Google Shape;2297;p102"/>
            <p:cNvPicPr preferRelativeResize="0"/>
            <p:nvPr/>
          </p:nvPicPr>
          <p:blipFill rotWithShape="1">
            <a:blip r:embed="rId18">
              <a:alphaModFix/>
            </a:blip>
            <a:srcRect/>
            <a:stretch/>
          </p:blipFill>
          <p:spPr>
            <a:xfrm>
              <a:off x="3210030" y="3426236"/>
              <a:ext cx="146480" cy="152400"/>
            </a:xfrm>
            <a:prstGeom prst="rect">
              <a:avLst/>
            </a:prstGeom>
            <a:noFill/>
            <a:ln>
              <a:noFill/>
            </a:ln>
          </p:spPr>
        </p:pic>
      </p:grpSp>
      <p:grpSp>
        <p:nvGrpSpPr>
          <p:cNvPr id="2298" name="Google Shape;2298;p102"/>
          <p:cNvGrpSpPr/>
          <p:nvPr/>
        </p:nvGrpSpPr>
        <p:grpSpPr>
          <a:xfrm>
            <a:off x="2319822" y="3832955"/>
            <a:ext cx="225381" cy="151287"/>
            <a:chOff x="3132622" y="3096355"/>
            <a:chExt cx="225381" cy="151287"/>
          </a:xfrm>
        </p:grpSpPr>
        <p:sp>
          <p:nvSpPr>
            <p:cNvPr id="2299" name="Google Shape;2299;p102"/>
            <p:cNvSpPr/>
            <p:nvPr/>
          </p:nvSpPr>
          <p:spPr>
            <a:xfrm>
              <a:off x="3132622" y="3132072"/>
              <a:ext cx="41910" cy="114300"/>
            </a:xfrm>
            <a:custGeom>
              <a:avLst/>
              <a:gdLst/>
              <a:ahLst/>
              <a:cxnLst/>
              <a:rect l="l" t="t" r="r" b="b"/>
              <a:pathLst>
                <a:path w="41910" h="114300" extrusionOk="0">
                  <a:moveTo>
                    <a:pt x="41687" y="0"/>
                  </a:moveTo>
                  <a:lnTo>
                    <a:pt x="33337" y="0"/>
                  </a:lnTo>
                  <a:lnTo>
                    <a:pt x="30954" y="4762"/>
                  </a:lnTo>
                  <a:lnTo>
                    <a:pt x="15477" y="20320"/>
                  </a:lnTo>
                  <a:lnTo>
                    <a:pt x="8333" y="25082"/>
                  </a:lnTo>
                  <a:lnTo>
                    <a:pt x="0" y="28575"/>
                  </a:lnTo>
                  <a:lnTo>
                    <a:pt x="0" y="41751"/>
                  </a:lnTo>
                  <a:lnTo>
                    <a:pt x="4761" y="40481"/>
                  </a:lnTo>
                  <a:lnTo>
                    <a:pt x="9525" y="38100"/>
                  </a:lnTo>
                  <a:lnTo>
                    <a:pt x="15477" y="34607"/>
                  </a:lnTo>
                  <a:lnTo>
                    <a:pt x="20239" y="30956"/>
                  </a:lnTo>
                  <a:lnTo>
                    <a:pt x="25002" y="28575"/>
                  </a:lnTo>
                  <a:lnTo>
                    <a:pt x="28575" y="25082"/>
                  </a:lnTo>
                  <a:lnTo>
                    <a:pt x="28575" y="114300"/>
                  </a:lnTo>
                  <a:lnTo>
                    <a:pt x="41687" y="114300"/>
                  </a:lnTo>
                  <a:lnTo>
                    <a:pt x="41687"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300" name="Google Shape;2300;p102"/>
            <p:cNvPicPr preferRelativeResize="0"/>
            <p:nvPr/>
          </p:nvPicPr>
          <p:blipFill rotWithShape="1">
            <a:blip r:embed="rId19">
              <a:alphaModFix/>
            </a:blip>
            <a:srcRect/>
            <a:stretch/>
          </p:blipFill>
          <p:spPr>
            <a:xfrm>
              <a:off x="3210030" y="3132072"/>
              <a:ext cx="75025" cy="115570"/>
            </a:xfrm>
            <a:prstGeom prst="rect">
              <a:avLst/>
            </a:prstGeom>
            <a:noFill/>
            <a:ln>
              <a:noFill/>
            </a:ln>
          </p:spPr>
        </p:pic>
        <p:sp>
          <p:nvSpPr>
            <p:cNvPr id="2301" name="Google Shape;2301;p102"/>
            <p:cNvSpPr/>
            <p:nvPr/>
          </p:nvSpPr>
          <p:spPr>
            <a:xfrm>
              <a:off x="3305298" y="3096355"/>
              <a:ext cx="52705" cy="80010"/>
            </a:xfrm>
            <a:custGeom>
              <a:avLst/>
              <a:gdLst/>
              <a:ahLst/>
              <a:cxnLst/>
              <a:rect l="l" t="t" r="r" b="b"/>
              <a:pathLst>
                <a:path w="52704" h="80010" extrusionOk="0">
                  <a:moveTo>
                    <a:pt x="48832" y="0"/>
                  </a:moveTo>
                  <a:lnTo>
                    <a:pt x="9525" y="0"/>
                  </a:lnTo>
                  <a:lnTo>
                    <a:pt x="1189" y="40481"/>
                  </a:lnTo>
                  <a:lnTo>
                    <a:pt x="10714" y="41751"/>
                  </a:lnTo>
                  <a:lnTo>
                    <a:pt x="11906" y="39368"/>
                  </a:lnTo>
                  <a:lnTo>
                    <a:pt x="19050" y="35717"/>
                  </a:lnTo>
                  <a:lnTo>
                    <a:pt x="22622" y="34606"/>
                  </a:lnTo>
                  <a:lnTo>
                    <a:pt x="29766" y="34606"/>
                  </a:lnTo>
                  <a:lnTo>
                    <a:pt x="34528" y="35717"/>
                  </a:lnTo>
                  <a:lnTo>
                    <a:pt x="36910" y="39368"/>
                  </a:lnTo>
                  <a:lnTo>
                    <a:pt x="40482" y="42861"/>
                  </a:lnTo>
                  <a:lnTo>
                    <a:pt x="41672" y="46512"/>
                  </a:lnTo>
                  <a:lnTo>
                    <a:pt x="41672" y="58420"/>
                  </a:lnTo>
                  <a:lnTo>
                    <a:pt x="40482" y="63181"/>
                  </a:lnTo>
                  <a:lnTo>
                    <a:pt x="36910" y="66675"/>
                  </a:lnTo>
                  <a:lnTo>
                    <a:pt x="34528" y="70326"/>
                  </a:lnTo>
                  <a:lnTo>
                    <a:pt x="29766" y="71436"/>
                  </a:lnTo>
                  <a:lnTo>
                    <a:pt x="21431" y="71436"/>
                  </a:lnTo>
                  <a:lnTo>
                    <a:pt x="17858" y="70326"/>
                  </a:lnTo>
                  <a:lnTo>
                    <a:pt x="13097" y="65562"/>
                  </a:lnTo>
                  <a:lnTo>
                    <a:pt x="10714" y="61911"/>
                  </a:lnTo>
                  <a:lnTo>
                    <a:pt x="10714" y="57150"/>
                  </a:lnTo>
                  <a:lnTo>
                    <a:pt x="0" y="57150"/>
                  </a:lnTo>
                  <a:lnTo>
                    <a:pt x="0" y="64292"/>
                  </a:lnTo>
                  <a:lnTo>
                    <a:pt x="3571" y="70326"/>
                  </a:lnTo>
                  <a:lnTo>
                    <a:pt x="7142" y="73817"/>
                  </a:lnTo>
                  <a:lnTo>
                    <a:pt x="11906" y="77468"/>
                  </a:lnTo>
                  <a:lnTo>
                    <a:pt x="17858" y="79851"/>
                  </a:lnTo>
                  <a:lnTo>
                    <a:pt x="34528" y="79851"/>
                  </a:lnTo>
                  <a:lnTo>
                    <a:pt x="41672" y="76200"/>
                  </a:lnTo>
                  <a:lnTo>
                    <a:pt x="46436" y="70326"/>
                  </a:lnTo>
                  <a:lnTo>
                    <a:pt x="50024" y="65562"/>
                  </a:lnTo>
                  <a:lnTo>
                    <a:pt x="52405" y="58420"/>
                  </a:lnTo>
                  <a:lnTo>
                    <a:pt x="52405" y="44131"/>
                  </a:lnTo>
                  <a:lnTo>
                    <a:pt x="50024" y="38100"/>
                  </a:lnTo>
                  <a:lnTo>
                    <a:pt x="40482" y="28575"/>
                  </a:lnTo>
                  <a:lnTo>
                    <a:pt x="34528" y="26192"/>
                  </a:lnTo>
                  <a:lnTo>
                    <a:pt x="22622" y="26192"/>
                  </a:lnTo>
                  <a:lnTo>
                    <a:pt x="17858" y="27304"/>
                  </a:lnTo>
                  <a:lnTo>
                    <a:pt x="13097" y="30956"/>
                  </a:lnTo>
                  <a:lnTo>
                    <a:pt x="16668" y="9525"/>
                  </a:lnTo>
                  <a:lnTo>
                    <a:pt x="48832" y="9525"/>
                  </a:lnTo>
                  <a:lnTo>
                    <a:pt x="48832"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302" name="Google Shape;2302;p102"/>
          <p:cNvGrpSpPr/>
          <p:nvPr/>
        </p:nvGrpSpPr>
        <p:grpSpPr>
          <a:xfrm>
            <a:off x="2319822" y="3503078"/>
            <a:ext cx="225486" cy="152393"/>
            <a:chOff x="3132622" y="2766478"/>
            <a:chExt cx="225486" cy="152393"/>
          </a:xfrm>
        </p:grpSpPr>
        <p:sp>
          <p:nvSpPr>
            <p:cNvPr id="2303" name="Google Shape;2303;p102"/>
            <p:cNvSpPr/>
            <p:nvPr/>
          </p:nvSpPr>
          <p:spPr>
            <a:xfrm>
              <a:off x="3132622" y="2803301"/>
              <a:ext cx="41910" cy="114935"/>
            </a:xfrm>
            <a:custGeom>
              <a:avLst/>
              <a:gdLst/>
              <a:ahLst/>
              <a:cxnLst/>
              <a:rect l="l" t="t" r="r" b="b"/>
              <a:pathLst>
                <a:path w="41910" h="114935" extrusionOk="0">
                  <a:moveTo>
                    <a:pt x="41687" y="0"/>
                  </a:moveTo>
                  <a:lnTo>
                    <a:pt x="33337" y="0"/>
                  </a:lnTo>
                  <a:lnTo>
                    <a:pt x="30954" y="4762"/>
                  </a:lnTo>
                  <a:lnTo>
                    <a:pt x="15477" y="20320"/>
                  </a:lnTo>
                  <a:lnTo>
                    <a:pt x="8333" y="25082"/>
                  </a:lnTo>
                  <a:lnTo>
                    <a:pt x="0" y="28733"/>
                  </a:lnTo>
                  <a:lnTo>
                    <a:pt x="0" y="41751"/>
                  </a:lnTo>
                  <a:lnTo>
                    <a:pt x="4761" y="40640"/>
                  </a:lnTo>
                  <a:lnTo>
                    <a:pt x="9525" y="38258"/>
                  </a:lnTo>
                  <a:lnTo>
                    <a:pt x="15477" y="34607"/>
                  </a:lnTo>
                  <a:lnTo>
                    <a:pt x="20239" y="32226"/>
                  </a:lnTo>
                  <a:lnTo>
                    <a:pt x="25002" y="28733"/>
                  </a:lnTo>
                  <a:lnTo>
                    <a:pt x="28575" y="25082"/>
                  </a:lnTo>
                  <a:lnTo>
                    <a:pt x="28575" y="114458"/>
                  </a:lnTo>
                  <a:lnTo>
                    <a:pt x="41687" y="114458"/>
                  </a:lnTo>
                  <a:lnTo>
                    <a:pt x="41687"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304" name="Google Shape;2304;p102"/>
            <p:cNvPicPr preferRelativeResize="0"/>
            <p:nvPr/>
          </p:nvPicPr>
          <p:blipFill rotWithShape="1">
            <a:blip r:embed="rId20">
              <a:alphaModFix/>
            </a:blip>
            <a:srcRect/>
            <a:stretch/>
          </p:blipFill>
          <p:spPr>
            <a:xfrm>
              <a:off x="3210030" y="2803301"/>
              <a:ext cx="75025" cy="115570"/>
            </a:xfrm>
            <a:prstGeom prst="rect">
              <a:avLst/>
            </a:prstGeom>
            <a:noFill/>
            <a:ln>
              <a:noFill/>
            </a:ln>
          </p:spPr>
        </p:pic>
        <p:sp>
          <p:nvSpPr>
            <p:cNvPr id="2305" name="Google Shape;2305;p102"/>
            <p:cNvSpPr/>
            <p:nvPr/>
          </p:nvSpPr>
          <p:spPr>
            <a:xfrm>
              <a:off x="3305403" y="2766478"/>
              <a:ext cx="52705" cy="81280"/>
            </a:xfrm>
            <a:custGeom>
              <a:avLst/>
              <a:gdLst/>
              <a:ahLst/>
              <a:cxnLst/>
              <a:rect l="l" t="t" r="r" b="b"/>
              <a:pathLst>
                <a:path w="52704" h="81280" extrusionOk="0">
                  <a:moveTo>
                    <a:pt x="52298" y="46355"/>
                  </a:moveTo>
                  <a:lnTo>
                    <a:pt x="49911" y="40474"/>
                  </a:lnTo>
                  <a:lnTo>
                    <a:pt x="46253" y="36830"/>
                  </a:lnTo>
                  <a:lnTo>
                    <a:pt x="41567" y="32143"/>
                  </a:lnTo>
                  <a:lnTo>
                    <a:pt x="41567" y="48729"/>
                  </a:lnTo>
                  <a:lnTo>
                    <a:pt x="41567" y="60794"/>
                  </a:lnTo>
                  <a:lnTo>
                    <a:pt x="40373" y="64287"/>
                  </a:lnTo>
                  <a:lnTo>
                    <a:pt x="36804" y="67945"/>
                  </a:lnTo>
                  <a:lnTo>
                    <a:pt x="34417" y="71437"/>
                  </a:lnTo>
                  <a:lnTo>
                    <a:pt x="30848" y="72707"/>
                  </a:lnTo>
                  <a:lnTo>
                    <a:pt x="21323" y="72707"/>
                  </a:lnTo>
                  <a:lnTo>
                    <a:pt x="18935" y="70319"/>
                  </a:lnTo>
                  <a:lnTo>
                    <a:pt x="16560" y="69049"/>
                  </a:lnTo>
                  <a:lnTo>
                    <a:pt x="14173" y="66675"/>
                  </a:lnTo>
                  <a:lnTo>
                    <a:pt x="12992" y="63182"/>
                  </a:lnTo>
                  <a:lnTo>
                    <a:pt x="11798" y="60794"/>
                  </a:lnTo>
                  <a:lnTo>
                    <a:pt x="10604" y="57150"/>
                  </a:lnTo>
                  <a:lnTo>
                    <a:pt x="10604" y="48729"/>
                  </a:lnTo>
                  <a:lnTo>
                    <a:pt x="11798" y="45237"/>
                  </a:lnTo>
                  <a:lnTo>
                    <a:pt x="15367" y="41592"/>
                  </a:lnTo>
                  <a:lnTo>
                    <a:pt x="16992" y="39204"/>
                  </a:lnTo>
                  <a:lnTo>
                    <a:pt x="17754" y="38100"/>
                  </a:lnTo>
                  <a:lnTo>
                    <a:pt x="22517" y="36830"/>
                  </a:lnTo>
                  <a:lnTo>
                    <a:pt x="30848" y="36830"/>
                  </a:lnTo>
                  <a:lnTo>
                    <a:pt x="34417" y="38100"/>
                  </a:lnTo>
                  <a:lnTo>
                    <a:pt x="36804" y="41592"/>
                  </a:lnTo>
                  <a:lnTo>
                    <a:pt x="40373" y="45237"/>
                  </a:lnTo>
                  <a:lnTo>
                    <a:pt x="41567" y="48729"/>
                  </a:lnTo>
                  <a:lnTo>
                    <a:pt x="41567" y="32143"/>
                  </a:lnTo>
                  <a:lnTo>
                    <a:pt x="40373" y="30949"/>
                  </a:lnTo>
                  <a:lnTo>
                    <a:pt x="34417" y="28575"/>
                  </a:lnTo>
                  <a:lnTo>
                    <a:pt x="21323" y="28575"/>
                  </a:lnTo>
                  <a:lnTo>
                    <a:pt x="17754" y="30949"/>
                  </a:lnTo>
                  <a:lnTo>
                    <a:pt x="14173" y="32067"/>
                  </a:lnTo>
                  <a:lnTo>
                    <a:pt x="11798" y="35712"/>
                  </a:lnTo>
                  <a:lnTo>
                    <a:pt x="9410" y="39204"/>
                  </a:lnTo>
                  <a:lnTo>
                    <a:pt x="9410" y="30949"/>
                  </a:lnTo>
                  <a:lnTo>
                    <a:pt x="10604" y="24917"/>
                  </a:lnTo>
                  <a:lnTo>
                    <a:pt x="11798" y="20154"/>
                  </a:lnTo>
                  <a:lnTo>
                    <a:pt x="15367" y="13017"/>
                  </a:lnTo>
                  <a:lnTo>
                    <a:pt x="18935" y="10629"/>
                  </a:lnTo>
                  <a:lnTo>
                    <a:pt x="21323" y="8255"/>
                  </a:lnTo>
                  <a:lnTo>
                    <a:pt x="30848" y="8255"/>
                  </a:lnTo>
                  <a:lnTo>
                    <a:pt x="34417" y="9525"/>
                  </a:lnTo>
                  <a:lnTo>
                    <a:pt x="39179" y="14287"/>
                  </a:lnTo>
                  <a:lnTo>
                    <a:pt x="40373" y="16662"/>
                  </a:lnTo>
                  <a:lnTo>
                    <a:pt x="40373" y="20154"/>
                  </a:lnTo>
                  <a:lnTo>
                    <a:pt x="49911" y="19050"/>
                  </a:lnTo>
                  <a:lnTo>
                    <a:pt x="49911" y="13017"/>
                  </a:lnTo>
                  <a:lnTo>
                    <a:pt x="47510" y="8255"/>
                  </a:lnTo>
                  <a:lnTo>
                    <a:pt x="42748" y="4762"/>
                  </a:lnTo>
                  <a:lnTo>
                    <a:pt x="39179" y="1104"/>
                  </a:lnTo>
                  <a:lnTo>
                    <a:pt x="34417" y="0"/>
                  </a:lnTo>
                  <a:lnTo>
                    <a:pt x="18935" y="0"/>
                  </a:lnTo>
                  <a:lnTo>
                    <a:pt x="88" y="38100"/>
                  </a:lnTo>
                  <a:lnTo>
                    <a:pt x="0" y="45237"/>
                  </a:lnTo>
                  <a:lnTo>
                    <a:pt x="330" y="52235"/>
                  </a:lnTo>
                  <a:lnTo>
                    <a:pt x="18935" y="80962"/>
                  </a:lnTo>
                  <a:lnTo>
                    <a:pt x="32042" y="80962"/>
                  </a:lnTo>
                  <a:lnTo>
                    <a:pt x="35610" y="79844"/>
                  </a:lnTo>
                  <a:lnTo>
                    <a:pt x="39179" y="77470"/>
                  </a:lnTo>
                  <a:lnTo>
                    <a:pt x="43942" y="75082"/>
                  </a:lnTo>
                  <a:lnTo>
                    <a:pt x="46329" y="72707"/>
                  </a:lnTo>
                  <a:lnTo>
                    <a:pt x="51104" y="63182"/>
                  </a:lnTo>
                  <a:lnTo>
                    <a:pt x="52298" y="59524"/>
                  </a:lnTo>
                  <a:lnTo>
                    <a:pt x="52298" y="46355"/>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306" name="Google Shape;2306;p102"/>
          <p:cNvGrpSpPr/>
          <p:nvPr/>
        </p:nvGrpSpPr>
        <p:grpSpPr>
          <a:xfrm>
            <a:off x="2319822" y="3173190"/>
            <a:ext cx="225381" cy="151287"/>
            <a:chOff x="3132622" y="2436590"/>
            <a:chExt cx="225381" cy="151287"/>
          </a:xfrm>
        </p:grpSpPr>
        <p:sp>
          <p:nvSpPr>
            <p:cNvPr id="2307" name="Google Shape;2307;p102"/>
            <p:cNvSpPr/>
            <p:nvPr/>
          </p:nvSpPr>
          <p:spPr>
            <a:xfrm>
              <a:off x="3132622" y="2472307"/>
              <a:ext cx="41910" cy="113664"/>
            </a:xfrm>
            <a:custGeom>
              <a:avLst/>
              <a:gdLst/>
              <a:ahLst/>
              <a:cxnLst/>
              <a:rect l="l" t="t" r="r" b="b"/>
              <a:pathLst>
                <a:path w="41910" h="113664" extrusionOk="0">
                  <a:moveTo>
                    <a:pt x="41687" y="0"/>
                  </a:moveTo>
                  <a:lnTo>
                    <a:pt x="33337" y="0"/>
                  </a:lnTo>
                  <a:lnTo>
                    <a:pt x="30954" y="4762"/>
                  </a:lnTo>
                  <a:lnTo>
                    <a:pt x="26193" y="9525"/>
                  </a:lnTo>
                  <a:lnTo>
                    <a:pt x="20239" y="14287"/>
                  </a:lnTo>
                  <a:lnTo>
                    <a:pt x="15477" y="20161"/>
                  </a:lnTo>
                  <a:lnTo>
                    <a:pt x="8333" y="24923"/>
                  </a:lnTo>
                  <a:lnTo>
                    <a:pt x="0" y="28573"/>
                  </a:lnTo>
                  <a:lnTo>
                    <a:pt x="0" y="41592"/>
                  </a:lnTo>
                  <a:lnTo>
                    <a:pt x="4761" y="40481"/>
                  </a:lnTo>
                  <a:lnTo>
                    <a:pt x="9525" y="38100"/>
                  </a:lnTo>
                  <a:lnTo>
                    <a:pt x="15477" y="34448"/>
                  </a:lnTo>
                  <a:lnTo>
                    <a:pt x="25002" y="27303"/>
                  </a:lnTo>
                  <a:lnTo>
                    <a:pt x="28575" y="24923"/>
                  </a:lnTo>
                  <a:lnTo>
                    <a:pt x="28575" y="113188"/>
                  </a:lnTo>
                  <a:lnTo>
                    <a:pt x="41687" y="113188"/>
                  </a:lnTo>
                  <a:lnTo>
                    <a:pt x="41687"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308" name="Google Shape;2308;p102"/>
            <p:cNvPicPr preferRelativeResize="0"/>
            <p:nvPr/>
          </p:nvPicPr>
          <p:blipFill rotWithShape="1">
            <a:blip r:embed="rId21">
              <a:alphaModFix/>
            </a:blip>
            <a:srcRect/>
            <a:stretch/>
          </p:blipFill>
          <p:spPr>
            <a:xfrm>
              <a:off x="3210030" y="2472307"/>
              <a:ext cx="75025" cy="115570"/>
            </a:xfrm>
            <a:prstGeom prst="rect">
              <a:avLst/>
            </a:prstGeom>
            <a:noFill/>
            <a:ln>
              <a:noFill/>
            </a:ln>
          </p:spPr>
        </p:pic>
        <p:sp>
          <p:nvSpPr>
            <p:cNvPr id="2309" name="Google Shape;2309;p102"/>
            <p:cNvSpPr/>
            <p:nvPr/>
          </p:nvSpPr>
          <p:spPr>
            <a:xfrm>
              <a:off x="3305298" y="2436590"/>
              <a:ext cx="52705" cy="78740"/>
            </a:xfrm>
            <a:custGeom>
              <a:avLst/>
              <a:gdLst/>
              <a:ahLst/>
              <a:cxnLst/>
              <a:rect l="l" t="t" r="r" b="b"/>
              <a:pathLst>
                <a:path w="52704" h="78739" extrusionOk="0">
                  <a:moveTo>
                    <a:pt x="52405" y="0"/>
                  </a:moveTo>
                  <a:lnTo>
                    <a:pt x="0" y="0"/>
                  </a:lnTo>
                  <a:lnTo>
                    <a:pt x="0" y="9525"/>
                  </a:lnTo>
                  <a:lnTo>
                    <a:pt x="39291" y="9525"/>
                  </a:lnTo>
                  <a:lnTo>
                    <a:pt x="34528" y="14287"/>
                  </a:lnTo>
                  <a:lnTo>
                    <a:pt x="17468" y="48952"/>
                  </a:lnTo>
                  <a:lnTo>
                    <a:pt x="11906" y="71437"/>
                  </a:lnTo>
                  <a:lnTo>
                    <a:pt x="11906" y="78581"/>
                  </a:lnTo>
                  <a:lnTo>
                    <a:pt x="21431" y="78581"/>
                  </a:lnTo>
                  <a:lnTo>
                    <a:pt x="22622" y="70167"/>
                  </a:lnTo>
                  <a:lnTo>
                    <a:pt x="25003" y="55880"/>
                  </a:lnTo>
                  <a:lnTo>
                    <a:pt x="44204" y="16906"/>
                  </a:lnTo>
                  <a:lnTo>
                    <a:pt x="52405" y="7142"/>
                  </a:lnTo>
                  <a:lnTo>
                    <a:pt x="52405"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310" name="Google Shape;2310;p102"/>
          <p:cNvGrpSpPr/>
          <p:nvPr/>
        </p:nvGrpSpPr>
        <p:grpSpPr>
          <a:xfrm>
            <a:off x="2319822" y="2843313"/>
            <a:ext cx="225372" cy="152392"/>
            <a:chOff x="3132622" y="2106713"/>
            <a:chExt cx="225372" cy="152392"/>
          </a:xfrm>
        </p:grpSpPr>
        <p:sp>
          <p:nvSpPr>
            <p:cNvPr id="2311" name="Google Shape;2311;p102"/>
            <p:cNvSpPr/>
            <p:nvPr/>
          </p:nvSpPr>
          <p:spPr>
            <a:xfrm>
              <a:off x="3132622" y="2143536"/>
              <a:ext cx="41910" cy="114935"/>
            </a:xfrm>
            <a:custGeom>
              <a:avLst/>
              <a:gdLst/>
              <a:ahLst/>
              <a:cxnLst/>
              <a:rect l="l" t="t" r="r" b="b"/>
              <a:pathLst>
                <a:path w="41910" h="114935" extrusionOk="0">
                  <a:moveTo>
                    <a:pt x="41687" y="0"/>
                  </a:moveTo>
                  <a:lnTo>
                    <a:pt x="33337" y="0"/>
                  </a:lnTo>
                  <a:lnTo>
                    <a:pt x="30954" y="4762"/>
                  </a:lnTo>
                  <a:lnTo>
                    <a:pt x="26193" y="9525"/>
                  </a:lnTo>
                  <a:lnTo>
                    <a:pt x="20239" y="14287"/>
                  </a:lnTo>
                  <a:lnTo>
                    <a:pt x="15477" y="20319"/>
                  </a:lnTo>
                  <a:lnTo>
                    <a:pt x="8333" y="25082"/>
                  </a:lnTo>
                  <a:lnTo>
                    <a:pt x="0" y="28575"/>
                  </a:lnTo>
                  <a:lnTo>
                    <a:pt x="0" y="41751"/>
                  </a:lnTo>
                  <a:lnTo>
                    <a:pt x="4761" y="40481"/>
                  </a:lnTo>
                  <a:lnTo>
                    <a:pt x="9525" y="38100"/>
                  </a:lnTo>
                  <a:lnTo>
                    <a:pt x="15477" y="34607"/>
                  </a:lnTo>
                  <a:lnTo>
                    <a:pt x="20239" y="30956"/>
                  </a:lnTo>
                  <a:lnTo>
                    <a:pt x="25002" y="28575"/>
                  </a:lnTo>
                  <a:lnTo>
                    <a:pt x="28575" y="25082"/>
                  </a:lnTo>
                  <a:lnTo>
                    <a:pt x="28575" y="114458"/>
                  </a:lnTo>
                  <a:lnTo>
                    <a:pt x="41687" y="114458"/>
                  </a:lnTo>
                  <a:lnTo>
                    <a:pt x="41687"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312" name="Google Shape;2312;p102"/>
            <p:cNvPicPr preferRelativeResize="0"/>
            <p:nvPr/>
          </p:nvPicPr>
          <p:blipFill rotWithShape="1">
            <a:blip r:embed="rId22">
              <a:alphaModFix/>
            </a:blip>
            <a:srcRect/>
            <a:stretch/>
          </p:blipFill>
          <p:spPr>
            <a:xfrm>
              <a:off x="3210030" y="2143536"/>
              <a:ext cx="75025" cy="115569"/>
            </a:xfrm>
            <a:prstGeom prst="rect">
              <a:avLst/>
            </a:prstGeom>
            <a:noFill/>
            <a:ln>
              <a:noFill/>
            </a:ln>
          </p:spPr>
        </p:pic>
        <p:sp>
          <p:nvSpPr>
            <p:cNvPr id="2313" name="Google Shape;2313;p102"/>
            <p:cNvSpPr/>
            <p:nvPr/>
          </p:nvSpPr>
          <p:spPr>
            <a:xfrm>
              <a:off x="3305289" y="2106713"/>
              <a:ext cx="52705" cy="81280"/>
            </a:xfrm>
            <a:custGeom>
              <a:avLst/>
              <a:gdLst/>
              <a:ahLst/>
              <a:cxnLst/>
              <a:rect l="l" t="t" r="r" b="b"/>
              <a:pathLst>
                <a:path w="52704" h="81280" extrusionOk="0">
                  <a:moveTo>
                    <a:pt x="52412" y="52387"/>
                  </a:moveTo>
                  <a:lnTo>
                    <a:pt x="51219" y="47625"/>
                  </a:lnTo>
                  <a:lnTo>
                    <a:pt x="48831" y="43967"/>
                  </a:lnTo>
                  <a:lnTo>
                    <a:pt x="45250" y="40474"/>
                  </a:lnTo>
                  <a:lnTo>
                    <a:pt x="41681" y="38100"/>
                  </a:lnTo>
                  <a:lnTo>
                    <a:pt x="41681" y="52387"/>
                  </a:lnTo>
                  <a:lnTo>
                    <a:pt x="41681" y="61912"/>
                  </a:lnTo>
                  <a:lnTo>
                    <a:pt x="40487" y="65405"/>
                  </a:lnTo>
                  <a:lnTo>
                    <a:pt x="34531" y="71437"/>
                  </a:lnTo>
                  <a:lnTo>
                    <a:pt x="30962" y="72542"/>
                  </a:lnTo>
                  <a:lnTo>
                    <a:pt x="20243" y="72542"/>
                  </a:lnTo>
                  <a:lnTo>
                    <a:pt x="17856" y="70167"/>
                  </a:lnTo>
                  <a:lnTo>
                    <a:pt x="15481" y="69049"/>
                  </a:lnTo>
                  <a:lnTo>
                    <a:pt x="13106" y="66675"/>
                  </a:lnTo>
                  <a:lnTo>
                    <a:pt x="9525" y="59524"/>
                  </a:lnTo>
                  <a:lnTo>
                    <a:pt x="9525" y="52387"/>
                  </a:lnTo>
                  <a:lnTo>
                    <a:pt x="10718" y="48729"/>
                  </a:lnTo>
                  <a:lnTo>
                    <a:pt x="14287" y="45237"/>
                  </a:lnTo>
                  <a:lnTo>
                    <a:pt x="16675" y="41592"/>
                  </a:lnTo>
                  <a:lnTo>
                    <a:pt x="21437" y="40474"/>
                  </a:lnTo>
                  <a:lnTo>
                    <a:pt x="30962" y="40474"/>
                  </a:lnTo>
                  <a:lnTo>
                    <a:pt x="34531" y="41592"/>
                  </a:lnTo>
                  <a:lnTo>
                    <a:pt x="36918" y="45237"/>
                  </a:lnTo>
                  <a:lnTo>
                    <a:pt x="40487" y="48729"/>
                  </a:lnTo>
                  <a:lnTo>
                    <a:pt x="41681" y="52387"/>
                  </a:lnTo>
                  <a:lnTo>
                    <a:pt x="41681" y="38100"/>
                  </a:lnTo>
                  <a:lnTo>
                    <a:pt x="36918" y="36830"/>
                  </a:lnTo>
                  <a:lnTo>
                    <a:pt x="44056" y="33337"/>
                  </a:lnTo>
                  <a:lnTo>
                    <a:pt x="44881" y="32067"/>
                  </a:lnTo>
                  <a:lnTo>
                    <a:pt x="46443" y="29679"/>
                  </a:lnTo>
                  <a:lnTo>
                    <a:pt x="47625" y="27305"/>
                  </a:lnTo>
                  <a:lnTo>
                    <a:pt x="48831" y="23812"/>
                  </a:lnTo>
                  <a:lnTo>
                    <a:pt x="48831" y="14287"/>
                  </a:lnTo>
                  <a:lnTo>
                    <a:pt x="46443" y="9525"/>
                  </a:lnTo>
                  <a:lnTo>
                    <a:pt x="44107" y="7137"/>
                  </a:lnTo>
                  <a:lnTo>
                    <a:pt x="39293" y="2311"/>
                  </a:lnTo>
                  <a:lnTo>
                    <a:pt x="39293" y="16662"/>
                  </a:lnTo>
                  <a:lnTo>
                    <a:pt x="39293" y="23812"/>
                  </a:lnTo>
                  <a:lnTo>
                    <a:pt x="38100" y="26187"/>
                  </a:lnTo>
                  <a:lnTo>
                    <a:pt x="33337" y="30949"/>
                  </a:lnTo>
                  <a:lnTo>
                    <a:pt x="29768" y="32067"/>
                  </a:lnTo>
                  <a:lnTo>
                    <a:pt x="22631" y="32067"/>
                  </a:lnTo>
                  <a:lnTo>
                    <a:pt x="19050" y="30949"/>
                  </a:lnTo>
                  <a:lnTo>
                    <a:pt x="14287" y="26187"/>
                  </a:lnTo>
                  <a:lnTo>
                    <a:pt x="13106" y="23812"/>
                  </a:lnTo>
                  <a:lnTo>
                    <a:pt x="13106" y="16662"/>
                  </a:lnTo>
                  <a:lnTo>
                    <a:pt x="14287" y="14287"/>
                  </a:lnTo>
                  <a:lnTo>
                    <a:pt x="16675" y="10629"/>
                  </a:lnTo>
                  <a:lnTo>
                    <a:pt x="19050" y="8255"/>
                  </a:lnTo>
                  <a:lnTo>
                    <a:pt x="22631" y="7137"/>
                  </a:lnTo>
                  <a:lnTo>
                    <a:pt x="29768" y="7137"/>
                  </a:lnTo>
                  <a:lnTo>
                    <a:pt x="32156" y="8255"/>
                  </a:lnTo>
                  <a:lnTo>
                    <a:pt x="38100" y="14287"/>
                  </a:lnTo>
                  <a:lnTo>
                    <a:pt x="39293" y="16662"/>
                  </a:lnTo>
                  <a:lnTo>
                    <a:pt x="39293" y="2311"/>
                  </a:lnTo>
                  <a:lnTo>
                    <a:pt x="38100" y="1104"/>
                  </a:lnTo>
                  <a:lnTo>
                    <a:pt x="32156" y="0"/>
                  </a:lnTo>
                  <a:lnTo>
                    <a:pt x="19050" y="0"/>
                  </a:lnTo>
                  <a:lnTo>
                    <a:pt x="13106" y="1104"/>
                  </a:lnTo>
                  <a:lnTo>
                    <a:pt x="9525" y="5867"/>
                  </a:lnTo>
                  <a:lnTo>
                    <a:pt x="4762" y="9525"/>
                  </a:lnTo>
                  <a:lnTo>
                    <a:pt x="2387" y="14287"/>
                  </a:lnTo>
                  <a:lnTo>
                    <a:pt x="2387" y="23812"/>
                  </a:lnTo>
                  <a:lnTo>
                    <a:pt x="3568" y="27305"/>
                  </a:lnTo>
                  <a:lnTo>
                    <a:pt x="5956" y="29679"/>
                  </a:lnTo>
                  <a:lnTo>
                    <a:pt x="8331" y="33337"/>
                  </a:lnTo>
                  <a:lnTo>
                    <a:pt x="15481" y="36830"/>
                  </a:lnTo>
                  <a:lnTo>
                    <a:pt x="9525" y="38100"/>
                  </a:lnTo>
                  <a:lnTo>
                    <a:pt x="5956" y="40474"/>
                  </a:lnTo>
                  <a:lnTo>
                    <a:pt x="1193" y="47625"/>
                  </a:lnTo>
                  <a:lnTo>
                    <a:pt x="0" y="51117"/>
                  </a:lnTo>
                  <a:lnTo>
                    <a:pt x="0" y="63017"/>
                  </a:lnTo>
                  <a:lnTo>
                    <a:pt x="2387" y="69049"/>
                  </a:lnTo>
                  <a:lnTo>
                    <a:pt x="11912" y="78574"/>
                  </a:lnTo>
                  <a:lnTo>
                    <a:pt x="17856" y="80962"/>
                  </a:lnTo>
                  <a:lnTo>
                    <a:pt x="33337" y="80962"/>
                  </a:lnTo>
                  <a:lnTo>
                    <a:pt x="40487" y="78574"/>
                  </a:lnTo>
                  <a:lnTo>
                    <a:pt x="46532" y="72542"/>
                  </a:lnTo>
                  <a:lnTo>
                    <a:pt x="50025" y="69049"/>
                  </a:lnTo>
                  <a:lnTo>
                    <a:pt x="52412" y="63017"/>
                  </a:lnTo>
                  <a:lnTo>
                    <a:pt x="52412" y="52387"/>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314" name="Google Shape;2314;p102"/>
          <p:cNvGrpSpPr/>
          <p:nvPr/>
        </p:nvGrpSpPr>
        <p:grpSpPr>
          <a:xfrm>
            <a:off x="2319822" y="2513431"/>
            <a:ext cx="225372" cy="152394"/>
            <a:chOff x="3132622" y="1776831"/>
            <a:chExt cx="225372" cy="152394"/>
          </a:xfrm>
        </p:grpSpPr>
        <p:sp>
          <p:nvSpPr>
            <p:cNvPr id="2315" name="Google Shape;2315;p102"/>
            <p:cNvSpPr/>
            <p:nvPr/>
          </p:nvSpPr>
          <p:spPr>
            <a:xfrm>
              <a:off x="3132622" y="1813655"/>
              <a:ext cx="41910" cy="113664"/>
            </a:xfrm>
            <a:custGeom>
              <a:avLst/>
              <a:gdLst/>
              <a:ahLst/>
              <a:cxnLst/>
              <a:rect l="l" t="t" r="r" b="b"/>
              <a:pathLst>
                <a:path w="41910" h="113664" extrusionOk="0">
                  <a:moveTo>
                    <a:pt x="41687" y="0"/>
                  </a:moveTo>
                  <a:lnTo>
                    <a:pt x="33337" y="0"/>
                  </a:lnTo>
                  <a:lnTo>
                    <a:pt x="30954" y="4761"/>
                  </a:lnTo>
                  <a:lnTo>
                    <a:pt x="26193" y="9525"/>
                  </a:lnTo>
                  <a:lnTo>
                    <a:pt x="20239" y="14286"/>
                  </a:lnTo>
                  <a:lnTo>
                    <a:pt x="15477" y="20320"/>
                  </a:lnTo>
                  <a:lnTo>
                    <a:pt x="8333" y="23811"/>
                  </a:lnTo>
                  <a:lnTo>
                    <a:pt x="0" y="28575"/>
                  </a:lnTo>
                  <a:lnTo>
                    <a:pt x="0" y="41751"/>
                  </a:lnTo>
                  <a:lnTo>
                    <a:pt x="4761" y="40481"/>
                  </a:lnTo>
                  <a:lnTo>
                    <a:pt x="9525" y="38100"/>
                  </a:lnTo>
                  <a:lnTo>
                    <a:pt x="15477" y="34606"/>
                  </a:lnTo>
                  <a:lnTo>
                    <a:pt x="20239" y="30956"/>
                  </a:lnTo>
                  <a:lnTo>
                    <a:pt x="28575" y="25081"/>
                  </a:lnTo>
                  <a:lnTo>
                    <a:pt x="28575" y="113187"/>
                  </a:lnTo>
                  <a:lnTo>
                    <a:pt x="41687" y="113187"/>
                  </a:lnTo>
                  <a:lnTo>
                    <a:pt x="41687"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316" name="Google Shape;2316;p102"/>
            <p:cNvPicPr preferRelativeResize="0"/>
            <p:nvPr/>
          </p:nvPicPr>
          <p:blipFill rotWithShape="1">
            <a:blip r:embed="rId23">
              <a:alphaModFix/>
            </a:blip>
            <a:srcRect/>
            <a:stretch/>
          </p:blipFill>
          <p:spPr>
            <a:xfrm>
              <a:off x="3210030" y="1813655"/>
              <a:ext cx="75025" cy="115570"/>
            </a:xfrm>
            <a:prstGeom prst="rect">
              <a:avLst/>
            </a:prstGeom>
            <a:noFill/>
            <a:ln>
              <a:noFill/>
            </a:ln>
          </p:spPr>
        </p:pic>
        <p:sp>
          <p:nvSpPr>
            <p:cNvPr id="2317" name="Google Shape;2317;p102"/>
            <p:cNvSpPr/>
            <p:nvPr/>
          </p:nvSpPr>
          <p:spPr>
            <a:xfrm>
              <a:off x="3305289" y="1776831"/>
              <a:ext cx="52705" cy="81280"/>
            </a:xfrm>
            <a:custGeom>
              <a:avLst/>
              <a:gdLst/>
              <a:ahLst/>
              <a:cxnLst/>
              <a:rect l="l" t="t" r="r" b="b"/>
              <a:pathLst>
                <a:path w="52704" h="81280" extrusionOk="0">
                  <a:moveTo>
                    <a:pt x="52412" y="28575"/>
                  </a:moveTo>
                  <a:lnTo>
                    <a:pt x="51219" y="20154"/>
                  </a:lnTo>
                  <a:lnTo>
                    <a:pt x="46443" y="10629"/>
                  </a:lnTo>
                  <a:lnTo>
                    <a:pt x="43815" y="7137"/>
                  </a:lnTo>
                  <a:lnTo>
                    <a:pt x="42862" y="5867"/>
                  </a:lnTo>
                  <a:lnTo>
                    <a:pt x="41681" y="5092"/>
                  </a:lnTo>
                  <a:lnTo>
                    <a:pt x="41681" y="20154"/>
                  </a:lnTo>
                  <a:lnTo>
                    <a:pt x="41681" y="30949"/>
                  </a:lnTo>
                  <a:lnTo>
                    <a:pt x="39293" y="35712"/>
                  </a:lnTo>
                  <a:lnTo>
                    <a:pt x="36918" y="39204"/>
                  </a:lnTo>
                  <a:lnTo>
                    <a:pt x="34531" y="41592"/>
                  </a:lnTo>
                  <a:lnTo>
                    <a:pt x="29768" y="43967"/>
                  </a:lnTo>
                  <a:lnTo>
                    <a:pt x="21437" y="43967"/>
                  </a:lnTo>
                  <a:lnTo>
                    <a:pt x="14287" y="39204"/>
                  </a:lnTo>
                  <a:lnTo>
                    <a:pt x="9525" y="32067"/>
                  </a:lnTo>
                  <a:lnTo>
                    <a:pt x="9525" y="21424"/>
                  </a:lnTo>
                  <a:lnTo>
                    <a:pt x="11912" y="16662"/>
                  </a:lnTo>
                  <a:lnTo>
                    <a:pt x="14287" y="13017"/>
                  </a:lnTo>
                  <a:lnTo>
                    <a:pt x="17856" y="9525"/>
                  </a:lnTo>
                  <a:lnTo>
                    <a:pt x="21437" y="7137"/>
                  </a:lnTo>
                  <a:lnTo>
                    <a:pt x="29768" y="7137"/>
                  </a:lnTo>
                  <a:lnTo>
                    <a:pt x="33337" y="9525"/>
                  </a:lnTo>
                  <a:lnTo>
                    <a:pt x="39293" y="15392"/>
                  </a:lnTo>
                  <a:lnTo>
                    <a:pt x="41681" y="20154"/>
                  </a:lnTo>
                  <a:lnTo>
                    <a:pt x="41681" y="5092"/>
                  </a:lnTo>
                  <a:lnTo>
                    <a:pt x="39293" y="3492"/>
                  </a:lnTo>
                  <a:lnTo>
                    <a:pt x="34531" y="1104"/>
                  </a:lnTo>
                  <a:lnTo>
                    <a:pt x="29768" y="0"/>
                  </a:lnTo>
                  <a:lnTo>
                    <a:pt x="17856" y="0"/>
                  </a:lnTo>
                  <a:lnTo>
                    <a:pt x="11912" y="2374"/>
                  </a:lnTo>
                  <a:lnTo>
                    <a:pt x="2387" y="11899"/>
                  </a:lnTo>
                  <a:lnTo>
                    <a:pt x="0" y="17780"/>
                  </a:lnTo>
                  <a:lnTo>
                    <a:pt x="0" y="34442"/>
                  </a:lnTo>
                  <a:lnTo>
                    <a:pt x="2387" y="40474"/>
                  </a:lnTo>
                  <a:lnTo>
                    <a:pt x="7150" y="45237"/>
                  </a:lnTo>
                  <a:lnTo>
                    <a:pt x="10718" y="49999"/>
                  </a:lnTo>
                  <a:lnTo>
                    <a:pt x="16675" y="52387"/>
                  </a:lnTo>
                  <a:lnTo>
                    <a:pt x="27393" y="52387"/>
                  </a:lnTo>
                  <a:lnTo>
                    <a:pt x="30962" y="51117"/>
                  </a:lnTo>
                  <a:lnTo>
                    <a:pt x="34531" y="49999"/>
                  </a:lnTo>
                  <a:lnTo>
                    <a:pt x="38100" y="47625"/>
                  </a:lnTo>
                  <a:lnTo>
                    <a:pt x="40487" y="45237"/>
                  </a:lnTo>
                  <a:lnTo>
                    <a:pt x="41313" y="43967"/>
                  </a:lnTo>
                  <a:lnTo>
                    <a:pt x="42862" y="41592"/>
                  </a:lnTo>
                  <a:lnTo>
                    <a:pt x="42862" y="47625"/>
                  </a:lnTo>
                  <a:lnTo>
                    <a:pt x="41681" y="52387"/>
                  </a:lnTo>
                  <a:lnTo>
                    <a:pt x="40487" y="55880"/>
                  </a:lnTo>
                  <a:lnTo>
                    <a:pt x="40487" y="59524"/>
                  </a:lnTo>
                  <a:lnTo>
                    <a:pt x="39293" y="63017"/>
                  </a:lnTo>
                  <a:lnTo>
                    <a:pt x="36918" y="65405"/>
                  </a:lnTo>
                  <a:lnTo>
                    <a:pt x="35725" y="67779"/>
                  </a:lnTo>
                  <a:lnTo>
                    <a:pt x="33337" y="69049"/>
                  </a:lnTo>
                  <a:lnTo>
                    <a:pt x="32156" y="70167"/>
                  </a:lnTo>
                  <a:lnTo>
                    <a:pt x="29768" y="72542"/>
                  </a:lnTo>
                  <a:lnTo>
                    <a:pt x="20243" y="72542"/>
                  </a:lnTo>
                  <a:lnTo>
                    <a:pt x="17856" y="71437"/>
                  </a:lnTo>
                  <a:lnTo>
                    <a:pt x="15481" y="70167"/>
                  </a:lnTo>
                  <a:lnTo>
                    <a:pt x="13106" y="67779"/>
                  </a:lnTo>
                  <a:lnTo>
                    <a:pt x="10718" y="60642"/>
                  </a:lnTo>
                  <a:lnTo>
                    <a:pt x="1193" y="60642"/>
                  </a:lnTo>
                  <a:lnTo>
                    <a:pt x="2387" y="66675"/>
                  </a:lnTo>
                  <a:lnTo>
                    <a:pt x="4762" y="72542"/>
                  </a:lnTo>
                  <a:lnTo>
                    <a:pt x="8331" y="74930"/>
                  </a:lnTo>
                  <a:lnTo>
                    <a:pt x="11912" y="78574"/>
                  </a:lnTo>
                  <a:lnTo>
                    <a:pt x="17856" y="80962"/>
                  </a:lnTo>
                  <a:lnTo>
                    <a:pt x="29768" y="80962"/>
                  </a:lnTo>
                  <a:lnTo>
                    <a:pt x="52412" y="47625"/>
                  </a:lnTo>
                  <a:lnTo>
                    <a:pt x="52412" y="41592"/>
                  </a:lnTo>
                  <a:lnTo>
                    <a:pt x="52412" y="28575"/>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2318" name="Google Shape;2318;p102"/>
          <p:cNvSpPr/>
          <p:nvPr/>
        </p:nvSpPr>
        <p:spPr>
          <a:xfrm>
            <a:off x="1662138" y="3940746"/>
            <a:ext cx="161290" cy="643255"/>
          </a:xfrm>
          <a:custGeom>
            <a:avLst/>
            <a:gdLst/>
            <a:ahLst/>
            <a:cxnLst/>
            <a:rect l="l" t="t" r="r" b="b"/>
            <a:pathLst>
              <a:path w="161289" h="643254" extrusionOk="0">
                <a:moveTo>
                  <a:pt x="125031" y="526415"/>
                </a:moveTo>
                <a:lnTo>
                  <a:pt x="72644" y="547839"/>
                </a:lnTo>
                <a:lnTo>
                  <a:pt x="72644" y="564515"/>
                </a:lnTo>
                <a:lnTo>
                  <a:pt x="72644" y="607377"/>
                </a:lnTo>
                <a:lnTo>
                  <a:pt x="36906" y="593090"/>
                </a:lnTo>
                <a:lnTo>
                  <a:pt x="20231" y="588327"/>
                </a:lnTo>
                <a:lnTo>
                  <a:pt x="13106" y="587057"/>
                </a:lnTo>
                <a:lnTo>
                  <a:pt x="18173" y="585241"/>
                </a:lnTo>
                <a:lnTo>
                  <a:pt x="24257" y="583196"/>
                </a:lnTo>
                <a:lnTo>
                  <a:pt x="31013" y="580707"/>
                </a:lnTo>
                <a:lnTo>
                  <a:pt x="38100" y="577532"/>
                </a:lnTo>
                <a:lnTo>
                  <a:pt x="72644" y="564515"/>
                </a:lnTo>
                <a:lnTo>
                  <a:pt x="72644" y="547839"/>
                </a:lnTo>
                <a:lnTo>
                  <a:pt x="0" y="577532"/>
                </a:lnTo>
                <a:lnTo>
                  <a:pt x="0" y="595477"/>
                </a:lnTo>
                <a:lnTo>
                  <a:pt x="125031" y="643102"/>
                </a:lnTo>
                <a:lnTo>
                  <a:pt x="125031" y="625157"/>
                </a:lnTo>
                <a:lnTo>
                  <a:pt x="86931" y="612140"/>
                </a:lnTo>
                <a:lnTo>
                  <a:pt x="86931" y="607377"/>
                </a:lnTo>
                <a:lnTo>
                  <a:pt x="86931" y="559752"/>
                </a:lnTo>
                <a:lnTo>
                  <a:pt x="125031" y="545465"/>
                </a:lnTo>
                <a:lnTo>
                  <a:pt x="125031" y="526415"/>
                </a:lnTo>
                <a:close/>
              </a:path>
              <a:path w="161289" h="643254" extrusionOk="0">
                <a:moveTo>
                  <a:pt x="125031" y="475145"/>
                </a:moveTo>
                <a:lnTo>
                  <a:pt x="33337" y="441807"/>
                </a:lnTo>
                <a:lnTo>
                  <a:pt x="33337" y="457365"/>
                </a:lnTo>
                <a:lnTo>
                  <a:pt x="89319" y="477520"/>
                </a:lnTo>
                <a:lnTo>
                  <a:pt x="96456" y="479907"/>
                </a:lnTo>
                <a:lnTo>
                  <a:pt x="105981" y="482282"/>
                </a:lnTo>
                <a:lnTo>
                  <a:pt x="94081" y="487045"/>
                </a:lnTo>
                <a:lnTo>
                  <a:pt x="88125" y="488315"/>
                </a:lnTo>
                <a:lnTo>
                  <a:pt x="33337" y="508482"/>
                </a:lnTo>
                <a:lnTo>
                  <a:pt x="33337" y="524040"/>
                </a:lnTo>
                <a:lnTo>
                  <a:pt x="125031" y="489432"/>
                </a:lnTo>
                <a:lnTo>
                  <a:pt x="125031" y="475145"/>
                </a:lnTo>
                <a:close/>
              </a:path>
              <a:path w="161289" h="643254" extrusionOk="0">
                <a:moveTo>
                  <a:pt x="125031" y="315595"/>
                </a:moveTo>
                <a:lnTo>
                  <a:pt x="70269" y="315595"/>
                </a:lnTo>
                <a:lnTo>
                  <a:pt x="59550" y="313220"/>
                </a:lnTo>
                <a:lnTo>
                  <a:pt x="55981" y="311950"/>
                </a:lnTo>
                <a:lnTo>
                  <a:pt x="52387" y="309562"/>
                </a:lnTo>
                <a:lnTo>
                  <a:pt x="51206" y="307187"/>
                </a:lnTo>
                <a:lnTo>
                  <a:pt x="48818" y="304800"/>
                </a:lnTo>
                <a:lnTo>
                  <a:pt x="47625" y="301307"/>
                </a:lnTo>
                <a:lnTo>
                  <a:pt x="47625" y="294170"/>
                </a:lnTo>
                <a:lnTo>
                  <a:pt x="48818" y="290512"/>
                </a:lnTo>
                <a:lnTo>
                  <a:pt x="51206" y="287020"/>
                </a:lnTo>
                <a:lnTo>
                  <a:pt x="36906" y="280987"/>
                </a:lnTo>
                <a:lnTo>
                  <a:pt x="33337" y="287020"/>
                </a:lnTo>
                <a:lnTo>
                  <a:pt x="32156" y="291782"/>
                </a:lnTo>
                <a:lnTo>
                  <a:pt x="32156" y="301307"/>
                </a:lnTo>
                <a:lnTo>
                  <a:pt x="33337" y="303695"/>
                </a:lnTo>
                <a:lnTo>
                  <a:pt x="34531" y="307187"/>
                </a:lnTo>
                <a:lnTo>
                  <a:pt x="36906" y="310832"/>
                </a:lnTo>
                <a:lnTo>
                  <a:pt x="41681" y="313220"/>
                </a:lnTo>
                <a:lnTo>
                  <a:pt x="47625" y="316712"/>
                </a:lnTo>
                <a:lnTo>
                  <a:pt x="33337" y="316712"/>
                </a:lnTo>
                <a:lnTo>
                  <a:pt x="33337" y="331000"/>
                </a:lnTo>
                <a:lnTo>
                  <a:pt x="125031" y="331000"/>
                </a:lnTo>
                <a:lnTo>
                  <a:pt x="125031" y="315595"/>
                </a:lnTo>
                <a:close/>
              </a:path>
              <a:path w="161289" h="643254" extrusionOk="0">
                <a:moveTo>
                  <a:pt x="126225" y="389420"/>
                </a:moveTo>
                <a:lnTo>
                  <a:pt x="107175" y="352425"/>
                </a:lnTo>
                <a:lnTo>
                  <a:pt x="97650" y="350050"/>
                </a:lnTo>
                <a:lnTo>
                  <a:pt x="95275" y="365607"/>
                </a:lnTo>
                <a:lnTo>
                  <a:pt x="102412" y="367982"/>
                </a:lnTo>
                <a:lnTo>
                  <a:pt x="107175" y="371475"/>
                </a:lnTo>
                <a:lnTo>
                  <a:pt x="109562" y="375132"/>
                </a:lnTo>
                <a:lnTo>
                  <a:pt x="111937" y="378625"/>
                </a:lnTo>
                <a:lnTo>
                  <a:pt x="114325" y="383387"/>
                </a:lnTo>
                <a:lnTo>
                  <a:pt x="114325" y="397675"/>
                </a:lnTo>
                <a:lnTo>
                  <a:pt x="110744" y="403707"/>
                </a:lnTo>
                <a:lnTo>
                  <a:pt x="101219" y="413232"/>
                </a:lnTo>
                <a:lnTo>
                  <a:pt x="92887" y="416877"/>
                </a:lnTo>
                <a:lnTo>
                  <a:pt x="83362" y="416877"/>
                </a:lnTo>
                <a:lnTo>
                  <a:pt x="83362" y="415607"/>
                </a:lnTo>
                <a:lnTo>
                  <a:pt x="83362" y="348932"/>
                </a:lnTo>
                <a:lnTo>
                  <a:pt x="78600" y="348932"/>
                </a:lnTo>
                <a:lnTo>
                  <a:pt x="70269" y="349643"/>
                </a:lnTo>
                <a:lnTo>
                  <a:pt x="70269" y="365607"/>
                </a:lnTo>
                <a:lnTo>
                  <a:pt x="70269" y="415607"/>
                </a:lnTo>
                <a:lnTo>
                  <a:pt x="63119" y="415607"/>
                </a:lnTo>
                <a:lnTo>
                  <a:pt x="55981" y="413232"/>
                </a:lnTo>
                <a:lnTo>
                  <a:pt x="46443" y="403707"/>
                </a:lnTo>
                <a:lnTo>
                  <a:pt x="44056" y="397675"/>
                </a:lnTo>
                <a:lnTo>
                  <a:pt x="44056" y="382270"/>
                </a:lnTo>
                <a:lnTo>
                  <a:pt x="47625" y="376237"/>
                </a:lnTo>
                <a:lnTo>
                  <a:pt x="53594" y="371475"/>
                </a:lnTo>
                <a:lnTo>
                  <a:pt x="57175" y="367982"/>
                </a:lnTo>
                <a:lnTo>
                  <a:pt x="63119" y="366712"/>
                </a:lnTo>
                <a:lnTo>
                  <a:pt x="70269" y="365607"/>
                </a:lnTo>
                <a:lnTo>
                  <a:pt x="70269" y="349643"/>
                </a:lnTo>
                <a:lnTo>
                  <a:pt x="34975" y="373900"/>
                </a:lnTo>
                <a:lnTo>
                  <a:pt x="32156" y="390525"/>
                </a:lnTo>
                <a:lnTo>
                  <a:pt x="32715" y="397675"/>
                </a:lnTo>
                <a:lnTo>
                  <a:pt x="32842" y="399237"/>
                </a:lnTo>
                <a:lnTo>
                  <a:pt x="59245" y="429641"/>
                </a:lnTo>
                <a:lnTo>
                  <a:pt x="79794" y="432282"/>
                </a:lnTo>
                <a:lnTo>
                  <a:pt x="90551" y="431622"/>
                </a:lnTo>
                <a:lnTo>
                  <a:pt x="99733" y="429641"/>
                </a:lnTo>
                <a:lnTo>
                  <a:pt x="107581" y="426326"/>
                </a:lnTo>
                <a:lnTo>
                  <a:pt x="114325" y="421640"/>
                </a:lnTo>
                <a:lnTo>
                  <a:pt x="118110" y="416877"/>
                </a:lnTo>
                <a:lnTo>
                  <a:pt x="119697" y="414896"/>
                </a:lnTo>
                <a:lnTo>
                  <a:pt x="123405" y="407263"/>
                </a:lnTo>
                <a:lnTo>
                  <a:pt x="125412" y="399237"/>
                </a:lnTo>
                <a:lnTo>
                  <a:pt x="125539" y="398767"/>
                </a:lnTo>
                <a:lnTo>
                  <a:pt x="126136" y="390525"/>
                </a:lnTo>
                <a:lnTo>
                  <a:pt x="126225" y="389420"/>
                </a:lnTo>
                <a:close/>
              </a:path>
              <a:path w="161289" h="643254" extrusionOk="0">
                <a:moveTo>
                  <a:pt x="126225" y="240512"/>
                </a:moveTo>
                <a:lnTo>
                  <a:pt x="114325" y="214680"/>
                </a:lnTo>
                <a:lnTo>
                  <a:pt x="114325" y="237020"/>
                </a:lnTo>
                <a:lnTo>
                  <a:pt x="114325" y="248920"/>
                </a:lnTo>
                <a:lnTo>
                  <a:pt x="113131" y="253682"/>
                </a:lnTo>
                <a:lnTo>
                  <a:pt x="110744" y="257175"/>
                </a:lnTo>
                <a:lnTo>
                  <a:pt x="107175" y="259562"/>
                </a:lnTo>
                <a:lnTo>
                  <a:pt x="104800" y="260832"/>
                </a:lnTo>
                <a:lnTo>
                  <a:pt x="95275" y="260832"/>
                </a:lnTo>
                <a:lnTo>
                  <a:pt x="92887" y="259562"/>
                </a:lnTo>
                <a:lnTo>
                  <a:pt x="90512" y="257175"/>
                </a:lnTo>
                <a:lnTo>
                  <a:pt x="89319" y="256070"/>
                </a:lnTo>
                <a:lnTo>
                  <a:pt x="88125" y="253682"/>
                </a:lnTo>
                <a:lnTo>
                  <a:pt x="86931" y="250037"/>
                </a:lnTo>
                <a:lnTo>
                  <a:pt x="85750" y="246545"/>
                </a:lnTo>
                <a:lnTo>
                  <a:pt x="84556" y="239395"/>
                </a:lnTo>
                <a:lnTo>
                  <a:pt x="83451" y="231775"/>
                </a:lnTo>
                <a:lnTo>
                  <a:pt x="82029" y="225069"/>
                </a:lnTo>
                <a:lnTo>
                  <a:pt x="80416" y="219481"/>
                </a:lnTo>
                <a:lnTo>
                  <a:pt x="80302" y="219075"/>
                </a:lnTo>
                <a:lnTo>
                  <a:pt x="78600" y="214312"/>
                </a:lnTo>
                <a:lnTo>
                  <a:pt x="91694" y="214312"/>
                </a:lnTo>
                <a:lnTo>
                  <a:pt x="114325" y="237020"/>
                </a:lnTo>
                <a:lnTo>
                  <a:pt x="114325" y="214680"/>
                </a:lnTo>
                <a:lnTo>
                  <a:pt x="114020" y="214312"/>
                </a:lnTo>
                <a:lnTo>
                  <a:pt x="113131" y="213207"/>
                </a:lnTo>
                <a:lnTo>
                  <a:pt x="117894" y="213207"/>
                </a:lnTo>
                <a:lnTo>
                  <a:pt x="121462" y="211937"/>
                </a:lnTo>
                <a:lnTo>
                  <a:pt x="125031" y="210820"/>
                </a:lnTo>
                <a:lnTo>
                  <a:pt x="125031" y="194157"/>
                </a:lnTo>
                <a:lnTo>
                  <a:pt x="121462" y="196532"/>
                </a:lnTo>
                <a:lnTo>
                  <a:pt x="117894" y="197650"/>
                </a:lnTo>
                <a:lnTo>
                  <a:pt x="113131" y="197650"/>
                </a:lnTo>
                <a:lnTo>
                  <a:pt x="109537" y="198386"/>
                </a:lnTo>
                <a:lnTo>
                  <a:pt x="104051" y="198755"/>
                </a:lnTo>
                <a:lnTo>
                  <a:pt x="95110" y="198920"/>
                </a:lnTo>
                <a:lnTo>
                  <a:pt x="54787" y="198920"/>
                </a:lnTo>
                <a:lnTo>
                  <a:pt x="52387" y="200025"/>
                </a:lnTo>
                <a:lnTo>
                  <a:pt x="32156" y="241782"/>
                </a:lnTo>
                <a:lnTo>
                  <a:pt x="33337" y="248920"/>
                </a:lnTo>
                <a:lnTo>
                  <a:pt x="34531" y="254800"/>
                </a:lnTo>
                <a:lnTo>
                  <a:pt x="36906" y="260832"/>
                </a:lnTo>
                <a:lnTo>
                  <a:pt x="40487" y="265595"/>
                </a:lnTo>
                <a:lnTo>
                  <a:pt x="44056" y="267970"/>
                </a:lnTo>
                <a:lnTo>
                  <a:pt x="47625" y="271462"/>
                </a:lnTo>
                <a:lnTo>
                  <a:pt x="53594" y="273850"/>
                </a:lnTo>
                <a:lnTo>
                  <a:pt x="59550" y="275120"/>
                </a:lnTo>
                <a:lnTo>
                  <a:pt x="61937" y="259562"/>
                </a:lnTo>
                <a:lnTo>
                  <a:pt x="55981" y="258445"/>
                </a:lnTo>
                <a:lnTo>
                  <a:pt x="51206" y="256070"/>
                </a:lnTo>
                <a:lnTo>
                  <a:pt x="48818" y="252412"/>
                </a:lnTo>
                <a:lnTo>
                  <a:pt x="46443" y="248920"/>
                </a:lnTo>
                <a:lnTo>
                  <a:pt x="44056" y="244157"/>
                </a:lnTo>
                <a:lnTo>
                  <a:pt x="44056" y="228600"/>
                </a:lnTo>
                <a:lnTo>
                  <a:pt x="46443" y="222732"/>
                </a:lnTo>
                <a:lnTo>
                  <a:pt x="50012" y="219075"/>
                </a:lnTo>
                <a:lnTo>
                  <a:pt x="52387" y="215582"/>
                </a:lnTo>
                <a:lnTo>
                  <a:pt x="57175" y="214312"/>
                </a:lnTo>
                <a:lnTo>
                  <a:pt x="66700" y="214312"/>
                </a:lnTo>
                <a:lnTo>
                  <a:pt x="68465" y="219481"/>
                </a:lnTo>
                <a:lnTo>
                  <a:pt x="70116" y="225844"/>
                </a:lnTo>
                <a:lnTo>
                  <a:pt x="71551" y="233311"/>
                </a:lnTo>
                <a:lnTo>
                  <a:pt x="72644" y="241782"/>
                </a:lnTo>
                <a:lnTo>
                  <a:pt x="72644" y="247650"/>
                </a:lnTo>
                <a:lnTo>
                  <a:pt x="73837" y="252412"/>
                </a:lnTo>
                <a:lnTo>
                  <a:pt x="75031" y="256070"/>
                </a:lnTo>
                <a:lnTo>
                  <a:pt x="76225" y="259562"/>
                </a:lnTo>
                <a:lnTo>
                  <a:pt x="77406" y="263207"/>
                </a:lnTo>
                <a:lnTo>
                  <a:pt x="79794" y="266700"/>
                </a:lnTo>
                <a:lnTo>
                  <a:pt x="82169" y="270357"/>
                </a:lnTo>
                <a:lnTo>
                  <a:pt x="84556" y="272732"/>
                </a:lnTo>
                <a:lnTo>
                  <a:pt x="88125" y="275120"/>
                </a:lnTo>
                <a:lnTo>
                  <a:pt x="91694" y="276225"/>
                </a:lnTo>
                <a:lnTo>
                  <a:pt x="96456" y="277495"/>
                </a:lnTo>
                <a:lnTo>
                  <a:pt x="108369" y="277495"/>
                </a:lnTo>
                <a:lnTo>
                  <a:pt x="114325" y="275120"/>
                </a:lnTo>
                <a:lnTo>
                  <a:pt x="119087" y="269087"/>
                </a:lnTo>
                <a:lnTo>
                  <a:pt x="123850" y="264325"/>
                </a:lnTo>
                <a:lnTo>
                  <a:pt x="125006" y="260832"/>
                </a:lnTo>
                <a:lnTo>
                  <a:pt x="126225" y="257175"/>
                </a:lnTo>
                <a:lnTo>
                  <a:pt x="126225" y="240512"/>
                </a:lnTo>
                <a:close/>
              </a:path>
              <a:path w="161289" h="643254" extrusionOk="0">
                <a:moveTo>
                  <a:pt x="126225" y="40487"/>
                </a:moveTo>
                <a:lnTo>
                  <a:pt x="110159" y="5359"/>
                </a:lnTo>
                <a:lnTo>
                  <a:pt x="97650" y="0"/>
                </a:lnTo>
                <a:lnTo>
                  <a:pt x="95275" y="16675"/>
                </a:lnTo>
                <a:lnTo>
                  <a:pt x="102412" y="19050"/>
                </a:lnTo>
                <a:lnTo>
                  <a:pt x="107175" y="21437"/>
                </a:lnTo>
                <a:lnTo>
                  <a:pt x="109562" y="26200"/>
                </a:lnTo>
                <a:lnTo>
                  <a:pt x="111937" y="29692"/>
                </a:lnTo>
                <a:lnTo>
                  <a:pt x="114325" y="34455"/>
                </a:lnTo>
                <a:lnTo>
                  <a:pt x="114325" y="47625"/>
                </a:lnTo>
                <a:lnTo>
                  <a:pt x="110744" y="53505"/>
                </a:lnTo>
                <a:lnTo>
                  <a:pt x="105981" y="59537"/>
                </a:lnTo>
                <a:lnTo>
                  <a:pt x="101219" y="64300"/>
                </a:lnTo>
                <a:lnTo>
                  <a:pt x="92887" y="66675"/>
                </a:lnTo>
                <a:lnTo>
                  <a:pt x="83362" y="67792"/>
                </a:lnTo>
                <a:lnTo>
                  <a:pt x="83362" y="66675"/>
                </a:lnTo>
                <a:lnTo>
                  <a:pt x="83362" y="0"/>
                </a:lnTo>
                <a:lnTo>
                  <a:pt x="78600" y="0"/>
                </a:lnTo>
                <a:lnTo>
                  <a:pt x="70269" y="546"/>
                </a:lnTo>
                <a:lnTo>
                  <a:pt x="70269" y="15405"/>
                </a:lnTo>
                <a:lnTo>
                  <a:pt x="70269" y="66675"/>
                </a:lnTo>
                <a:lnTo>
                  <a:pt x="63119" y="66675"/>
                </a:lnTo>
                <a:lnTo>
                  <a:pt x="55981" y="63030"/>
                </a:lnTo>
                <a:lnTo>
                  <a:pt x="46443" y="53505"/>
                </a:lnTo>
                <a:lnTo>
                  <a:pt x="44056" y="47625"/>
                </a:lnTo>
                <a:lnTo>
                  <a:pt x="44056" y="33337"/>
                </a:lnTo>
                <a:lnTo>
                  <a:pt x="70269" y="15405"/>
                </a:lnTo>
                <a:lnTo>
                  <a:pt x="70269" y="546"/>
                </a:lnTo>
                <a:lnTo>
                  <a:pt x="34975" y="24257"/>
                </a:lnTo>
                <a:lnTo>
                  <a:pt x="32156" y="40487"/>
                </a:lnTo>
                <a:lnTo>
                  <a:pt x="32842" y="49809"/>
                </a:lnTo>
                <a:lnTo>
                  <a:pt x="59245" y="80492"/>
                </a:lnTo>
                <a:lnTo>
                  <a:pt x="79794" y="83350"/>
                </a:lnTo>
                <a:lnTo>
                  <a:pt x="90551" y="82651"/>
                </a:lnTo>
                <a:lnTo>
                  <a:pt x="99733" y="80492"/>
                </a:lnTo>
                <a:lnTo>
                  <a:pt x="107581" y="76784"/>
                </a:lnTo>
                <a:lnTo>
                  <a:pt x="114325" y="71437"/>
                </a:lnTo>
                <a:lnTo>
                  <a:pt x="117576" y="67792"/>
                </a:lnTo>
                <a:lnTo>
                  <a:pt x="119697" y="65417"/>
                </a:lnTo>
                <a:lnTo>
                  <a:pt x="123405" y="58166"/>
                </a:lnTo>
                <a:lnTo>
                  <a:pt x="125539" y="49809"/>
                </a:lnTo>
                <a:lnTo>
                  <a:pt x="126225" y="40487"/>
                </a:lnTo>
                <a:close/>
              </a:path>
              <a:path w="161289" h="643254" extrusionOk="0">
                <a:moveTo>
                  <a:pt x="160769" y="133350"/>
                </a:moveTo>
                <a:lnTo>
                  <a:pt x="159588" y="126212"/>
                </a:lnTo>
                <a:lnTo>
                  <a:pt x="156006" y="119062"/>
                </a:lnTo>
                <a:lnTo>
                  <a:pt x="154559" y="116687"/>
                </a:lnTo>
                <a:lnTo>
                  <a:pt x="152438" y="113195"/>
                </a:lnTo>
                <a:lnTo>
                  <a:pt x="147675" y="108432"/>
                </a:lnTo>
                <a:lnTo>
                  <a:pt x="141706" y="106045"/>
                </a:lnTo>
                <a:lnTo>
                  <a:pt x="136550" y="103771"/>
                </a:lnTo>
                <a:lnTo>
                  <a:pt x="129946" y="102298"/>
                </a:lnTo>
                <a:lnTo>
                  <a:pt x="121780" y="101523"/>
                </a:lnTo>
                <a:lnTo>
                  <a:pt x="111937" y="101282"/>
                </a:lnTo>
                <a:lnTo>
                  <a:pt x="111937" y="133350"/>
                </a:lnTo>
                <a:lnTo>
                  <a:pt x="111937" y="147637"/>
                </a:lnTo>
                <a:lnTo>
                  <a:pt x="77393" y="165582"/>
                </a:lnTo>
                <a:lnTo>
                  <a:pt x="69824" y="165138"/>
                </a:lnTo>
                <a:lnTo>
                  <a:pt x="44056" y="147637"/>
                </a:lnTo>
                <a:lnTo>
                  <a:pt x="44056" y="133350"/>
                </a:lnTo>
                <a:lnTo>
                  <a:pt x="78600" y="115570"/>
                </a:lnTo>
                <a:lnTo>
                  <a:pt x="86360" y="116027"/>
                </a:lnTo>
                <a:lnTo>
                  <a:pt x="111937" y="133350"/>
                </a:lnTo>
                <a:lnTo>
                  <a:pt x="111937" y="101282"/>
                </a:lnTo>
                <a:lnTo>
                  <a:pt x="33337" y="101282"/>
                </a:lnTo>
                <a:lnTo>
                  <a:pt x="33337" y="115570"/>
                </a:lnTo>
                <a:lnTo>
                  <a:pt x="45250" y="115570"/>
                </a:lnTo>
                <a:lnTo>
                  <a:pt x="39179" y="121170"/>
                </a:lnTo>
                <a:lnTo>
                  <a:pt x="35128" y="127304"/>
                </a:lnTo>
                <a:lnTo>
                  <a:pt x="32842" y="134124"/>
                </a:lnTo>
                <a:lnTo>
                  <a:pt x="32156" y="141770"/>
                </a:lnTo>
                <a:lnTo>
                  <a:pt x="32156" y="150037"/>
                </a:lnTo>
                <a:lnTo>
                  <a:pt x="54787" y="176212"/>
                </a:lnTo>
                <a:lnTo>
                  <a:pt x="61937" y="179870"/>
                </a:lnTo>
                <a:lnTo>
                  <a:pt x="70269" y="180975"/>
                </a:lnTo>
                <a:lnTo>
                  <a:pt x="78600" y="180975"/>
                </a:lnTo>
                <a:lnTo>
                  <a:pt x="117005" y="165633"/>
                </a:lnTo>
                <a:lnTo>
                  <a:pt x="121462" y="158813"/>
                </a:lnTo>
                <a:lnTo>
                  <a:pt x="124142" y="150901"/>
                </a:lnTo>
                <a:lnTo>
                  <a:pt x="125031" y="141770"/>
                </a:lnTo>
                <a:lnTo>
                  <a:pt x="124282" y="135737"/>
                </a:lnTo>
                <a:lnTo>
                  <a:pt x="124180" y="134835"/>
                </a:lnTo>
                <a:lnTo>
                  <a:pt x="121767" y="128333"/>
                </a:lnTo>
                <a:lnTo>
                  <a:pt x="118008" y="122275"/>
                </a:lnTo>
                <a:lnTo>
                  <a:pt x="113131" y="116687"/>
                </a:lnTo>
                <a:lnTo>
                  <a:pt x="122656" y="116687"/>
                </a:lnTo>
                <a:lnTo>
                  <a:pt x="128612" y="117957"/>
                </a:lnTo>
                <a:lnTo>
                  <a:pt x="132181" y="117957"/>
                </a:lnTo>
                <a:lnTo>
                  <a:pt x="136944" y="119062"/>
                </a:lnTo>
                <a:lnTo>
                  <a:pt x="141706" y="122720"/>
                </a:lnTo>
                <a:lnTo>
                  <a:pt x="144094" y="126212"/>
                </a:lnTo>
                <a:lnTo>
                  <a:pt x="146481" y="129857"/>
                </a:lnTo>
                <a:lnTo>
                  <a:pt x="148869" y="135737"/>
                </a:lnTo>
                <a:lnTo>
                  <a:pt x="148869" y="148907"/>
                </a:lnTo>
                <a:lnTo>
                  <a:pt x="144094" y="158432"/>
                </a:lnTo>
                <a:lnTo>
                  <a:pt x="141706" y="160820"/>
                </a:lnTo>
                <a:lnTo>
                  <a:pt x="138137" y="161925"/>
                </a:lnTo>
                <a:lnTo>
                  <a:pt x="134556" y="163195"/>
                </a:lnTo>
                <a:lnTo>
                  <a:pt x="132181" y="178600"/>
                </a:lnTo>
                <a:lnTo>
                  <a:pt x="141706" y="178600"/>
                </a:lnTo>
                <a:lnTo>
                  <a:pt x="160769" y="141770"/>
                </a:lnTo>
                <a:lnTo>
                  <a:pt x="160769" y="13335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nvGrpSpPr>
          <p:cNvPr id="2319" name="Google Shape;2319;p102"/>
          <p:cNvGrpSpPr/>
          <p:nvPr/>
        </p:nvGrpSpPr>
        <p:grpSpPr>
          <a:xfrm>
            <a:off x="1626410" y="3231863"/>
            <a:ext cx="161959" cy="639602"/>
            <a:chOff x="2840865" y="3236848"/>
            <a:chExt cx="161959" cy="639602"/>
          </a:xfrm>
        </p:grpSpPr>
        <p:pic>
          <p:nvPicPr>
            <p:cNvPr id="2320" name="Google Shape;2320;p102"/>
            <p:cNvPicPr preferRelativeResize="0"/>
            <p:nvPr/>
          </p:nvPicPr>
          <p:blipFill rotWithShape="1">
            <a:blip r:embed="rId24">
              <a:alphaModFix/>
            </a:blip>
            <a:srcRect/>
            <a:stretch/>
          </p:blipFill>
          <p:spPr>
            <a:xfrm>
              <a:off x="2840865" y="3683411"/>
              <a:ext cx="161959" cy="193039"/>
            </a:xfrm>
            <a:prstGeom prst="rect">
              <a:avLst/>
            </a:prstGeom>
            <a:noFill/>
            <a:ln>
              <a:noFill/>
            </a:ln>
          </p:spPr>
        </p:pic>
        <p:pic>
          <p:nvPicPr>
            <p:cNvPr id="2321" name="Google Shape;2321;p102"/>
            <p:cNvPicPr preferRelativeResize="0"/>
            <p:nvPr/>
          </p:nvPicPr>
          <p:blipFill rotWithShape="1">
            <a:blip r:embed="rId25">
              <a:alphaModFix/>
            </a:blip>
            <a:srcRect/>
            <a:stretch/>
          </p:blipFill>
          <p:spPr>
            <a:xfrm>
              <a:off x="2876584" y="3587051"/>
              <a:ext cx="92885" cy="72547"/>
            </a:xfrm>
            <a:prstGeom prst="rect">
              <a:avLst/>
            </a:prstGeom>
            <a:noFill/>
            <a:ln>
              <a:noFill/>
            </a:ln>
          </p:spPr>
        </p:pic>
        <p:pic>
          <p:nvPicPr>
            <p:cNvPr id="2322" name="Google Shape;2322;p102"/>
            <p:cNvPicPr preferRelativeResize="0"/>
            <p:nvPr/>
          </p:nvPicPr>
          <p:blipFill rotWithShape="1">
            <a:blip r:embed="rId26">
              <a:alphaModFix/>
            </a:blip>
            <a:srcRect/>
            <a:stretch/>
          </p:blipFill>
          <p:spPr>
            <a:xfrm>
              <a:off x="2843246" y="3236848"/>
              <a:ext cx="126223" cy="331151"/>
            </a:xfrm>
            <a:prstGeom prst="rect">
              <a:avLst/>
            </a:prstGeom>
            <a:noFill/>
            <a:ln>
              <a:noFill/>
            </a:ln>
          </p:spPr>
        </p:pic>
      </p:grpSp>
      <p:pic>
        <p:nvPicPr>
          <p:cNvPr id="2323" name="Google Shape;2323;p102"/>
          <p:cNvPicPr preferRelativeResize="0"/>
          <p:nvPr/>
        </p:nvPicPr>
        <p:blipFill rotWithShape="1">
          <a:blip r:embed="rId27">
            <a:alphaModFix/>
          </a:blip>
          <a:srcRect/>
          <a:stretch/>
        </p:blipFill>
        <p:spPr>
          <a:xfrm>
            <a:off x="1662146" y="2814097"/>
            <a:ext cx="126223" cy="348485"/>
          </a:xfrm>
          <a:prstGeom prst="rect">
            <a:avLst/>
          </a:prstGeom>
          <a:noFill/>
          <a:ln>
            <a:noFill/>
          </a:ln>
        </p:spPr>
      </p:pic>
      <p:pic>
        <p:nvPicPr>
          <p:cNvPr id="2324" name="Google Shape;2324;p102"/>
          <p:cNvPicPr preferRelativeResize="0"/>
          <p:nvPr/>
        </p:nvPicPr>
        <p:blipFill rotWithShape="1">
          <a:blip r:embed="rId28">
            <a:alphaModFix/>
          </a:blip>
          <a:srcRect/>
          <a:stretch/>
        </p:blipFill>
        <p:spPr>
          <a:xfrm>
            <a:off x="3430520" y="2215133"/>
            <a:ext cx="7730771" cy="4950206"/>
          </a:xfrm>
          <a:prstGeom prst="rect">
            <a:avLst/>
          </a:prstGeom>
          <a:noFill/>
          <a:ln>
            <a:noFill/>
          </a:ln>
        </p:spPr>
      </p:pic>
    </p:spTree>
    <p:extLst>
      <p:ext uri="{BB962C8B-B14F-4D97-AF65-F5344CB8AC3E}">
        <p14:creationId xmlns:p14="http://schemas.microsoft.com/office/powerpoint/2010/main" val="31245267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29"/>
        <p:cNvGrpSpPr/>
        <p:nvPr/>
      </p:nvGrpSpPr>
      <p:grpSpPr>
        <a:xfrm>
          <a:off x="0" y="0"/>
          <a:ext cx="0" cy="0"/>
          <a:chOff x="0" y="0"/>
          <a:chExt cx="0" cy="0"/>
        </a:xfrm>
      </p:grpSpPr>
      <p:sp>
        <p:nvSpPr>
          <p:cNvPr id="2330" name="Google Shape;2330;p103" descr="$PPTXTitle"/>
          <p:cNvSpPr txBox="1">
            <a:spLocks noGrp="1"/>
          </p:cNvSpPr>
          <p:nvPr>
            <p:ph type="title"/>
          </p:nvPr>
        </p:nvSpPr>
        <p:spPr>
          <a:xfrm>
            <a:off x="707542" y="494791"/>
            <a:ext cx="11589715" cy="985519"/>
          </a:xfrm>
          <a:prstGeom prst="rect">
            <a:avLst/>
          </a:prstGeom>
          <a:noFill/>
          <a:ln>
            <a:noFill/>
          </a:ln>
        </p:spPr>
        <p:txBody>
          <a:bodyPr spcFirstLastPara="1" wrap="square" lIns="0" tIns="12700" rIns="0" bIns="0" anchor="t" anchorCtr="0">
            <a:spAutoFit/>
          </a:bodyPr>
          <a:lstStyle/>
          <a:p>
            <a:pPr marL="427990" lvl="0" indent="0" algn="l" rtl="0">
              <a:lnSpc>
                <a:spcPct val="100000"/>
              </a:lnSpc>
              <a:spcBef>
                <a:spcPts val="0"/>
              </a:spcBef>
              <a:spcAft>
                <a:spcPts val="0"/>
              </a:spcAft>
              <a:buNone/>
            </a:pPr>
            <a:r>
              <a:rPr lang="en-US"/>
              <a:t>Training and cross-validation loss by degree</a:t>
            </a:r>
            <a:endParaRPr/>
          </a:p>
        </p:txBody>
      </p:sp>
      <p:grpSp>
        <p:nvGrpSpPr>
          <p:cNvPr id="2331" name="Google Shape;2331;p103"/>
          <p:cNvGrpSpPr/>
          <p:nvPr/>
        </p:nvGrpSpPr>
        <p:grpSpPr>
          <a:xfrm>
            <a:off x="2962911" y="1600201"/>
            <a:ext cx="7319009" cy="4925532"/>
            <a:chOff x="3497025" y="1879219"/>
            <a:chExt cx="5768975" cy="3630295"/>
          </a:xfrm>
        </p:grpSpPr>
        <p:sp>
          <p:nvSpPr>
            <p:cNvPr id="2332" name="Google Shape;2332;p103"/>
            <p:cNvSpPr/>
            <p:nvPr/>
          </p:nvSpPr>
          <p:spPr>
            <a:xfrm>
              <a:off x="3497025" y="1879219"/>
              <a:ext cx="5768975" cy="3630295"/>
            </a:xfrm>
            <a:custGeom>
              <a:avLst/>
              <a:gdLst/>
              <a:ahLst/>
              <a:cxnLst/>
              <a:rect l="l" t="t" r="r" b="b"/>
              <a:pathLst>
                <a:path w="5768975" h="3630295" extrusionOk="0">
                  <a:moveTo>
                    <a:pt x="5768549" y="0"/>
                  </a:moveTo>
                  <a:lnTo>
                    <a:pt x="0" y="0"/>
                  </a:lnTo>
                  <a:lnTo>
                    <a:pt x="0" y="3629960"/>
                  </a:lnTo>
                  <a:lnTo>
                    <a:pt x="5768549" y="3629960"/>
                  </a:lnTo>
                  <a:lnTo>
                    <a:pt x="5768549" y="0"/>
                  </a:lnTo>
                  <a:close/>
                </a:path>
              </a:pathLst>
            </a:custGeom>
            <a:solidFill>
              <a:srgbClr val="EAEAF1"/>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333" name="Google Shape;2333;p103"/>
            <p:cNvSpPr/>
            <p:nvPr/>
          </p:nvSpPr>
          <p:spPr>
            <a:xfrm>
              <a:off x="3497025" y="1879219"/>
              <a:ext cx="5768975" cy="3630295"/>
            </a:xfrm>
            <a:custGeom>
              <a:avLst/>
              <a:gdLst/>
              <a:ahLst/>
              <a:cxnLst/>
              <a:rect l="l" t="t" r="r" b="b"/>
              <a:pathLst>
                <a:path w="5768975" h="3630295" extrusionOk="0">
                  <a:moveTo>
                    <a:pt x="0" y="3629961"/>
                  </a:moveTo>
                  <a:lnTo>
                    <a:pt x="0" y="3629961"/>
                  </a:lnTo>
                  <a:lnTo>
                    <a:pt x="0" y="0"/>
                  </a:lnTo>
                </a:path>
                <a:path w="5768975" h="3630295" extrusionOk="0">
                  <a:moveTo>
                    <a:pt x="1442050" y="3629961"/>
                  </a:moveTo>
                  <a:lnTo>
                    <a:pt x="1442050" y="3629961"/>
                  </a:lnTo>
                  <a:lnTo>
                    <a:pt x="1442050" y="0"/>
                  </a:lnTo>
                </a:path>
                <a:path w="5768975" h="3630295" extrusionOk="0">
                  <a:moveTo>
                    <a:pt x="2884322" y="3629961"/>
                  </a:moveTo>
                  <a:lnTo>
                    <a:pt x="2884322" y="3629961"/>
                  </a:lnTo>
                  <a:lnTo>
                    <a:pt x="2884322" y="0"/>
                  </a:lnTo>
                </a:path>
                <a:path w="5768975" h="3630295" extrusionOk="0">
                  <a:moveTo>
                    <a:pt x="4326436" y="3629961"/>
                  </a:moveTo>
                  <a:lnTo>
                    <a:pt x="4326436" y="3629961"/>
                  </a:lnTo>
                  <a:lnTo>
                    <a:pt x="4326436" y="0"/>
                  </a:lnTo>
                </a:path>
                <a:path w="5768975" h="3630295" extrusionOk="0">
                  <a:moveTo>
                    <a:pt x="5768550" y="3629961"/>
                  </a:moveTo>
                  <a:lnTo>
                    <a:pt x="5768550" y="3629961"/>
                  </a:lnTo>
                  <a:lnTo>
                    <a:pt x="5768550" y="0"/>
                  </a:lnTo>
                </a:path>
                <a:path w="5768975" h="3630295" extrusionOk="0">
                  <a:moveTo>
                    <a:pt x="0" y="3629961"/>
                  </a:moveTo>
                  <a:lnTo>
                    <a:pt x="0" y="3629961"/>
                  </a:lnTo>
                  <a:lnTo>
                    <a:pt x="5768550" y="3629961"/>
                  </a:lnTo>
                </a:path>
                <a:path w="5768975" h="3630295" extrusionOk="0">
                  <a:moveTo>
                    <a:pt x="0" y="0"/>
                  </a:moveTo>
                  <a:lnTo>
                    <a:pt x="0" y="0"/>
                  </a:lnTo>
                  <a:lnTo>
                    <a:pt x="5768550" y="0"/>
                  </a:lnTo>
                </a:path>
              </a:pathLst>
            </a:custGeom>
            <a:noFill/>
            <a:ln w="1547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334" name="Google Shape;2334;p103"/>
            <p:cNvSpPr/>
            <p:nvPr/>
          </p:nvSpPr>
          <p:spPr>
            <a:xfrm>
              <a:off x="3497025" y="2884424"/>
              <a:ext cx="5768975" cy="2326005"/>
            </a:xfrm>
            <a:custGeom>
              <a:avLst/>
              <a:gdLst/>
              <a:ahLst/>
              <a:cxnLst/>
              <a:rect l="l" t="t" r="r" b="b"/>
              <a:pathLst>
                <a:path w="5768975" h="2326004" extrusionOk="0">
                  <a:moveTo>
                    <a:pt x="0" y="0"/>
                  </a:moveTo>
                  <a:lnTo>
                    <a:pt x="288184" y="258445"/>
                  </a:lnTo>
                  <a:lnTo>
                    <a:pt x="576369" y="1720835"/>
                  </a:lnTo>
                  <a:lnTo>
                    <a:pt x="864506" y="2213880"/>
                  </a:lnTo>
                  <a:lnTo>
                    <a:pt x="1153913" y="2217452"/>
                  </a:lnTo>
                  <a:lnTo>
                    <a:pt x="1442050" y="2282953"/>
                  </a:lnTo>
                  <a:lnTo>
                    <a:pt x="1730345" y="2318687"/>
                  </a:lnTo>
                  <a:lnTo>
                    <a:pt x="2018482" y="2321068"/>
                  </a:lnTo>
                  <a:lnTo>
                    <a:pt x="2307889" y="2321068"/>
                  </a:lnTo>
                  <a:lnTo>
                    <a:pt x="2596026" y="2321068"/>
                  </a:lnTo>
                  <a:lnTo>
                    <a:pt x="2884322" y="2321068"/>
                  </a:lnTo>
                  <a:lnTo>
                    <a:pt x="3172459" y="2321068"/>
                  </a:lnTo>
                  <a:lnTo>
                    <a:pt x="3460596" y="2321068"/>
                  </a:lnTo>
                  <a:lnTo>
                    <a:pt x="3750003" y="2322259"/>
                  </a:lnTo>
                  <a:lnTo>
                    <a:pt x="4038140" y="2322259"/>
                  </a:lnTo>
                  <a:lnTo>
                    <a:pt x="4326436" y="2322259"/>
                  </a:lnTo>
                  <a:lnTo>
                    <a:pt x="4614573" y="2323450"/>
                  </a:lnTo>
                  <a:lnTo>
                    <a:pt x="4903980" y="2323450"/>
                  </a:lnTo>
                  <a:lnTo>
                    <a:pt x="5192117" y="2324640"/>
                  </a:lnTo>
                  <a:lnTo>
                    <a:pt x="5480254" y="2325831"/>
                  </a:lnTo>
                  <a:lnTo>
                    <a:pt x="5768550" y="2325831"/>
                  </a:lnTo>
                </a:path>
              </a:pathLst>
            </a:custGeom>
            <a:noFill/>
            <a:ln w="27375" cap="flat" cmpd="sng">
              <a:solidFill>
                <a:srgbClr val="4B71A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335" name="Google Shape;2335;p103"/>
            <p:cNvSpPr/>
            <p:nvPr/>
          </p:nvSpPr>
          <p:spPr>
            <a:xfrm>
              <a:off x="3497025" y="2977291"/>
              <a:ext cx="5768975" cy="2263140"/>
            </a:xfrm>
            <a:custGeom>
              <a:avLst/>
              <a:gdLst/>
              <a:ahLst/>
              <a:cxnLst/>
              <a:rect l="l" t="t" r="r" b="b"/>
              <a:pathLst>
                <a:path w="5768975" h="2263140" extrusionOk="0">
                  <a:moveTo>
                    <a:pt x="0" y="0"/>
                  </a:moveTo>
                  <a:lnTo>
                    <a:pt x="288184" y="257175"/>
                  </a:lnTo>
                  <a:lnTo>
                    <a:pt x="576369" y="1654175"/>
                  </a:lnTo>
                  <a:lnTo>
                    <a:pt x="864506" y="2182939"/>
                  </a:lnTo>
                  <a:lnTo>
                    <a:pt x="1153913" y="2191289"/>
                  </a:lnTo>
                  <a:lnTo>
                    <a:pt x="1442050" y="2204386"/>
                  </a:lnTo>
                  <a:lnTo>
                    <a:pt x="1730345" y="2262743"/>
                  </a:lnTo>
                  <a:lnTo>
                    <a:pt x="2018482" y="2255599"/>
                  </a:lnTo>
                  <a:lnTo>
                    <a:pt x="2307889" y="2253218"/>
                  </a:lnTo>
                  <a:lnTo>
                    <a:pt x="2596026" y="2255599"/>
                  </a:lnTo>
                  <a:lnTo>
                    <a:pt x="2884322" y="2256790"/>
                  </a:lnTo>
                  <a:lnTo>
                    <a:pt x="3172459" y="2260361"/>
                  </a:lnTo>
                  <a:lnTo>
                    <a:pt x="3460596" y="2256790"/>
                  </a:lnTo>
                  <a:lnTo>
                    <a:pt x="3750003" y="2193671"/>
                  </a:lnTo>
                  <a:lnTo>
                    <a:pt x="4038140" y="2250836"/>
                  </a:lnTo>
                  <a:lnTo>
                    <a:pt x="4326436" y="2256790"/>
                  </a:lnTo>
                  <a:lnTo>
                    <a:pt x="4614573" y="2216292"/>
                  </a:lnTo>
                  <a:lnTo>
                    <a:pt x="4903980" y="2016220"/>
                  </a:lnTo>
                  <a:lnTo>
                    <a:pt x="5192117" y="1969770"/>
                  </a:lnTo>
                  <a:lnTo>
                    <a:pt x="5480254" y="1683940"/>
                  </a:lnTo>
                  <a:lnTo>
                    <a:pt x="5768550" y="2131742"/>
                  </a:lnTo>
                </a:path>
              </a:pathLst>
            </a:custGeom>
            <a:noFill/>
            <a:ln w="27375" cap="flat" cmpd="sng">
              <a:solidFill>
                <a:srgbClr val="54A868"/>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336" name="Google Shape;2336;p103"/>
            <p:cNvSpPr/>
            <p:nvPr/>
          </p:nvSpPr>
          <p:spPr>
            <a:xfrm>
              <a:off x="3639934" y="2080514"/>
              <a:ext cx="316865" cy="0"/>
            </a:xfrm>
            <a:custGeom>
              <a:avLst/>
              <a:gdLst/>
              <a:ahLst/>
              <a:cxnLst/>
              <a:rect l="l" t="t" r="r" b="b"/>
              <a:pathLst>
                <a:path w="316864" h="120000" extrusionOk="0">
                  <a:moveTo>
                    <a:pt x="0" y="0"/>
                  </a:moveTo>
                  <a:lnTo>
                    <a:pt x="0" y="0"/>
                  </a:lnTo>
                  <a:lnTo>
                    <a:pt x="316761" y="0"/>
                  </a:lnTo>
                </a:path>
              </a:pathLst>
            </a:custGeom>
            <a:noFill/>
            <a:ln w="27375" cap="flat" cmpd="sng">
              <a:solidFill>
                <a:srgbClr val="4B71A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337" name="Google Shape;2337;p103"/>
            <p:cNvPicPr preferRelativeResize="0"/>
            <p:nvPr/>
          </p:nvPicPr>
          <p:blipFill rotWithShape="1">
            <a:blip r:embed="rId3">
              <a:alphaModFix/>
            </a:blip>
            <a:srcRect/>
            <a:stretch/>
          </p:blipFill>
          <p:spPr>
            <a:xfrm>
              <a:off x="4087696" y="2022094"/>
              <a:ext cx="259544" cy="115570"/>
            </a:xfrm>
            <a:prstGeom prst="rect">
              <a:avLst/>
            </a:prstGeom>
            <a:noFill/>
            <a:ln>
              <a:noFill/>
            </a:ln>
          </p:spPr>
        </p:pic>
        <p:pic>
          <p:nvPicPr>
            <p:cNvPr id="2338" name="Google Shape;2338;p103"/>
            <p:cNvPicPr preferRelativeResize="0"/>
            <p:nvPr/>
          </p:nvPicPr>
          <p:blipFill rotWithShape="1">
            <a:blip r:embed="rId4">
              <a:alphaModFix/>
            </a:blip>
            <a:srcRect/>
            <a:stretch/>
          </p:blipFill>
          <p:spPr>
            <a:xfrm>
              <a:off x="4367563" y="2051939"/>
              <a:ext cx="67786" cy="83342"/>
            </a:xfrm>
            <a:prstGeom prst="rect">
              <a:avLst/>
            </a:prstGeom>
            <a:noFill/>
            <a:ln>
              <a:noFill/>
            </a:ln>
          </p:spPr>
        </p:pic>
        <p:sp>
          <p:nvSpPr>
            <p:cNvPr id="2339" name="Google Shape;2339;p103"/>
            <p:cNvSpPr/>
            <p:nvPr/>
          </p:nvSpPr>
          <p:spPr>
            <a:xfrm>
              <a:off x="4456773" y="2022093"/>
              <a:ext cx="13335" cy="113664"/>
            </a:xfrm>
            <a:custGeom>
              <a:avLst/>
              <a:gdLst/>
              <a:ahLst/>
              <a:cxnLst/>
              <a:rect l="l" t="t" r="r" b="b"/>
              <a:pathLst>
                <a:path w="13335" h="113664" extrusionOk="0">
                  <a:moveTo>
                    <a:pt x="13169" y="30962"/>
                  </a:moveTo>
                  <a:lnTo>
                    <a:pt x="0" y="30962"/>
                  </a:lnTo>
                  <a:lnTo>
                    <a:pt x="0" y="113195"/>
                  </a:lnTo>
                  <a:lnTo>
                    <a:pt x="13169" y="113195"/>
                  </a:lnTo>
                  <a:lnTo>
                    <a:pt x="13169" y="30962"/>
                  </a:lnTo>
                  <a:close/>
                </a:path>
                <a:path w="13335" h="113664" extrusionOk="0">
                  <a:moveTo>
                    <a:pt x="13169" y="0"/>
                  </a:moveTo>
                  <a:lnTo>
                    <a:pt x="0" y="0"/>
                  </a:lnTo>
                  <a:lnTo>
                    <a:pt x="0" y="15557"/>
                  </a:lnTo>
                  <a:lnTo>
                    <a:pt x="13169" y="15557"/>
                  </a:lnTo>
                  <a:lnTo>
                    <a:pt x="13169"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340" name="Google Shape;2340;p103"/>
            <p:cNvPicPr preferRelativeResize="0"/>
            <p:nvPr/>
          </p:nvPicPr>
          <p:blipFill rotWithShape="1">
            <a:blip r:embed="rId5">
              <a:alphaModFix/>
            </a:blip>
            <a:srcRect/>
            <a:stretch/>
          </p:blipFill>
          <p:spPr>
            <a:xfrm>
              <a:off x="4491390" y="2051938"/>
              <a:ext cx="156053" cy="116680"/>
            </a:xfrm>
            <a:prstGeom prst="rect">
              <a:avLst/>
            </a:prstGeom>
            <a:noFill/>
            <a:ln>
              <a:noFill/>
            </a:ln>
          </p:spPr>
        </p:pic>
        <p:pic>
          <p:nvPicPr>
            <p:cNvPr id="2341" name="Google Shape;2341;p103"/>
            <p:cNvPicPr preferRelativeResize="0"/>
            <p:nvPr/>
          </p:nvPicPr>
          <p:blipFill rotWithShape="1">
            <a:blip r:embed="rId6">
              <a:alphaModFix/>
            </a:blip>
            <a:srcRect/>
            <a:stretch/>
          </p:blipFill>
          <p:spPr>
            <a:xfrm>
              <a:off x="4706978" y="2024475"/>
              <a:ext cx="205902" cy="113187"/>
            </a:xfrm>
            <a:prstGeom prst="rect">
              <a:avLst/>
            </a:prstGeom>
            <a:noFill/>
            <a:ln>
              <a:noFill/>
            </a:ln>
          </p:spPr>
        </p:pic>
        <p:sp>
          <p:nvSpPr>
            <p:cNvPr id="2342" name="Google Shape;2342;p103"/>
            <p:cNvSpPr/>
            <p:nvPr/>
          </p:nvSpPr>
          <p:spPr>
            <a:xfrm>
              <a:off x="3639934" y="2306731"/>
              <a:ext cx="316865" cy="0"/>
            </a:xfrm>
            <a:custGeom>
              <a:avLst/>
              <a:gdLst/>
              <a:ahLst/>
              <a:cxnLst/>
              <a:rect l="l" t="t" r="r" b="b"/>
              <a:pathLst>
                <a:path w="316864" h="120000" extrusionOk="0">
                  <a:moveTo>
                    <a:pt x="0" y="0"/>
                  </a:moveTo>
                  <a:lnTo>
                    <a:pt x="0" y="0"/>
                  </a:lnTo>
                  <a:lnTo>
                    <a:pt x="316761" y="0"/>
                  </a:lnTo>
                </a:path>
              </a:pathLst>
            </a:custGeom>
            <a:noFill/>
            <a:ln w="27375" cap="flat" cmpd="sng">
              <a:solidFill>
                <a:srgbClr val="54A868"/>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343" name="Google Shape;2343;p103"/>
            <p:cNvSpPr/>
            <p:nvPr/>
          </p:nvSpPr>
          <p:spPr>
            <a:xfrm>
              <a:off x="4097210" y="2247899"/>
              <a:ext cx="534035" cy="116205"/>
            </a:xfrm>
            <a:custGeom>
              <a:avLst/>
              <a:gdLst/>
              <a:ahLst/>
              <a:cxnLst/>
              <a:rect l="l" t="t" r="r" b="b"/>
              <a:pathLst>
                <a:path w="534035" h="116205" extrusionOk="0">
                  <a:moveTo>
                    <a:pt x="89306" y="0"/>
                  </a:moveTo>
                  <a:lnTo>
                    <a:pt x="73812" y="0"/>
                  </a:lnTo>
                  <a:lnTo>
                    <a:pt x="73812" y="46990"/>
                  </a:lnTo>
                  <a:lnTo>
                    <a:pt x="14287" y="46990"/>
                  </a:lnTo>
                  <a:lnTo>
                    <a:pt x="14287" y="0"/>
                  </a:lnTo>
                  <a:lnTo>
                    <a:pt x="0" y="0"/>
                  </a:lnTo>
                  <a:lnTo>
                    <a:pt x="0" y="46990"/>
                  </a:lnTo>
                  <a:lnTo>
                    <a:pt x="0" y="60960"/>
                  </a:lnTo>
                  <a:lnTo>
                    <a:pt x="0" y="114300"/>
                  </a:lnTo>
                  <a:lnTo>
                    <a:pt x="14287" y="114300"/>
                  </a:lnTo>
                  <a:lnTo>
                    <a:pt x="14287" y="60960"/>
                  </a:lnTo>
                  <a:lnTo>
                    <a:pt x="73812" y="60960"/>
                  </a:lnTo>
                  <a:lnTo>
                    <a:pt x="73812" y="114300"/>
                  </a:lnTo>
                  <a:lnTo>
                    <a:pt x="89306" y="114300"/>
                  </a:lnTo>
                  <a:lnTo>
                    <a:pt x="89306" y="60960"/>
                  </a:lnTo>
                  <a:lnTo>
                    <a:pt x="89306" y="46990"/>
                  </a:lnTo>
                  <a:lnTo>
                    <a:pt x="89306" y="0"/>
                  </a:lnTo>
                  <a:close/>
                </a:path>
                <a:path w="534035" h="116205" extrusionOk="0">
                  <a:moveTo>
                    <a:pt x="184607" y="72009"/>
                  </a:moveTo>
                  <a:lnTo>
                    <a:pt x="170319" y="39065"/>
                  </a:lnTo>
                  <a:lnTo>
                    <a:pt x="170319" y="83921"/>
                  </a:lnTo>
                  <a:lnTo>
                    <a:pt x="167944" y="92176"/>
                  </a:lnTo>
                  <a:lnTo>
                    <a:pt x="158407" y="101701"/>
                  </a:lnTo>
                  <a:lnTo>
                    <a:pt x="152412" y="105346"/>
                  </a:lnTo>
                  <a:lnTo>
                    <a:pt x="138125" y="105346"/>
                  </a:lnTo>
                  <a:lnTo>
                    <a:pt x="132168" y="101701"/>
                  </a:lnTo>
                  <a:lnTo>
                    <a:pt x="128600" y="96939"/>
                  </a:lnTo>
                  <a:lnTo>
                    <a:pt x="123837" y="92176"/>
                  </a:lnTo>
                  <a:lnTo>
                    <a:pt x="121450" y="83921"/>
                  </a:lnTo>
                  <a:lnTo>
                    <a:pt x="121475" y="62420"/>
                  </a:lnTo>
                  <a:lnTo>
                    <a:pt x="123837" y="55346"/>
                  </a:lnTo>
                  <a:lnTo>
                    <a:pt x="128600" y="49314"/>
                  </a:lnTo>
                  <a:lnTo>
                    <a:pt x="132168" y="44551"/>
                  </a:lnTo>
                  <a:lnTo>
                    <a:pt x="138125" y="42164"/>
                  </a:lnTo>
                  <a:lnTo>
                    <a:pt x="152412" y="42164"/>
                  </a:lnTo>
                  <a:lnTo>
                    <a:pt x="170319" y="83921"/>
                  </a:lnTo>
                  <a:lnTo>
                    <a:pt x="170319" y="39065"/>
                  </a:lnTo>
                  <a:lnTo>
                    <a:pt x="167081" y="36360"/>
                  </a:lnTo>
                  <a:lnTo>
                    <a:pt x="160782" y="32981"/>
                  </a:lnTo>
                  <a:lnTo>
                    <a:pt x="153568" y="30949"/>
                  </a:lnTo>
                  <a:lnTo>
                    <a:pt x="145262" y="30264"/>
                  </a:lnTo>
                  <a:lnTo>
                    <a:pt x="137909" y="30949"/>
                  </a:lnTo>
                  <a:lnTo>
                    <a:pt x="138150" y="30949"/>
                  </a:lnTo>
                  <a:lnTo>
                    <a:pt x="107861" y="62420"/>
                  </a:lnTo>
                  <a:lnTo>
                    <a:pt x="107238" y="72009"/>
                  </a:lnTo>
                  <a:lnTo>
                    <a:pt x="107162" y="73126"/>
                  </a:lnTo>
                  <a:lnTo>
                    <a:pt x="107810" y="82651"/>
                  </a:lnTo>
                  <a:lnTo>
                    <a:pt x="107835" y="83185"/>
                  </a:lnTo>
                  <a:lnTo>
                    <a:pt x="136969" y="115328"/>
                  </a:lnTo>
                  <a:lnTo>
                    <a:pt x="145262" y="115989"/>
                  </a:lnTo>
                  <a:lnTo>
                    <a:pt x="152412" y="115989"/>
                  </a:lnTo>
                  <a:lnTo>
                    <a:pt x="159524" y="114871"/>
                  </a:lnTo>
                  <a:lnTo>
                    <a:pt x="165557" y="111226"/>
                  </a:lnTo>
                  <a:lnTo>
                    <a:pt x="171450" y="107734"/>
                  </a:lnTo>
                  <a:lnTo>
                    <a:pt x="173824" y="105346"/>
                  </a:lnTo>
                  <a:lnTo>
                    <a:pt x="176199" y="102971"/>
                  </a:lnTo>
                  <a:lnTo>
                    <a:pt x="179844" y="96939"/>
                  </a:lnTo>
                  <a:lnTo>
                    <a:pt x="182245" y="91059"/>
                  </a:lnTo>
                  <a:lnTo>
                    <a:pt x="184607" y="82651"/>
                  </a:lnTo>
                  <a:lnTo>
                    <a:pt x="184607" y="72009"/>
                  </a:lnTo>
                  <a:close/>
                </a:path>
                <a:path w="534035" h="116205" extrusionOk="0">
                  <a:moveTo>
                    <a:pt x="214299" y="571"/>
                  </a:moveTo>
                  <a:lnTo>
                    <a:pt x="200025" y="571"/>
                  </a:lnTo>
                  <a:lnTo>
                    <a:pt x="200025" y="114871"/>
                  </a:lnTo>
                  <a:lnTo>
                    <a:pt x="214299" y="114871"/>
                  </a:lnTo>
                  <a:lnTo>
                    <a:pt x="214299" y="571"/>
                  </a:lnTo>
                  <a:close/>
                </a:path>
                <a:path w="534035" h="116205" extrusionOk="0">
                  <a:moveTo>
                    <a:pt x="302399" y="571"/>
                  </a:moveTo>
                  <a:lnTo>
                    <a:pt x="289382" y="571"/>
                  </a:lnTo>
                  <a:lnTo>
                    <a:pt x="289382" y="85026"/>
                  </a:lnTo>
                  <a:lnTo>
                    <a:pt x="287020" y="92176"/>
                  </a:lnTo>
                  <a:lnTo>
                    <a:pt x="282244" y="96939"/>
                  </a:lnTo>
                  <a:lnTo>
                    <a:pt x="278587" y="102971"/>
                  </a:lnTo>
                  <a:lnTo>
                    <a:pt x="273824" y="105346"/>
                  </a:lnTo>
                  <a:lnTo>
                    <a:pt x="260807" y="105346"/>
                  </a:lnTo>
                  <a:lnTo>
                    <a:pt x="256044" y="101701"/>
                  </a:lnTo>
                  <a:lnTo>
                    <a:pt x="246519" y="92176"/>
                  </a:lnTo>
                  <a:lnTo>
                    <a:pt x="245249" y="83921"/>
                  </a:lnTo>
                  <a:lnTo>
                    <a:pt x="245249" y="62484"/>
                  </a:lnTo>
                  <a:lnTo>
                    <a:pt x="246519" y="54076"/>
                  </a:lnTo>
                  <a:lnTo>
                    <a:pt x="251282" y="49314"/>
                  </a:lnTo>
                  <a:lnTo>
                    <a:pt x="254774" y="44551"/>
                  </a:lnTo>
                  <a:lnTo>
                    <a:pt x="260807" y="42164"/>
                  </a:lnTo>
                  <a:lnTo>
                    <a:pt x="272719" y="42164"/>
                  </a:lnTo>
                  <a:lnTo>
                    <a:pt x="289382" y="85026"/>
                  </a:lnTo>
                  <a:lnTo>
                    <a:pt x="289382" y="571"/>
                  </a:lnTo>
                  <a:lnTo>
                    <a:pt x="288112" y="571"/>
                  </a:lnTo>
                  <a:lnTo>
                    <a:pt x="288112" y="41059"/>
                  </a:lnTo>
                  <a:lnTo>
                    <a:pt x="285750" y="38671"/>
                  </a:lnTo>
                  <a:lnTo>
                    <a:pt x="282244" y="35026"/>
                  </a:lnTo>
                  <a:lnTo>
                    <a:pt x="278587" y="33909"/>
                  </a:lnTo>
                  <a:lnTo>
                    <a:pt x="275094" y="31534"/>
                  </a:lnTo>
                  <a:lnTo>
                    <a:pt x="270332" y="30264"/>
                  </a:lnTo>
                  <a:lnTo>
                    <a:pt x="258445" y="30264"/>
                  </a:lnTo>
                  <a:lnTo>
                    <a:pt x="252399" y="32639"/>
                  </a:lnTo>
                  <a:lnTo>
                    <a:pt x="246519" y="36296"/>
                  </a:lnTo>
                  <a:lnTo>
                    <a:pt x="241757" y="38671"/>
                  </a:lnTo>
                  <a:lnTo>
                    <a:pt x="236994" y="44551"/>
                  </a:lnTo>
                  <a:lnTo>
                    <a:pt x="234619" y="50584"/>
                  </a:lnTo>
                  <a:lnTo>
                    <a:pt x="232232" y="57721"/>
                  </a:lnTo>
                  <a:lnTo>
                    <a:pt x="230962" y="64871"/>
                  </a:lnTo>
                  <a:lnTo>
                    <a:pt x="230962" y="81534"/>
                  </a:lnTo>
                  <a:lnTo>
                    <a:pt x="247650" y="111226"/>
                  </a:lnTo>
                  <a:lnTo>
                    <a:pt x="253669" y="114871"/>
                  </a:lnTo>
                  <a:lnTo>
                    <a:pt x="259537" y="115989"/>
                  </a:lnTo>
                  <a:lnTo>
                    <a:pt x="265569" y="115989"/>
                  </a:lnTo>
                  <a:lnTo>
                    <a:pt x="286854" y="105346"/>
                  </a:lnTo>
                  <a:lnTo>
                    <a:pt x="289382" y="104076"/>
                  </a:lnTo>
                  <a:lnTo>
                    <a:pt x="289382" y="114871"/>
                  </a:lnTo>
                  <a:lnTo>
                    <a:pt x="302399" y="114871"/>
                  </a:lnTo>
                  <a:lnTo>
                    <a:pt x="302399" y="104076"/>
                  </a:lnTo>
                  <a:lnTo>
                    <a:pt x="302399" y="571"/>
                  </a:lnTo>
                  <a:close/>
                </a:path>
                <a:path w="534035" h="116205" extrusionOk="0">
                  <a:moveTo>
                    <a:pt x="395274" y="72009"/>
                  </a:moveTo>
                  <a:lnTo>
                    <a:pt x="381000" y="38100"/>
                  </a:lnTo>
                  <a:lnTo>
                    <a:pt x="381000" y="83921"/>
                  </a:lnTo>
                  <a:lnTo>
                    <a:pt x="378599" y="92176"/>
                  </a:lnTo>
                  <a:lnTo>
                    <a:pt x="375107" y="96939"/>
                  </a:lnTo>
                  <a:lnTo>
                    <a:pt x="370344" y="101701"/>
                  </a:lnTo>
                  <a:lnTo>
                    <a:pt x="364312" y="105346"/>
                  </a:lnTo>
                  <a:lnTo>
                    <a:pt x="350024" y="105346"/>
                  </a:lnTo>
                  <a:lnTo>
                    <a:pt x="344170" y="101701"/>
                  </a:lnTo>
                  <a:lnTo>
                    <a:pt x="339394" y="96939"/>
                  </a:lnTo>
                  <a:lnTo>
                    <a:pt x="335737" y="92176"/>
                  </a:lnTo>
                  <a:lnTo>
                    <a:pt x="333375" y="83921"/>
                  </a:lnTo>
                  <a:lnTo>
                    <a:pt x="333375" y="62420"/>
                  </a:lnTo>
                  <a:lnTo>
                    <a:pt x="335737" y="55346"/>
                  </a:lnTo>
                  <a:lnTo>
                    <a:pt x="339394" y="49314"/>
                  </a:lnTo>
                  <a:lnTo>
                    <a:pt x="344170" y="44551"/>
                  </a:lnTo>
                  <a:lnTo>
                    <a:pt x="350024" y="42164"/>
                  </a:lnTo>
                  <a:lnTo>
                    <a:pt x="364312" y="42164"/>
                  </a:lnTo>
                  <a:lnTo>
                    <a:pt x="381000" y="83921"/>
                  </a:lnTo>
                  <a:lnTo>
                    <a:pt x="381000" y="38100"/>
                  </a:lnTo>
                  <a:lnTo>
                    <a:pt x="378853" y="36360"/>
                  </a:lnTo>
                  <a:lnTo>
                    <a:pt x="372275" y="32981"/>
                  </a:lnTo>
                  <a:lnTo>
                    <a:pt x="365010" y="30949"/>
                  </a:lnTo>
                  <a:lnTo>
                    <a:pt x="357174" y="30264"/>
                  </a:lnTo>
                  <a:lnTo>
                    <a:pt x="349326" y="30949"/>
                  </a:lnTo>
                  <a:lnTo>
                    <a:pt x="349580" y="30949"/>
                  </a:lnTo>
                  <a:lnTo>
                    <a:pt x="319786" y="62420"/>
                  </a:lnTo>
                  <a:lnTo>
                    <a:pt x="319151" y="72009"/>
                  </a:lnTo>
                  <a:lnTo>
                    <a:pt x="319074" y="73126"/>
                  </a:lnTo>
                  <a:lnTo>
                    <a:pt x="319747" y="83185"/>
                  </a:lnTo>
                  <a:lnTo>
                    <a:pt x="348703" y="115328"/>
                  </a:lnTo>
                  <a:lnTo>
                    <a:pt x="357174" y="115989"/>
                  </a:lnTo>
                  <a:lnTo>
                    <a:pt x="364312" y="115989"/>
                  </a:lnTo>
                  <a:lnTo>
                    <a:pt x="371475" y="114871"/>
                  </a:lnTo>
                  <a:lnTo>
                    <a:pt x="383362" y="107734"/>
                  </a:lnTo>
                  <a:lnTo>
                    <a:pt x="385749" y="105346"/>
                  </a:lnTo>
                  <a:lnTo>
                    <a:pt x="388124" y="102971"/>
                  </a:lnTo>
                  <a:lnTo>
                    <a:pt x="390525" y="96939"/>
                  </a:lnTo>
                  <a:lnTo>
                    <a:pt x="394157" y="91059"/>
                  </a:lnTo>
                  <a:lnTo>
                    <a:pt x="395109" y="83921"/>
                  </a:lnTo>
                  <a:lnTo>
                    <a:pt x="395198" y="83185"/>
                  </a:lnTo>
                  <a:lnTo>
                    <a:pt x="395274" y="72009"/>
                  </a:lnTo>
                  <a:close/>
                </a:path>
                <a:path w="534035" h="116205" extrusionOk="0">
                  <a:moveTo>
                    <a:pt x="478790" y="31534"/>
                  </a:moveTo>
                  <a:lnTo>
                    <a:pt x="464489" y="31534"/>
                  </a:lnTo>
                  <a:lnTo>
                    <a:pt x="464489" y="83921"/>
                  </a:lnTo>
                  <a:lnTo>
                    <a:pt x="463219" y="88684"/>
                  </a:lnTo>
                  <a:lnTo>
                    <a:pt x="460832" y="95821"/>
                  </a:lnTo>
                  <a:lnTo>
                    <a:pt x="458470" y="99314"/>
                  </a:lnTo>
                  <a:lnTo>
                    <a:pt x="454964" y="100584"/>
                  </a:lnTo>
                  <a:lnTo>
                    <a:pt x="451307" y="102971"/>
                  </a:lnTo>
                  <a:lnTo>
                    <a:pt x="446544" y="104076"/>
                  </a:lnTo>
                  <a:lnTo>
                    <a:pt x="438289" y="104076"/>
                  </a:lnTo>
                  <a:lnTo>
                    <a:pt x="434644" y="102971"/>
                  </a:lnTo>
                  <a:lnTo>
                    <a:pt x="432257" y="100584"/>
                  </a:lnTo>
                  <a:lnTo>
                    <a:pt x="429895" y="99314"/>
                  </a:lnTo>
                  <a:lnTo>
                    <a:pt x="427494" y="95821"/>
                  </a:lnTo>
                  <a:lnTo>
                    <a:pt x="426389" y="92176"/>
                  </a:lnTo>
                  <a:lnTo>
                    <a:pt x="426389" y="31534"/>
                  </a:lnTo>
                  <a:lnTo>
                    <a:pt x="412115" y="31534"/>
                  </a:lnTo>
                  <a:lnTo>
                    <a:pt x="412115" y="93446"/>
                  </a:lnTo>
                  <a:lnTo>
                    <a:pt x="413207" y="95821"/>
                  </a:lnTo>
                  <a:lnTo>
                    <a:pt x="413207" y="100584"/>
                  </a:lnTo>
                  <a:lnTo>
                    <a:pt x="434644" y="115989"/>
                  </a:lnTo>
                  <a:lnTo>
                    <a:pt x="439420" y="115989"/>
                  </a:lnTo>
                  <a:lnTo>
                    <a:pt x="447700" y="115112"/>
                  </a:lnTo>
                  <a:lnTo>
                    <a:pt x="454761" y="112572"/>
                  </a:lnTo>
                  <a:lnTo>
                    <a:pt x="460705" y="108483"/>
                  </a:lnTo>
                  <a:lnTo>
                    <a:pt x="465594" y="102971"/>
                  </a:lnTo>
                  <a:lnTo>
                    <a:pt x="465594" y="114871"/>
                  </a:lnTo>
                  <a:lnTo>
                    <a:pt x="478790" y="114871"/>
                  </a:lnTo>
                  <a:lnTo>
                    <a:pt x="478790" y="31534"/>
                  </a:lnTo>
                  <a:close/>
                </a:path>
                <a:path w="534035" h="116205" extrusionOk="0">
                  <a:moveTo>
                    <a:pt x="533552" y="114871"/>
                  </a:moveTo>
                  <a:lnTo>
                    <a:pt x="531164" y="101701"/>
                  </a:lnTo>
                  <a:lnTo>
                    <a:pt x="528789" y="102971"/>
                  </a:lnTo>
                  <a:lnTo>
                    <a:pt x="522757" y="102971"/>
                  </a:lnTo>
                  <a:lnTo>
                    <a:pt x="521639" y="101701"/>
                  </a:lnTo>
                  <a:lnTo>
                    <a:pt x="520369" y="101701"/>
                  </a:lnTo>
                  <a:lnTo>
                    <a:pt x="519264" y="100584"/>
                  </a:lnTo>
                  <a:lnTo>
                    <a:pt x="517994" y="100584"/>
                  </a:lnTo>
                  <a:lnTo>
                    <a:pt x="517994" y="99314"/>
                  </a:lnTo>
                  <a:lnTo>
                    <a:pt x="516890" y="98209"/>
                  </a:lnTo>
                  <a:lnTo>
                    <a:pt x="516890" y="43434"/>
                  </a:lnTo>
                  <a:lnTo>
                    <a:pt x="531164" y="43434"/>
                  </a:lnTo>
                  <a:lnTo>
                    <a:pt x="531164" y="31534"/>
                  </a:lnTo>
                  <a:lnTo>
                    <a:pt x="516890" y="31534"/>
                  </a:lnTo>
                  <a:lnTo>
                    <a:pt x="516890" y="2959"/>
                  </a:lnTo>
                  <a:lnTo>
                    <a:pt x="502589" y="11214"/>
                  </a:lnTo>
                  <a:lnTo>
                    <a:pt x="502589" y="31534"/>
                  </a:lnTo>
                  <a:lnTo>
                    <a:pt x="493064" y="31534"/>
                  </a:lnTo>
                  <a:lnTo>
                    <a:pt x="493064" y="43434"/>
                  </a:lnTo>
                  <a:lnTo>
                    <a:pt x="502589" y="43434"/>
                  </a:lnTo>
                  <a:lnTo>
                    <a:pt x="502589" y="98209"/>
                  </a:lnTo>
                  <a:lnTo>
                    <a:pt x="503707" y="104076"/>
                  </a:lnTo>
                  <a:lnTo>
                    <a:pt x="504977" y="106464"/>
                  </a:lnTo>
                  <a:lnTo>
                    <a:pt x="506095" y="110109"/>
                  </a:lnTo>
                  <a:lnTo>
                    <a:pt x="507365" y="111226"/>
                  </a:lnTo>
                  <a:lnTo>
                    <a:pt x="510844" y="113601"/>
                  </a:lnTo>
                  <a:lnTo>
                    <a:pt x="513232" y="114871"/>
                  </a:lnTo>
                  <a:lnTo>
                    <a:pt x="533552" y="114871"/>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344" name="Google Shape;2344;p103"/>
            <p:cNvPicPr preferRelativeResize="0"/>
            <p:nvPr/>
          </p:nvPicPr>
          <p:blipFill rotWithShape="1">
            <a:blip r:embed="rId7">
              <a:alphaModFix/>
            </a:blip>
            <a:srcRect/>
            <a:stretch/>
          </p:blipFill>
          <p:spPr>
            <a:xfrm>
              <a:off x="4680783" y="2250851"/>
              <a:ext cx="205901" cy="113029"/>
            </a:xfrm>
            <a:prstGeom prst="rect">
              <a:avLst/>
            </a:prstGeom>
            <a:noFill/>
            <a:ln>
              <a:noFill/>
            </a:ln>
          </p:spPr>
        </p:pic>
      </p:grpSp>
      <p:pic>
        <p:nvPicPr>
          <p:cNvPr id="2345" name="Google Shape;2345;p103"/>
          <p:cNvPicPr preferRelativeResize="0"/>
          <p:nvPr/>
        </p:nvPicPr>
        <p:blipFill rotWithShape="1">
          <a:blip r:embed="rId8">
            <a:alphaModFix/>
          </a:blip>
          <a:srcRect/>
          <a:stretch/>
        </p:blipFill>
        <p:spPr>
          <a:xfrm>
            <a:off x="3542694" y="6737092"/>
            <a:ext cx="73819" cy="115521"/>
          </a:xfrm>
          <a:prstGeom prst="rect">
            <a:avLst/>
          </a:prstGeom>
          <a:noFill/>
          <a:ln>
            <a:noFill/>
          </a:ln>
        </p:spPr>
      </p:pic>
      <p:pic>
        <p:nvPicPr>
          <p:cNvPr id="2346" name="Google Shape;2346;p103"/>
          <p:cNvPicPr preferRelativeResize="0"/>
          <p:nvPr/>
        </p:nvPicPr>
        <p:blipFill rotWithShape="1">
          <a:blip r:embed="rId9">
            <a:alphaModFix/>
          </a:blip>
          <a:srcRect/>
          <a:stretch/>
        </p:blipFill>
        <p:spPr>
          <a:xfrm>
            <a:off x="4984745" y="6739473"/>
            <a:ext cx="76359" cy="113140"/>
          </a:xfrm>
          <a:prstGeom prst="rect">
            <a:avLst/>
          </a:prstGeom>
          <a:noFill/>
          <a:ln>
            <a:noFill/>
          </a:ln>
        </p:spPr>
      </p:pic>
      <p:grpSp>
        <p:nvGrpSpPr>
          <p:cNvPr id="2347" name="Google Shape;2347;p103"/>
          <p:cNvGrpSpPr/>
          <p:nvPr/>
        </p:nvGrpSpPr>
        <p:grpSpPr>
          <a:xfrm>
            <a:off x="6393520" y="6737092"/>
            <a:ext cx="152561" cy="115521"/>
            <a:chOff x="6309749" y="5619940"/>
            <a:chExt cx="152561" cy="115521"/>
          </a:xfrm>
        </p:grpSpPr>
        <p:sp>
          <p:nvSpPr>
            <p:cNvPr id="2348" name="Google Shape;2348;p103"/>
            <p:cNvSpPr/>
            <p:nvPr/>
          </p:nvSpPr>
          <p:spPr>
            <a:xfrm>
              <a:off x="6309749" y="5619940"/>
              <a:ext cx="43180" cy="114935"/>
            </a:xfrm>
            <a:custGeom>
              <a:avLst/>
              <a:gdLst/>
              <a:ahLst/>
              <a:cxnLst/>
              <a:rect l="l" t="t" r="r" b="b"/>
              <a:pathLst>
                <a:path w="43179" h="114935" extrusionOk="0">
                  <a:moveTo>
                    <a:pt x="43022" y="0"/>
                  </a:moveTo>
                  <a:lnTo>
                    <a:pt x="33496" y="0"/>
                  </a:lnTo>
                  <a:lnTo>
                    <a:pt x="31115" y="4761"/>
                  </a:lnTo>
                  <a:lnTo>
                    <a:pt x="26353" y="10714"/>
                  </a:lnTo>
                  <a:lnTo>
                    <a:pt x="21590" y="15477"/>
                  </a:lnTo>
                  <a:lnTo>
                    <a:pt x="15557" y="20239"/>
                  </a:lnTo>
                  <a:lnTo>
                    <a:pt x="8412" y="25002"/>
                  </a:lnTo>
                  <a:lnTo>
                    <a:pt x="0" y="28575"/>
                  </a:lnTo>
                  <a:lnTo>
                    <a:pt x="0" y="41686"/>
                  </a:lnTo>
                  <a:lnTo>
                    <a:pt x="4762" y="40496"/>
                  </a:lnTo>
                  <a:lnTo>
                    <a:pt x="9525" y="38113"/>
                  </a:lnTo>
                  <a:lnTo>
                    <a:pt x="15557" y="34527"/>
                  </a:lnTo>
                  <a:lnTo>
                    <a:pt x="20320" y="32144"/>
                  </a:lnTo>
                  <a:lnTo>
                    <a:pt x="25082" y="28575"/>
                  </a:lnTo>
                  <a:lnTo>
                    <a:pt x="28735" y="25002"/>
                  </a:lnTo>
                  <a:lnTo>
                    <a:pt x="28735" y="114330"/>
                  </a:lnTo>
                  <a:lnTo>
                    <a:pt x="43022" y="114330"/>
                  </a:lnTo>
                  <a:lnTo>
                    <a:pt x="43022"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349" name="Google Shape;2349;p103"/>
            <p:cNvPicPr preferRelativeResize="0"/>
            <p:nvPr/>
          </p:nvPicPr>
          <p:blipFill rotWithShape="1">
            <a:blip r:embed="rId10">
              <a:alphaModFix/>
            </a:blip>
            <a:srcRect/>
            <a:stretch/>
          </p:blipFill>
          <p:spPr>
            <a:xfrm>
              <a:off x="6388491" y="5619940"/>
              <a:ext cx="73819" cy="115521"/>
            </a:xfrm>
            <a:prstGeom prst="rect">
              <a:avLst/>
            </a:prstGeom>
            <a:noFill/>
            <a:ln>
              <a:noFill/>
            </a:ln>
          </p:spPr>
        </p:pic>
      </p:grpSp>
      <p:grpSp>
        <p:nvGrpSpPr>
          <p:cNvPr id="2350" name="Google Shape;2350;p103"/>
          <p:cNvGrpSpPr/>
          <p:nvPr/>
        </p:nvGrpSpPr>
        <p:grpSpPr>
          <a:xfrm>
            <a:off x="7836903" y="6737092"/>
            <a:ext cx="152404" cy="115521"/>
            <a:chOff x="7753132" y="5619940"/>
            <a:chExt cx="152404" cy="115521"/>
          </a:xfrm>
        </p:grpSpPr>
        <p:sp>
          <p:nvSpPr>
            <p:cNvPr id="2351" name="Google Shape;2351;p103"/>
            <p:cNvSpPr/>
            <p:nvPr/>
          </p:nvSpPr>
          <p:spPr>
            <a:xfrm>
              <a:off x="7753132" y="5619940"/>
              <a:ext cx="41910" cy="114935"/>
            </a:xfrm>
            <a:custGeom>
              <a:avLst/>
              <a:gdLst/>
              <a:ahLst/>
              <a:cxnLst/>
              <a:rect l="l" t="t" r="r" b="b"/>
              <a:pathLst>
                <a:path w="41909" h="114935" extrusionOk="0">
                  <a:moveTo>
                    <a:pt x="41752" y="0"/>
                  </a:moveTo>
                  <a:lnTo>
                    <a:pt x="32226" y="0"/>
                  </a:lnTo>
                  <a:lnTo>
                    <a:pt x="29845" y="4761"/>
                  </a:lnTo>
                  <a:lnTo>
                    <a:pt x="26193" y="10714"/>
                  </a:lnTo>
                  <a:lnTo>
                    <a:pt x="14287" y="20239"/>
                  </a:lnTo>
                  <a:lnTo>
                    <a:pt x="7142" y="25002"/>
                  </a:lnTo>
                  <a:lnTo>
                    <a:pt x="0" y="28575"/>
                  </a:lnTo>
                  <a:lnTo>
                    <a:pt x="0" y="41686"/>
                  </a:lnTo>
                  <a:lnTo>
                    <a:pt x="3651" y="40496"/>
                  </a:lnTo>
                  <a:lnTo>
                    <a:pt x="8412" y="38113"/>
                  </a:lnTo>
                  <a:lnTo>
                    <a:pt x="14287" y="34527"/>
                  </a:lnTo>
                  <a:lnTo>
                    <a:pt x="19050" y="32144"/>
                  </a:lnTo>
                  <a:lnTo>
                    <a:pt x="23812" y="28575"/>
                  </a:lnTo>
                  <a:lnTo>
                    <a:pt x="27463" y="25002"/>
                  </a:lnTo>
                  <a:lnTo>
                    <a:pt x="27463" y="114330"/>
                  </a:lnTo>
                  <a:lnTo>
                    <a:pt x="41752" y="114330"/>
                  </a:lnTo>
                  <a:lnTo>
                    <a:pt x="41752"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352" name="Google Shape;2352;p103"/>
            <p:cNvPicPr preferRelativeResize="0"/>
            <p:nvPr/>
          </p:nvPicPr>
          <p:blipFill rotWithShape="1">
            <a:blip r:embed="rId11">
              <a:alphaModFix/>
            </a:blip>
            <a:srcRect/>
            <a:stretch/>
          </p:blipFill>
          <p:spPr>
            <a:xfrm>
              <a:off x="7830605" y="5622321"/>
              <a:ext cx="74931" cy="113140"/>
            </a:xfrm>
            <a:prstGeom prst="rect">
              <a:avLst/>
            </a:prstGeom>
            <a:noFill/>
            <a:ln>
              <a:noFill/>
            </a:ln>
          </p:spPr>
        </p:pic>
      </p:grpSp>
      <p:pic>
        <p:nvPicPr>
          <p:cNvPr id="2353" name="Google Shape;2353;p103"/>
          <p:cNvPicPr preferRelativeResize="0"/>
          <p:nvPr/>
        </p:nvPicPr>
        <p:blipFill rotWithShape="1">
          <a:blip r:embed="rId12">
            <a:alphaModFix/>
          </a:blip>
          <a:srcRect/>
          <a:stretch/>
        </p:blipFill>
        <p:spPr>
          <a:xfrm>
            <a:off x="9266000" y="6737092"/>
            <a:ext cx="164309" cy="115521"/>
          </a:xfrm>
          <a:prstGeom prst="rect">
            <a:avLst/>
          </a:prstGeom>
          <a:noFill/>
          <a:ln>
            <a:noFill/>
          </a:ln>
        </p:spPr>
      </p:pic>
      <p:grpSp>
        <p:nvGrpSpPr>
          <p:cNvPr id="2354" name="Google Shape;2354;p103"/>
          <p:cNvGrpSpPr/>
          <p:nvPr/>
        </p:nvGrpSpPr>
        <p:grpSpPr>
          <a:xfrm>
            <a:off x="5047090" y="7153131"/>
            <a:ext cx="828870" cy="162564"/>
            <a:chOff x="5655983" y="5845031"/>
            <a:chExt cx="828870" cy="162564"/>
          </a:xfrm>
        </p:grpSpPr>
        <p:sp>
          <p:nvSpPr>
            <p:cNvPr id="2355" name="Google Shape;2355;p103"/>
            <p:cNvSpPr/>
            <p:nvPr/>
          </p:nvSpPr>
          <p:spPr>
            <a:xfrm>
              <a:off x="5655983" y="5845035"/>
              <a:ext cx="655320" cy="162560"/>
            </a:xfrm>
            <a:custGeom>
              <a:avLst/>
              <a:gdLst/>
              <a:ahLst/>
              <a:cxnLst/>
              <a:rect l="l" t="t" r="r" b="b"/>
              <a:pathLst>
                <a:path w="655320" h="162560" extrusionOk="0">
                  <a:moveTo>
                    <a:pt x="96520" y="29768"/>
                  </a:moveTo>
                  <a:lnTo>
                    <a:pt x="94145" y="25006"/>
                  </a:lnTo>
                  <a:lnTo>
                    <a:pt x="91757" y="19050"/>
                  </a:lnTo>
                  <a:lnTo>
                    <a:pt x="89382" y="14287"/>
                  </a:lnTo>
                  <a:lnTo>
                    <a:pt x="85725" y="9525"/>
                  </a:lnTo>
                  <a:lnTo>
                    <a:pt x="82232" y="7150"/>
                  </a:lnTo>
                  <a:lnTo>
                    <a:pt x="78587" y="5334"/>
                  </a:lnTo>
                  <a:lnTo>
                    <a:pt x="78587" y="30962"/>
                  </a:lnTo>
                  <a:lnTo>
                    <a:pt x="78587" y="44056"/>
                  </a:lnTo>
                  <a:lnTo>
                    <a:pt x="76200" y="50012"/>
                  </a:lnTo>
                  <a:lnTo>
                    <a:pt x="71437" y="53594"/>
                  </a:lnTo>
                  <a:lnTo>
                    <a:pt x="67945" y="57162"/>
                  </a:lnTo>
                  <a:lnTo>
                    <a:pt x="59537" y="59550"/>
                  </a:lnTo>
                  <a:lnTo>
                    <a:pt x="16675" y="59550"/>
                  </a:lnTo>
                  <a:lnTo>
                    <a:pt x="16675" y="14287"/>
                  </a:lnTo>
                  <a:lnTo>
                    <a:pt x="56045" y="14287"/>
                  </a:lnTo>
                  <a:lnTo>
                    <a:pt x="61912" y="15481"/>
                  </a:lnTo>
                  <a:lnTo>
                    <a:pt x="64300" y="15481"/>
                  </a:lnTo>
                  <a:lnTo>
                    <a:pt x="78587" y="30962"/>
                  </a:lnTo>
                  <a:lnTo>
                    <a:pt x="78587" y="5334"/>
                  </a:lnTo>
                  <a:lnTo>
                    <a:pt x="72707" y="2387"/>
                  </a:lnTo>
                  <a:lnTo>
                    <a:pt x="66675" y="1193"/>
                  </a:lnTo>
                  <a:lnTo>
                    <a:pt x="61912" y="0"/>
                  </a:lnTo>
                  <a:lnTo>
                    <a:pt x="0" y="0"/>
                  </a:lnTo>
                  <a:lnTo>
                    <a:pt x="0" y="125044"/>
                  </a:lnTo>
                  <a:lnTo>
                    <a:pt x="16675" y="125044"/>
                  </a:lnTo>
                  <a:lnTo>
                    <a:pt x="16675" y="73837"/>
                  </a:lnTo>
                  <a:lnTo>
                    <a:pt x="48895" y="73837"/>
                  </a:lnTo>
                  <a:lnTo>
                    <a:pt x="85725" y="63119"/>
                  </a:lnTo>
                  <a:lnTo>
                    <a:pt x="87134" y="59550"/>
                  </a:lnTo>
                  <a:lnTo>
                    <a:pt x="96520" y="35725"/>
                  </a:lnTo>
                  <a:lnTo>
                    <a:pt x="96520" y="29768"/>
                  </a:lnTo>
                  <a:close/>
                </a:path>
                <a:path w="655320" h="162560" extrusionOk="0">
                  <a:moveTo>
                    <a:pt x="194157" y="78600"/>
                  </a:moveTo>
                  <a:lnTo>
                    <a:pt x="178600" y="42164"/>
                  </a:lnTo>
                  <a:lnTo>
                    <a:pt x="178600" y="79794"/>
                  </a:lnTo>
                  <a:lnTo>
                    <a:pt x="178206" y="86893"/>
                  </a:lnTo>
                  <a:lnTo>
                    <a:pt x="178130" y="88074"/>
                  </a:lnTo>
                  <a:lnTo>
                    <a:pt x="159550" y="114312"/>
                  </a:lnTo>
                  <a:lnTo>
                    <a:pt x="144145" y="114312"/>
                  </a:lnTo>
                  <a:lnTo>
                    <a:pt x="125095" y="79794"/>
                  </a:lnTo>
                  <a:lnTo>
                    <a:pt x="125552" y="71513"/>
                  </a:lnTo>
                  <a:lnTo>
                    <a:pt x="144145" y="45250"/>
                  </a:lnTo>
                  <a:lnTo>
                    <a:pt x="159550" y="45250"/>
                  </a:lnTo>
                  <a:lnTo>
                    <a:pt x="178600" y="79794"/>
                  </a:lnTo>
                  <a:lnTo>
                    <a:pt x="178600" y="42164"/>
                  </a:lnTo>
                  <a:lnTo>
                    <a:pt x="175691" y="39687"/>
                  </a:lnTo>
                  <a:lnTo>
                    <a:pt x="168503" y="35572"/>
                  </a:lnTo>
                  <a:lnTo>
                    <a:pt x="160439" y="33020"/>
                  </a:lnTo>
                  <a:lnTo>
                    <a:pt x="151295" y="32143"/>
                  </a:lnTo>
                  <a:lnTo>
                    <a:pt x="143433" y="32816"/>
                  </a:lnTo>
                  <a:lnTo>
                    <a:pt x="112979" y="58204"/>
                  </a:lnTo>
                  <a:lnTo>
                    <a:pt x="109537" y="79794"/>
                  </a:lnTo>
                  <a:lnTo>
                    <a:pt x="110236" y="90728"/>
                  </a:lnTo>
                  <a:lnTo>
                    <a:pt x="134581" y="124155"/>
                  </a:lnTo>
                  <a:lnTo>
                    <a:pt x="151295" y="127431"/>
                  </a:lnTo>
                  <a:lnTo>
                    <a:pt x="159550" y="127431"/>
                  </a:lnTo>
                  <a:lnTo>
                    <a:pt x="191617" y="100330"/>
                  </a:lnTo>
                  <a:lnTo>
                    <a:pt x="194132" y="79794"/>
                  </a:lnTo>
                  <a:lnTo>
                    <a:pt x="194157" y="78600"/>
                  </a:lnTo>
                  <a:close/>
                </a:path>
                <a:path w="655320" h="162560" extrusionOk="0">
                  <a:moveTo>
                    <a:pt x="227495" y="0"/>
                  </a:moveTo>
                  <a:lnTo>
                    <a:pt x="211937" y="0"/>
                  </a:lnTo>
                  <a:lnTo>
                    <a:pt x="211937" y="125044"/>
                  </a:lnTo>
                  <a:lnTo>
                    <a:pt x="227495" y="125044"/>
                  </a:lnTo>
                  <a:lnTo>
                    <a:pt x="227495" y="0"/>
                  </a:lnTo>
                  <a:close/>
                </a:path>
                <a:path w="655320" h="162560" extrusionOk="0">
                  <a:moveTo>
                    <a:pt x="325132" y="34531"/>
                  </a:moveTo>
                  <a:lnTo>
                    <a:pt x="309727" y="34531"/>
                  </a:lnTo>
                  <a:lnTo>
                    <a:pt x="290677" y="86931"/>
                  </a:lnTo>
                  <a:lnTo>
                    <a:pt x="285915" y="101219"/>
                  </a:lnTo>
                  <a:lnTo>
                    <a:pt x="284645" y="108369"/>
                  </a:lnTo>
                  <a:lnTo>
                    <a:pt x="277507" y="86931"/>
                  </a:lnTo>
                  <a:lnTo>
                    <a:pt x="258457" y="34531"/>
                  </a:lnTo>
                  <a:lnTo>
                    <a:pt x="241782" y="34531"/>
                  </a:lnTo>
                  <a:lnTo>
                    <a:pt x="276390" y="125044"/>
                  </a:lnTo>
                  <a:lnTo>
                    <a:pt x="276390" y="126238"/>
                  </a:lnTo>
                  <a:lnTo>
                    <a:pt x="275120" y="127431"/>
                  </a:lnTo>
                  <a:lnTo>
                    <a:pt x="275120" y="128625"/>
                  </a:lnTo>
                  <a:lnTo>
                    <a:pt x="272745" y="134569"/>
                  </a:lnTo>
                  <a:lnTo>
                    <a:pt x="271627" y="138150"/>
                  </a:lnTo>
                  <a:lnTo>
                    <a:pt x="270357" y="140525"/>
                  </a:lnTo>
                  <a:lnTo>
                    <a:pt x="269252" y="141719"/>
                  </a:lnTo>
                  <a:lnTo>
                    <a:pt x="267982" y="144094"/>
                  </a:lnTo>
                  <a:lnTo>
                    <a:pt x="263220" y="146481"/>
                  </a:lnTo>
                  <a:lnTo>
                    <a:pt x="251307" y="146481"/>
                  </a:lnTo>
                  <a:lnTo>
                    <a:pt x="248932" y="145288"/>
                  </a:lnTo>
                  <a:lnTo>
                    <a:pt x="250202" y="159575"/>
                  </a:lnTo>
                  <a:lnTo>
                    <a:pt x="257340" y="161963"/>
                  </a:lnTo>
                  <a:lnTo>
                    <a:pt x="265595" y="161963"/>
                  </a:lnTo>
                  <a:lnTo>
                    <a:pt x="269252" y="160769"/>
                  </a:lnTo>
                  <a:lnTo>
                    <a:pt x="276390" y="156006"/>
                  </a:lnTo>
                  <a:lnTo>
                    <a:pt x="279882" y="152438"/>
                  </a:lnTo>
                  <a:lnTo>
                    <a:pt x="282270" y="146481"/>
                  </a:lnTo>
                  <a:lnTo>
                    <a:pt x="284645" y="142913"/>
                  </a:lnTo>
                  <a:lnTo>
                    <a:pt x="287032" y="135763"/>
                  </a:lnTo>
                  <a:lnTo>
                    <a:pt x="325132" y="34531"/>
                  </a:lnTo>
                  <a:close/>
                </a:path>
                <a:path w="655320" h="162560" extrusionOk="0">
                  <a:moveTo>
                    <a:pt x="412127" y="61925"/>
                  </a:moveTo>
                  <a:lnTo>
                    <a:pt x="410857" y="57162"/>
                  </a:lnTo>
                  <a:lnTo>
                    <a:pt x="410857" y="54787"/>
                  </a:lnTo>
                  <a:lnTo>
                    <a:pt x="409740" y="50012"/>
                  </a:lnTo>
                  <a:lnTo>
                    <a:pt x="408470" y="46431"/>
                  </a:lnTo>
                  <a:lnTo>
                    <a:pt x="406095" y="42862"/>
                  </a:lnTo>
                  <a:lnTo>
                    <a:pt x="400215" y="36906"/>
                  </a:lnTo>
                  <a:lnTo>
                    <a:pt x="395452" y="35725"/>
                  </a:lnTo>
                  <a:lnTo>
                    <a:pt x="391807" y="33337"/>
                  </a:lnTo>
                  <a:lnTo>
                    <a:pt x="385927" y="32143"/>
                  </a:lnTo>
                  <a:lnTo>
                    <a:pt x="381165" y="32143"/>
                  </a:lnTo>
                  <a:lnTo>
                    <a:pt x="371970" y="33223"/>
                  </a:lnTo>
                  <a:lnTo>
                    <a:pt x="364147" y="36322"/>
                  </a:lnTo>
                  <a:lnTo>
                    <a:pt x="357682" y="41186"/>
                  </a:lnTo>
                  <a:lnTo>
                    <a:pt x="352590" y="47625"/>
                  </a:lnTo>
                  <a:lnTo>
                    <a:pt x="352590" y="34531"/>
                  </a:lnTo>
                  <a:lnTo>
                    <a:pt x="338302" y="34531"/>
                  </a:lnTo>
                  <a:lnTo>
                    <a:pt x="338302" y="125044"/>
                  </a:lnTo>
                  <a:lnTo>
                    <a:pt x="353707" y="125044"/>
                  </a:lnTo>
                  <a:lnTo>
                    <a:pt x="353707" y="64312"/>
                  </a:lnTo>
                  <a:lnTo>
                    <a:pt x="356082" y="55981"/>
                  </a:lnTo>
                  <a:lnTo>
                    <a:pt x="360845" y="52387"/>
                  </a:lnTo>
                  <a:lnTo>
                    <a:pt x="365607" y="47625"/>
                  </a:lnTo>
                  <a:lnTo>
                    <a:pt x="371640" y="45250"/>
                  </a:lnTo>
                  <a:lnTo>
                    <a:pt x="381165" y="45250"/>
                  </a:lnTo>
                  <a:lnTo>
                    <a:pt x="384657" y="46431"/>
                  </a:lnTo>
                  <a:lnTo>
                    <a:pt x="388315" y="48818"/>
                  </a:lnTo>
                  <a:lnTo>
                    <a:pt x="391807" y="50012"/>
                  </a:lnTo>
                  <a:lnTo>
                    <a:pt x="393077" y="52387"/>
                  </a:lnTo>
                  <a:lnTo>
                    <a:pt x="395452" y="59550"/>
                  </a:lnTo>
                  <a:lnTo>
                    <a:pt x="396570" y="64312"/>
                  </a:lnTo>
                  <a:lnTo>
                    <a:pt x="396570" y="125044"/>
                  </a:lnTo>
                  <a:lnTo>
                    <a:pt x="412127" y="125044"/>
                  </a:lnTo>
                  <a:lnTo>
                    <a:pt x="412127" y="61925"/>
                  </a:lnTo>
                  <a:close/>
                </a:path>
                <a:path w="655320" h="162560" extrusionOk="0">
                  <a:moveTo>
                    <a:pt x="514515" y="78600"/>
                  </a:moveTo>
                  <a:lnTo>
                    <a:pt x="498957" y="42151"/>
                  </a:lnTo>
                  <a:lnTo>
                    <a:pt x="498957" y="79794"/>
                  </a:lnTo>
                  <a:lnTo>
                    <a:pt x="498576" y="86893"/>
                  </a:lnTo>
                  <a:lnTo>
                    <a:pt x="498500" y="88074"/>
                  </a:lnTo>
                  <a:lnTo>
                    <a:pt x="479907" y="114312"/>
                  </a:lnTo>
                  <a:lnTo>
                    <a:pt x="464515" y="114312"/>
                  </a:lnTo>
                  <a:lnTo>
                    <a:pt x="445465" y="79794"/>
                  </a:lnTo>
                  <a:lnTo>
                    <a:pt x="445909" y="71513"/>
                  </a:lnTo>
                  <a:lnTo>
                    <a:pt x="464515" y="45250"/>
                  </a:lnTo>
                  <a:lnTo>
                    <a:pt x="479907" y="45250"/>
                  </a:lnTo>
                  <a:lnTo>
                    <a:pt x="498957" y="79794"/>
                  </a:lnTo>
                  <a:lnTo>
                    <a:pt x="498957" y="42151"/>
                  </a:lnTo>
                  <a:lnTo>
                    <a:pt x="496062" y="39687"/>
                  </a:lnTo>
                  <a:lnTo>
                    <a:pt x="488861" y="35572"/>
                  </a:lnTo>
                  <a:lnTo>
                    <a:pt x="480809" y="33020"/>
                  </a:lnTo>
                  <a:lnTo>
                    <a:pt x="471652" y="32143"/>
                  </a:lnTo>
                  <a:lnTo>
                    <a:pt x="463804" y="32816"/>
                  </a:lnTo>
                  <a:lnTo>
                    <a:pt x="432917" y="58204"/>
                  </a:lnTo>
                  <a:lnTo>
                    <a:pt x="429907" y="79794"/>
                  </a:lnTo>
                  <a:lnTo>
                    <a:pt x="430606" y="90728"/>
                  </a:lnTo>
                  <a:lnTo>
                    <a:pt x="454952" y="124155"/>
                  </a:lnTo>
                  <a:lnTo>
                    <a:pt x="471652" y="127431"/>
                  </a:lnTo>
                  <a:lnTo>
                    <a:pt x="479907" y="127431"/>
                  </a:lnTo>
                  <a:lnTo>
                    <a:pt x="511517" y="100330"/>
                  </a:lnTo>
                  <a:lnTo>
                    <a:pt x="514464" y="79794"/>
                  </a:lnTo>
                  <a:lnTo>
                    <a:pt x="514515" y="78600"/>
                  </a:lnTo>
                  <a:close/>
                </a:path>
                <a:path w="655320" h="162560" extrusionOk="0">
                  <a:moveTo>
                    <a:pt x="655015" y="52387"/>
                  </a:moveTo>
                  <a:lnTo>
                    <a:pt x="652640" y="45250"/>
                  </a:lnTo>
                  <a:lnTo>
                    <a:pt x="643115" y="35725"/>
                  </a:lnTo>
                  <a:lnTo>
                    <a:pt x="635965" y="32143"/>
                  </a:lnTo>
                  <a:lnTo>
                    <a:pt x="627557" y="32143"/>
                  </a:lnTo>
                  <a:lnTo>
                    <a:pt x="619074" y="33248"/>
                  </a:lnTo>
                  <a:lnTo>
                    <a:pt x="611479" y="36461"/>
                  </a:lnTo>
                  <a:lnTo>
                    <a:pt x="604786" y="41694"/>
                  </a:lnTo>
                  <a:lnTo>
                    <a:pt x="598982" y="48818"/>
                  </a:lnTo>
                  <a:lnTo>
                    <a:pt x="597865" y="44056"/>
                  </a:lnTo>
                  <a:lnTo>
                    <a:pt x="594220" y="39293"/>
                  </a:lnTo>
                  <a:lnTo>
                    <a:pt x="589457" y="36906"/>
                  </a:lnTo>
                  <a:lnTo>
                    <a:pt x="585965" y="33337"/>
                  </a:lnTo>
                  <a:lnTo>
                    <a:pt x="579932" y="32143"/>
                  </a:lnTo>
                  <a:lnTo>
                    <a:pt x="568020" y="32143"/>
                  </a:lnTo>
                  <a:lnTo>
                    <a:pt x="562152" y="33337"/>
                  </a:lnTo>
                  <a:lnTo>
                    <a:pt x="557390" y="36906"/>
                  </a:lnTo>
                  <a:lnTo>
                    <a:pt x="552627" y="39293"/>
                  </a:lnTo>
                  <a:lnTo>
                    <a:pt x="548970" y="42862"/>
                  </a:lnTo>
                  <a:lnTo>
                    <a:pt x="546595" y="47625"/>
                  </a:lnTo>
                  <a:lnTo>
                    <a:pt x="546595" y="34531"/>
                  </a:lnTo>
                  <a:lnTo>
                    <a:pt x="532307" y="34531"/>
                  </a:lnTo>
                  <a:lnTo>
                    <a:pt x="532307" y="125044"/>
                  </a:lnTo>
                  <a:lnTo>
                    <a:pt x="547865" y="125044"/>
                  </a:lnTo>
                  <a:lnTo>
                    <a:pt x="547865" y="70269"/>
                  </a:lnTo>
                  <a:lnTo>
                    <a:pt x="548970" y="63119"/>
                  </a:lnTo>
                  <a:lnTo>
                    <a:pt x="550240" y="59550"/>
                  </a:lnTo>
                  <a:lnTo>
                    <a:pt x="551357" y="54787"/>
                  </a:lnTo>
                  <a:lnTo>
                    <a:pt x="555002" y="51193"/>
                  </a:lnTo>
                  <a:lnTo>
                    <a:pt x="562152" y="46431"/>
                  </a:lnTo>
                  <a:lnTo>
                    <a:pt x="565645" y="45250"/>
                  </a:lnTo>
                  <a:lnTo>
                    <a:pt x="575170" y="45250"/>
                  </a:lnTo>
                  <a:lnTo>
                    <a:pt x="579932" y="47625"/>
                  </a:lnTo>
                  <a:lnTo>
                    <a:pt x="584695" y="54787"/>
                  </a:lnTo>
                  <a:lnTo>
                    <a:pt x="585965" y="59550"/>
                  </a:lnTo>
                  <a:lnTo>
                    <a:pt x="585965" y="125044"/>
                  </a:lnTo>
                  <a:lnTo>
                    <a:pt x="601357" y="125044"/>
                  </a:lnTo>
                  <a:lnTo>
                    <a:pt x="601357" y="63119"/>
                  </a:lnTo>
                  <a:lnTo>
                    <a:pt x="603745" y="55981"/>
                  </a:lnTo>
                  <a:lnTo>
                    <a:pt x="612152" y="47625"/>
                  </a:lnTo>
                  <a:lnTo>
                    <a:pt x="616915" y="45250"/>
                  </a:lnTo>
                  <a:lnTo>
                    <a:pt x="627557" y="45250"/>
                  </a:lnTo>
                  <a:lnTo>
                    <a:pt x="629932" y="46431"/>
                  </a:lnTo>
                  <a:lnTo>
                    <a:pt x="632320" y="48818"/>
                  </a:lnTo>
                  <a:lnTo>
                    <a:pt x="635965" y="50012"/>
                  </a:lnTo>
                  <a:lnTo>
                    <a:pt x="639457" y="57162"/>
                  </a:lnTo>
                  <a:lnTo>
                    <a:pt x="639457" y="125044"/>
                  </a:lnTo>
                  <a:lnTo>
                    <a:pt x="655015" y="125044"/>
                  </a:lnTo>
                  <a:lnTo>
                    <a:pt x="655015" y="52387"/>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356" name="Google Shape;2356;p103"/>
            <p:cNvPicPr preferRelativeResize="0"/>
            <p:nvPr/>
          </p:nvPicPr>
          <p:blipFill rotWithShape="1">
            <a:blip r:embed="rId13">
              <a:alphaModFix/>
            </a:blip>
            <a:srcRect/>
            <a:stretch/>
          </p:blipFill>
          <p:spPr>
            <a:xfrm>
              <a:off x="6333721" y="5845031"/>
              <a:ext cx="151132" cy="127427"/>
            </a:xfrm>
            <a:prstGeom prst="rect">
              <a:avLst/>
            </a:prstGeom>
            <a:noFill/>
            <a:ln>
              <a:noFill/>
            </a:ln>
          </p:spPr>
        </p:pic>
      </p:grpSp>
      <p:grpSp>
        <p:nvGrpSpPr>
          <p:cNvPr id="2357" name="Google Shape;2357;p103"/>
          <p:cNvGrpSpPr/>
          <p:nvPr/>
        </p:nvGrpSpPr>
        <p:grpSpPr>
          <a:xfrm>
            <a:off x="5949781" y="7153131"/>
            <a:ext cx="552619" cy="161955"/>
            <a:chOff x="6558674" y="5845031"/>
            <a:chExt cx="552619" cy="161955"/>
          </a:xfrm>
        </p:grpSpPr>
        <p:pic>
          <p:nvPicPr>
            <p:cNvPr id="2358" name="Google Shape;2358;p103"/>
            <p:cNvPicPr preferRelativeResize="0"/>
            <p:nvPr/>
          </p:nvPicPr>
          <p:blipFill rotWithShape="1">
            <a:blip r:embed="rId14">
              <a:alphaModFix/>
            </a:blip>
            <a:srcRect/>
            <a:stretch/>
          </p:blipFill>
          <p:spPr>
            <a:xfrm>
              <a:off x="6558674" y="5845031"/>
              <a:ext cx="295438" cy="161955"/>
            </a:xfrm>
            <a:prstGeom prst="rect">
              <a:avLst/>
            </a:prstGeom>
            <a:noFill/>
            <a:ln>
              <a:noFill/>
            </a:ln>
          </p:spPr>
        </p:pic>
        <p:pic>
          <p:nvPicPr>
            <p:cNvPr id="2359" name="Google Shape;2359;p103"/>
            <p:cNvPicPr preferRelativeResize="0"/>
            <p:nvPr/>
          </p:nvPicPr>
          <p:blipFill rotWithShape="1">
            <a:blip r:embed="rId15">
              <a:alphaModFix/>
            </a:blip>
            <a:srcRect/>
            <a:stretch/>
          </p:blipFill>
          <p:spPr>
            <a:xfrm>
              <a:off x="6877927" y="5877178"/>
              <a:ext cx="233366" cy="95281"/>
            </a:xfrm>
            <a:prstGeom prst="rect">
              <a:avLst/>
            </a:prstGeom>
            <a:noFill/>
            <a:ln>
              <a:noFill/>
            </a:ln>
          </p:spPr>
        </p:pic>
      </p:grpSp>
      <p:grpSp>
        <p:nvGrpSpPr>
          <p:cNvPr id="2360" name="Google Shape;2360;p103"/>
          <p:cNvGrpSpPr/>
          <p:nvPr/>
        </p:nvGrpSpPr>
        <p:grpSpPr>
          <a:xfrm>
            <a:off x="2122468" y="6488811"/>
            <a:ext cx="259808" cy="152442"/>
            <a:chOff x="3101666" y="5406758"/>
            <a:chExt cx="259808" cy="152442"/>
          </a:xfrm>
        </p:grpSpPr>
        <p:sp>
          <p:nvSpPr>
            <p:cNvPr id="2361" name="Google Shape;2361;p103"/>
            <p:cNvSpPr/>
            <p:nvPr/>
          </p:nvSpPr>
          <p:spPr>
            <a:xfrm>
              <a:off x="3101666" y="5443679"/>
              <a:ext cx="41910" cy="114935"/>
            </a:xfrm>
            <a:custGeom>
              <a:avLst/>
              <a:gdLst/>
              <a:ahLst/>
              <a:cxnLst/>
              <a:rect l="l" t="t" r="r" b="b"/>
              <a:pathLst>
                <a:path w="41910" h="114935" extrusionOk="0">
                  <a:moveTo>
                    <a:pt x="41671" y="0"/>
                  </a:moveTo>
                  <a:lnTo>
                    <a:pt x="32146" y="0"/>
                  </a:lnTo>
                  <a:lnTo>
                    <a:pt x="29764" y="4762"/>
                  </a:lnTo>
                  <a:lnTo>
                    <a:pt x="26193" y="9523"/>
                  </a:lnTo>
                  <a:lnTo>
                    <a:pt x="20239" y="14287"/>
                  </a:lnTo>
                  <a:lnTo>
                    <a:pt x="14286" y="20239"/>
                  </a:lnTo>
                  <a:lnTo>
                    <a:pt x="7142" y="25003"/>
                  </a:lnTo>
                  <a:lnTo>
                    <a:pt x="0" y="28573"/>
                  </a:lnTo>
                  <a:lnTo>
                    <a:pt x="0" y="41687"/>
                  </a:lnTo>
                  <a:lnTo>
                    <a:pt x="3569" y="40497"/>
                  </a:lnTo>
                  <a:lnTo>
                    <a:pt x="8333" y="38115"/>
                  </a:lnTo>
                  <a:lnTo>
                    <a:pt x="14286" y="34542"/>
                  </a:lnTo>
                  <a:lnTo>
                    <a:pt x="19050" y="30972"/>
                  </a:lnTo>
                  <a:lnTo>
                    <a:pt x="23811" y="28573"/>
                  </a:lnTo>
                  <a:lnTo>
                    <a:pt x="27383" y="25003"/>
                  </a:lnTo>
                  <a:lnTo>
                    <a:pt x="27383" y="114331"/>
                  </a:lnTo>
                  <a:lnTo>
                    <a:pt x="41671" y="114331"/>
                  </a:lnTo>
                  <a:lnTo>
                    <a:pt x="41671"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362" name="Google Shape;2362;p103"/>
            <p:cNvPicPr preferRelativeResize="0"/>
            <p:nvPr/>
          </p:nvPicPr>
          <p:blipFill rotWithShape="1">
            <a:blip r:embed="rId16">
              <a:alphaModFix/>
            </a:blip>
            <a:srcRect/>
            <a:stretch/>
          </p:blipFill>
          <p:spPr>
            <a:xfrm>
              <a:off x="3179074" y="5443679"/>
              <a:ext cx="73819" cy="115521"/>
            </a:xfrm>
            <a:prstGeom prst="rect">
              <a:avLst/>
            </a:prstGeom>
            <a:noFill/>
            <a:ln>
              <a:noFill/>
            </a:ln>
          </p:spPr>
        </p:pic>
        <p:sp>
          <p:nvSpPr>
            <p:cNvPr id="2363" name="Google Shape;2363;p103"/>
            <p:cNvSpPr/>
            <p:nvPr/>
          </p:nvSpPr>
          <p:spPr>
            <a:xfrm>
              <a:off x="3271939" y="5406758"/>
              <a:ext cx="89535" cy="80010"/>
            </a:xfrm>
            <a:custGeom>
              <a:avLst/>
              <a:gdLst/>
              <a:ahLst/>
              <a:cxnLst/>
              <a:rect l="l" t="t" r="r" b="b"/>
              <a:pathLst>
                <a:path w="89535" h="80010" extrusionOk="0">
                  <a:moveTo>
                    <a:pt x="30962" y="46456"/>
                  </a:moveTo>
                  <a:lnTo>
                    <a:pt x="0" y="46456"/>
                  </a:lnTo>
                  <a:lnTo>
                    <a:pt x="0" y="55981"/>
                  </a:lnTo>
                  <a:lnTo>
                    <a:pt x="30962" y="55981"/>
                  </a:lnTo>
                  <a:lnTo>
                    <a:pt x="30962" y="46456"/>
                  </a:lnTo>
                  <a:close/>
                </a:path>
                <a:path w="89535" h="80010" extrusionOk="0">
                  <a:moveTo>
                    <a:pt x="89319" y="15494"/>
                  </a:moveTo>
                  <a:lnTo>
                    <a:pt x="86931" y="10731"/>
                  </a:lnTo>
                  <a:lnTo>
                    <a:pt x="83362" y="5969"/>
                  </a:lnTo>
                  <a:lnTo>
                    <a:pt x="78587" y="2387"/>
                  </a:lnTo>
                  <a:lnTo>
                    <a:pt x="72631" y="0"/>
                  </a:lnTo>
                  <a:lnTo>
                    <a:pt x="57150" y="0"/>
                  </a:lnTo>
                  <a:lnTo>
                    <a:pt x="51206" y="1193"/>
                  </a:lnTo>
                  <a:lnTo>
                    <a:pt x="42862" y="9537"/>
                  </a:lnTo>
                  <a:lnTo>
                    <a:pt x="39293" y="15494"/>
                  </a:lnTo>
                  <a:lnTo>
                    <a:pt x="39293" y="22644"/>
                  </a:lnTo>
                  <a:lnTo>
                    <a:pt x="48818" y="23825"/>
                  </a:lnTo>
                  <a:lnTo>
                    <a:pt x="48818" y="19062"/>
                  </a:lnTo>
                  <a:lnTo>
                    <a:pt x="50012" y="14300"/>
                  </a:lnTo>
                  <a:lnTo>
                    <a:pt x="53581" y="11925"/>
                  </a:lnTo>
                  <a:lnTo>
                    <a:pt x="55968" y="9537"/>
                  </a:lnTo>
                  <a:lnTo>
                    <a:pt x="59537" y="7162"/>
                  </a:lnTo>
                  <a:lnTo>
                    <a:pt x="69062" y="7162"/>
                  </a:lnTo>
                  <a:lnTo>
                    <a:pt x="72631" y="9537"/>
                  </a:lnTo>
                  <a:lnTo>
                    <a:pt x="75018" y="11925"/>
                  </a:lnTo>
                  <a:lnTo>
                    <a:pt x="78587" y="14300"/>
                  </a:lnTo>
                  <a:lnTo>
                    <a:pt x="79781" y="17881"/>
                  </a:lnTo>
                  <a:lnTo>
                    <a:pt x="79781" y="25019"/>
                  </a:lnTo>
                  <a:lnTo>
                    <a:pt x="78587" y="29781"/>
                  </a:lnTo>
                  <a:lnTo>
                    <a:pt x="75018" y="33350"/>
                  </a:lnTo>
                  <a:lnTo>
                    <a:pt x="71437" y="38112"/>
                  </a:lnTo>
                  <a:lnTo>
                    <a:pt x="66675" y="42875"/>
                  </a:lnTo>
                  <a:lnTo>
                    <a:pt x="57150" y="50025"/>
                  </a:lnTo>
                  <a:lnTo>
                    <a:pt x="52387" y="54787"/>
                  </a:lnTo>
                  <a:lnTo>
                    <a:pt x="47625" y="58356"/>
                  </a:lnTo>
                  <a:lnTo>
                    <a:pt x="45250" y="61925"/>
                  </a:lnTo>
                  <a:lnTo>
                    <a:pt x="41681" y="65506"/>
                  </a:lnTo>
                  <a:lnTo>
                    <a:pt x="39293" y="69088"/>
                  </a:lnTo>
                  <a:lnTo>
                    <a:pt x="38100" y="72656"/>
                  </a:lnTo>
                  <a:lnTo>
                    <a:pt x="38100" y="75044"/>
                  </a:lnTo>
                  <a:lnTo>
                    <a:pt x="36918" y="77419"/>
                  </a:lnTo>
                  <a:lnTo>
                    <a:pt x="36918" y="79806"/>
                  </a:lnTo>
                  <a:lnTo>
                    <a:pt x="89319" y="79806"/>
                  </a:lnTo>
                  <a:lnTo>
                    <a:pt x="89319" y="70281"/>
                  </a:lnTo>
                  <a:lnTo>
                    <a:pt x="51206" y="70281"/>
                  </a:lnTo>
                  <a:lnTo>
                    <a:pt x="52387" y="67894"/>
                  </a:lnTo>
                  <a:lnTo>
                    <a:pt x="53581" y="66713"/>
                  </a:lnTo>
                  <a:lnTo>
                    <a:pt x="54775" y="64312"/>
                  </a:lnTo>
                  <a:lnTo>
                    <a:pt x="55968" y="63119"/>
                  </a:lnTo>
                  <a:lnTo>
                    <a:pt x="60731" y="59550"/>
                  </a:lnTo>
                  <a:lnTo>
                    <a:pt x="66675" y="54787"/>
                  </a:lnTo>
                  <a:lnTo>
                    <a:pt x="72631" y="48831"/>
                  </a:lnTo>
                  <a:lnTo>
                    <a:pt x="78587" y="44069"/>
                  </a:lnTo>
                  <a:lnTo>
                    <a:pt x="80962" y="40500"/>
                  </a:lnTo>
                  <a:lnTo>
                    <a:pt x="84556" y="38112"/>
                  </a:lnTo>
                  <a:lnTo>
                    <a:pt x="85750" y="34544"/>
                  </a:lnTo>
                  <a:lnTo>
                    <a:pt x="88125" y="30975"/>
                  </a:lnTo>
                  <a:lnTo>
                    <a:pt x="89319" y="28587"/>
                  </a:lnTo>
                  <a:lnTo>
                    <a:pt x="89319" y="15494"/>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364" name="Google Shape;2364;p103"/>
          <p:cNvGrpSpPr/>
          <p:nvPr/>
        </p:nvGrpSpPr>
        <p:grpSpPr>
          <a:xfrm>
            <a:off x="1971241" y="1803022"/>
            <a:ext cx="245838" cy="152394"/>
            <a:chOff x="3101666" y="1776831"/>
            <a:chExt cx="245838" cy="152394"/>
          </a:xfrm>
        </p:grpSpPr>
        <p:sp>
          <p:nvSpPr>
            <p:cNvPr id="2365" name="Google Shape;2365;p103"/>
            <p:cNvSpPr/>
            <p:nvPr/>
          </p:nvSpPr>
          <p:spPr>
            <a:xfrm>
              <a:off x="3101666" y="1813655"/>
              <a:ext cx="41910" cy="113664"/>
            </a:xfrm>
            <a:custGeom>
              <a:avLst/>
              <a:gdLst/>
              <a:ahLst/>
              <a:cxnLst/>
              <a:rect l="l" t="t" r="r" b="b"/>
              <a:pathLst>
                <a:path w="41910" h="113664" extrusionOk="0">
                  <a:moveTo>
                    <a:pt x="41671" y="0"/>
                  </a:moveTo>
                  <a:lnTo>
                    <a:pt x="32146" y="0"/>
                  </a:lnTo>
                  <a:lnTo>
                    <a:pt x="29764" y="4761"/>
                  </a:lnTo>
                  <a:lnTo>
                    <a:pt x="26193" y="9525"/>
                  </a:lnTo>
                  <a:lnTo>
                    <a:pt x="20239" y="14286"/>
                  </a:lnTo>
                  <a:lnTo>
                    <a:pt x="14286" y="20320"/>
                  </a:lnTo>
                  <a:lnTo>
                    <a:pt x="7142" y="23811"/>
                  </a:lnTo>
                  <a:lnTo>
                    <a:pt x="0" y="28575"/>
                  </a:lnTo>
                  <a:lnTo>
                    <a:pt x="0" y="41751"/>
                  </a:lnTo>
                  <a:lnTo>
                    <a:pt x="3569" y="40481"/>
                  </a:lnTo>
                  <a:lnTo>
                    <a:pt x="8333" y="38100"/>
                  </a:lnTo>
                  <a:lnTo>
                    <a:pt x="14286" y="34606"/>
                  </a:lnTo>
                  <a:lnTo>
                    <a:pt x="19050" y="30956"/>
                  </a:lnTo>
                  <a:lnTo>
                    <a:pt x="27383" y="25081"/>
                  </a:lnTo>
                  <a:lnTo>
                    <a:pt x="27383" y="113187"/>
                  </a:lnTo>
                  <a:lnTo>
                    <a:pt x="41671" y="113187"/>
                  </a:lnTo>
                  <a:lnTo>
                    <a:pt x="41671"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366" name="Google Shape;2366;p103"/>
            <p:cNvPicPr preferRelativeResize="0"/>
            <p:nvPr/>
          </p:nvPicPr>
          <p:blipFill rotWithShape="1">
            <a:blip r:embed="rId17">
              <a:alphaModFix/>
            </a:blip>
            <a:srcRect/>
            <a:stretch/>
          </p:blipFill>
          <p:spPr>
            <a:xfrm>
              <a:off x="3179074" y="1813655"/>
              <a:ext cx="73819" cy="115570"/>
            </a:xfrm>
            <a:prstGeom prst="rect">
              <a:avLst/>
            </a:prstGeom>
            <a:noFill/>
            <a:ln>
              <a:noFill/>
            </a:ln>
          </p:spPr>
        </p:pic>
        <p:sp>
          <p:nvSpPr>
            <p:cNvPr id="2367" name="Google Shape;2367;p103"/>
            <p:cNvSpPr/>
            <p:nvPr/>
          </p:nvSpPr>
          <p:spPr>
            <a:xfrm>
              <a:off x="3271939" y="1776831"/>
              <a:ext cx="75565" cy="80010"/>
            </a:xfrm>
            <a:custGeom>
              <a:avLst/>
              <a:gdLst/>
              <a:ahLst/>
              <a:cxnLst/>
              <a:rect l="l" t="t" r="r" b="b"/>
              <a:pathLst>
                <a:path w="75564" h="80010" extrusionOk="0">
                  <a:moveTo>
                    <a:pt x="30962" y="45237"/>
                  </a:moveTo>
                  <a:lnTo>
                    <a:pt x="0" y="45237"/>
                  </a:lnTo>
                  <a:lnTo>
                    <a:pt x="0" y="55880"/>
                  </a:lnTo>
                  <a:lnTo>
                    <a:pt x="30962" y="55880"/>
                  </a:lnTo>
                  <a:lnTo>
                    <a:pt x="30962" y="45237"/>
                  </a:lnTo>
                  <a:close/>
                </a:path>
                <a:path w="75564" h="80010" extrusionOk="0">
                  <a:moveTo>
                    <a:pt x="75018" y="0"/>
                  </a:moveTo>
                  <a:lnTo>
                    <a:pt x="69075" y="0"/>
                  </a:lnTo>
                  <a:lnTo>
                    <a:pt x="64312" y="7137"/>
                  </a:lnTo>
                  <a:lnTo>
                    <a:pt x="60744" y="10629"/>
                  </a:lnTo>
                  <a:lnTo>
                    <a:pt x="55968" y="14287"/>
                  </a:lnTo>
                  <a:lnTo>
                    <a:pt x="46443" y="19050"/>
                  </a:lnTo>
                  <a:lnTo>
                    <a:pt x="46443" y="28575"/>
                  </a:lnTo>
                  <a:lnTo>
                    <a:pt x="48818" y="27305"/>
                  </a:lnTo>
                  <a:lnTo>
                    <a:pt x="52387" y="26187"/>
                  </a:lnTo>
                  <a:lnTo>
                    <a:pt x="63119" y="19050"/>
                  </a:lnTo>
                  <a:lnTo>
                    <a:pt x="65493" y="16662"/>
                  </a:lnTo>
                  <a:lnTo>
                    <a:pt x="65493" y="79692"/>
                  </a:lnTo>
                  <a:lnTo>
                    <a:pt x="75018" y="79692"/>
                  </a:lnTo>
                  <a:lnTo>
                    <a:pt x="75018"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2368" name="Google Shape;2368;p103"/>
          <p:cNvSpPr/>
          <p:nvPr/>
        </p:nvSpPr>
        <p:spPr>
          <a:xfrm>
            <a:off x="1979638" y="3791822"/>
            <a:ext cx="161290" cy="643255"/>
          </a:xfrm>
          <a:custGeom>
            <a:avLst/>
            <a:gdLst/>
            <a:ahLst/>
            <a:cxnLst/>
            <a:rect l="l" t="t" r="r" b="b"/>
            <a:pathLst>
              <a:path w="161289" h="643254" extrusionOk="0">
                <a:moveTo>
                  <a:pt x="125031" y="526415"/>
                </a:moveTo>
                <a:lnTo>
                  <a:pt x="72644" y="547839"/>
                </a:lnTo>
                <a:lnTo>
                  <a:pt x="72644" y="564515"/>
                </a:lnTo>
                <a:lnTo>
                  <a:pt x="72644" y="607377"/>
                </a:lnTo>
                <a:lnTo>
                  <a:pt x="36906" y="593090"/>
                </a:lnTo>
                <a:lnTo>
                  <a:pt x="20231" y="588327"/>
                </a:lnTo>
                <a:lnTo>
                  <a:pt x="13106" y="587057"/>
                </a:lnTo>
                <a:lnTo>
                  <a:pt x="18173" y="585241"/>
                </a:lnTo>
                <a:lnTo>
                  <a:pt x="24257" y="583196"/>
                </a:lnTo>
                <a:lnTo>
                  <a:pt x="31013" y="580707"/>
                </a:lnTo>
                <a:lnTo>
                  <a:pt x="38100" y="577532"/>
                </a:lnTo>
                <a:lnTo>
                  <a:pt x="72644" y="564515"/>
                </a:lnTo>
                <a:lnTo>
                  <a:pt x="72644" y="547839"/>
                </a:lnTo>
                <a:lnTo>
                  <a:pt x="0" y="577532"/>
                </a:lnTo>
                <a:lnTo>
                  <a:pt x="0" y="595477"/>
                </a:lnTo>
                <a:lnTo>
                  <a:pt x="125031" y="643102"/>
                </a:lnTo>
                <a:lnTo>
                  <a:pt x="125031" y="625157"/>
                </a:lnTo>
                <a:lnTo>
                  <a:pt x="86931" y="612140"/>
                </a:lnTo>
                <a:lnTo>
                  <a:pt x="86931" y="607377"/>
                </a:lnTo>
                <a:lnTo>
                  <a:pt x="86931" y="559752"/>
                </a:lnTo>
                <a:lnTo>
                  <a:pt x="125031" y="545465"/>
                </a:lnTo>
                <a:lnTo>
                  <a:pt x="125031" y="526415"/>
                </a:lnTo>
                <a:close/>
              </a:path>
              <a:path w="161289" h="643254" extrusionOk="0">
                <a:moveTo>
                  <a:pt x="125031" y="475145"/>
                </a:moveTo>
                <a:lnTo>
                  <a:pt x="33337" y="441807"/>
                </a:lnTo>
                <a:lnTo>
                  <a:pt x="33337" y="457365"/>
                </a:lnTo>
                <a:lnTo>
                  <a:pt x="89319" y="477520"/>
                </a:lnTo>
                <a:lnTo>
                  <a:pt x="96456" y="479907"/>
                </a:lnTo>
                <a:lnTo>
                  <a:pt x="105981" y="482282"/>
                </a:lnTo>
                <a:lnTo>
                  <a:pt x="94081" y="487045"/>
                </a:lnTo>
                <a:lnTo>
                  <a:pt x="88125" y="488315"/>
                </a:lnTo>
                <a:lnTo>
                  <a:pt x="33337" y="508482"/>
                </a:lnTo>
                <a:lnTo>
                  <a:pt x="33337" y="524040"/>
                </a:lnTo>
                <a:lnTo>
                  <a:pt x="125031" y="489432"/>
                </a:lnTo>
                <a:lnTo>
                  <a:pt x="125031" y="475145"/>
                </a:lnTo>
                <a:close/>
              </a:path>
              <a:path w="161289" h="643254" extrusionOk="0">
                <a:moveTo>
                  <a:pt x="125031" y="315595"/>
                </a:moveTo>
                <a:lnTo>
                  <a:pt x="70269" y="315595"/>
                </a:lnTo>
                <a:lnTo>
                  <a:pt x="59550" y="313220"/>
                </a:lnTo>
                <a:lnTo>
                  <a:pt x="55981" y="311950"/>
                </a:lnTo>
                <a:lnTo>
                  <a:pt x="52387" y="309562"/>
                </a:lnTo>
                <a:lnTo>
                  <a:pt x="51206" y="307187"/>
                </a:lnTo>
                <a:lnTo>
                  <a:pt x="48818" y="304800"/>
                </a:lnTo>
                <a:lnTo>
                  <a:pt x="47625" y="301307"/>
                </a:lnTo>
                <a:lnTo>
                  <a:pt x="47625" y="294170"/>
                </a:lnTo>
                <a:lnTo>
                  <a:pt x="48818" y="290512"/>
                </a:lnTo>
                <a:lnTo>
                  <a:pt x="51206" y="287020"/>
                </a:lnTo>
                <a:lnTo>
                  <a:pt x="36906" y="280987"/>
                </a:lnTo>
                <a:lnTo>
                  <a:pt x="33337" y="287020"/>
                </a:lnTo>
                <a:lnTo>
                  <a:pt x="32156" y="291782"/>
                </a:lnTo>
                <a:lnTo>
                  <a:pt x="32156" y="301307"/>
                </a:lnTo>
                <a:lnTo>
                  <a:pt x="33337" y="303695"/>
                </a:lnTo>
                <a:lnTo>
                  <a:pt x="34531" y="307187"/>
                </a:lnTo>
                <a:lnTo>
                  <a:pt x="36906" y="310832"/>
                </a:lnTo>
                <a:lnTo>
                  <a:pt x="41681" y="313220"/>
                </a:lnTo>
                <a:lnTo>
                  <a:pt x="47625" y="316712"/>
                </a:lnTo>
                <a:lnTo>
                  <a:pt x="33337" y="316712"/>
                </a:lnTo>
                <a:lnTo>
                  <a:pt x="33337" y="331000"/>
                </a:lnTo>
                <a:lnTo>
                  <a:pt x="125031" y="331000"/>
                </a:lnTo>
                <a:lnTo>
                  <a:pt x="125031" y="315595"/>
                </a:lnTo>
                <a:close/>
              </a:path>
              <a:path w="161289" h="643254" extrusionOk="0">
                <a:moveTo>
                  <a:pt x="126225" y="389420"/>
                </a:moveTo>
                <a:lnTo>
                  <a:pt x="107175" y="352425"/>
                </a:lnTo>
                <a:lnTo>
                  <a:pt x="97650" y="350050"/>
                </a:lnTo>
                <a:lnTo>
                  <a:pt x="95275" y="365607"/>
                </a:lnTo>
                <a:lnTo>
                  <a:pt x="102412" y="367982"/>
                </a:lnTo>
                <a:lnTo>
                  <a:pt x="107175" y="371475"/>
                </a:lnTo>
                <a:lnTo>
                  <a:pt x="109562" y="375132"/>
                </a:lnTo>
                <a:lnTo>
                  <a:pt x="111937" y="378625"/>
                </a:lnTo>
                <a:lnTo>
                  <a:pt x="114325" y="383387"/>
                </a:lnTo>
                <a:lnTo>
                  <a:pt x="114325" y="397675"/>
                </a:lnTo>
                <a:lnTo>
                  <a:pt x="110744" y="403707"/>
                </a:lnTo>
                <a:lnTo>
                  <a:pt x="101219" y="413232"/>
                </a:lnTo>
                <a:lnTo>
                  <a:pt x="92887" y="416877"/>
                </a:lnTo>
                <a:lnTo>
                  <a:pt x="83362" y="416877"/>
                </a:lnTo>
                <a:lnTo>
                  <a:pt x="83362" y="415607"/>
                </a:lnTo>
                <a:lnTo>
                  <a:pt x="83362" y="348932"/>
                </a:lnTo>
                <a:lnTo>
                  <a:pt x="78600" y="348932"/>
                </a:lnTo>
                <a:lnTo>
                  <a:pt x="70269" y="349643"/>
                </a:lnTo>
                <a:lnTo>
                  <a:pt x="70269" y="365607"/>
                </a:lnTo>
                <a:lnTo>
                  <a:pt x="70269" y="415607"/>
                </a:lnTo>
                <a:lnTo>
                  <a:pt x="63119" y="415607"/>
                </a:lnTo>
                <a:lnTo>
                  <a:pt x="55981" y="413232"/>
                </a:lnTo>
                <a:lnTo>
                  <a:pt x="46443" y="403707"/>
                </a:lnTo>
                <a:lnTo>
                  <a:pt x="44056" y="397675"/>
                </a:lnTo>
                <a:lnTo>
                  <a:pt x="44056" y="382270"/>
                </a:lnTo>
                <a:lnTo>
                  <a:pt x="47625" y="376237"/>
                </a:lnTo>
                <a:lnTo>
                  <a:pt x="53594" y="371475"/>
                </a:lnTo>
                <a:lnTo>
                  <a:pt x="57175" y="367982"/>
                </a:lnTo>
                <a:lnTo>
                  <a:pt x="63119" y="366712"/>
                </a:lnTo>
                <a:lnTo>
                  <a:pt x="70269" y="365607"/>
                </a:lnTo>
                <a:lnTo>
                  <a:pt x="70269" y="349643"/>
                </a:lnTo>
                <a:lnTo>
                  <a:pt x="34975" y="373900"/>
                </a:lnTo>
                <a:lnTo>
                  <a:pt x="32156" y="390525"/>
                </a:lnTo>
                <a:lnTo>
                  <a:pt x="32715" y="397675"/>
                </a:lnTo>
                <a:lnTo>
                  <a:pt x="32842" y="399237"/>
                </a:lnTo>
                <a:lnTo>
                  <a:pt x="59245" y="429641"/>
                </a:lnTo>
                <a:lnTo>
                  <a:pt x="79794" y="432282"/>
                </a:lnTo>
                <a:lnTo>
                  <a:pt x="90551" y="431622"/>
                </a:lnTo>
                <a:lnTo>
                  <a:pt x="99733" y="429641"/>
                </a:lnTo>
                <a:lnTo>
                  <a:pt x="107581" y="426326"/>
                </a:lnTo>
                <a:lnTo>
                  <a:pt x="114325" y="421640"/>
                </a:lnTo>
                <a:lnTo>
                  <a:pt x="118110" y="416877"/>
                </a:lnTo>
                <a:lnTo>
                  <a:pt x="119697" y="414896"/>
                </a:lnTo>
                <a:lnTo>
                  <a:pt x="123405" y="407263"/>
                </a:lnTo>
                <a:lnTo>
                  <a:pt x="125412" y="399237"/>
                </a:lnTo>
                <a:lnTo>
                  <a:pt x="125539" y="398767"/>
                </a:lnTo>
                <a:lnTo>
                  <a:pt x="126136" y="390525"/>
                </a:lnTo>
                <a:lnTo>
                  <a:pt x="126225" y="389420"/>
                </a:lnTo>
                <a:close/>
              </a:path>
              <a:path w="161289" h="643254" extrusionOk="0">
                <a:moveTo>
                  <a:pt x="126225" y="240512"/>
                </a:moveTo>
                <a:lnTo>
                  <a:pt x="114325" y="214680"/>
                </a:lnTo>
                <a:lnTo>
                  <a:pt x="114325" y="237020"/>
                </a:lnTo>
                <a:lnTo>
                  <a:pt x="114325" y="248920"/>
                </a:lnTo>
                <a:lnTo>
                  <a:pt x="113131" y="253682"/>
                </a:lnTo>
                <a:lnTo>
                  <a:pt x="110744" y="257175"/>
                </a:lnTo>
                <a:lnTo>
                  <a:pt x="107175" y="259562"/>
                </a:lnTo>
                <a:lnTo>
                  <a:pt x="104800" y="260832"/>
                </a:lnTo>
                <a:lnTo>
                  <a:pt x="95275" y="260832"/>
                </a:lnTo>
                <a:lnTo>
                  <a:pt x="92887" y="259562"/>
                </a:lnTo>
                <a:lnTo>
                  <a:pt x="90512" y="257175"/>
                </a:lnTo>
                <a:lnTo>
                  <a:pt x="89319" y="256070"/>
                </a:lnTo>
                <a:lnTo>
                  <a:pt x="88125" y="253682"/>
                </a:lnTo>
                <a:lnTo>
                  <a:pt x="86931" y="250037"/>
                </a:lnTo>
                <a:lnTo>
                  <a:pt x="85750" y="246545"/>
                </a:lnTo>
                <a:lnTo>
                  <a:pt x="84556" y="239395"/>
                </a:lnTo>
                <a:lnTo>
                  <a:pt x="83451" y="231775"/>
                </a:lnTo>
                <a:lnTo>
                  <a:pt x="82029" y="225069"/>
                </a:lnTo>
                <a:lnTo>
                  <a:pt x="80416" y="219481"/>
                </a:lnTo>
                <a:lnTo>
                  <a:pt x="80302" y="219075"/>
                </a:lnTo>
                <a:lnTo>
                  <a:pt x="78600" y="214312"/>
                </a:lnTo>
                <a:lnTo>
                  <a:pt x="91694" y="214312"/>
                </a:lnTo>
                <a:lnTo>
                  <a:pt x="114325" y="237020"/>
                </a:lnTo>
                <a:lnTo>
                  <a:pt x="114325" y="214680"/>
                </a:lnTo>
                <a:lnTo>
                  <a:pt x="114020" y="214312"/>
                </a:lnTo>
                <a:lnTo>
                  <a:pt x="113131" y="213207"/>
                </a:lnTo>
                <a:lnTo>
                  <a:pt x="117894" y="213207"/>
                </a:lnTo>
                <a:lnTo>
                  <a:pt x="121462" y="211937"/>
                </a:lnTo>
                <a:lnTo>
                  <a:pt x="125031" y="210820"/>
                </a:lnTo>
                <a:lnTo>
                  <a:pt x="125031" y="194157"/>
                </a:lnTo>
                <a:lnTo>
                  <a:pt x="121462" y="196532"/>
                </a:lnTo>
                <a:lnTo>
                  <a:pt x="117894" y="197650"/>
                </a:lnTo>
                <a:lnTo>
                  <a:pt x="113131" y="197650"/>
                </a:lnTo>
                <a:lnTo>
                  <a:pt x="109537" y="198386"/>
                </a:lnTo>
                <a:lnTo>
                  <a:pt x="104051" y="198755"/>
                </a:lnTo>
                <a:lnTo>
                  <a:pt x="95110" y="198920"/>
                </a:lnTo>
                <a:lnTo>
                  <a:pt x="54787" y="198920"/>
                </a:lnTo>
                <a:lnTo>
                  <a:pt x="52387" y="200025"/>
                </a:lnTo>
                <a:lnTo>
                  <a:pt x="32156" y="241782"/>
                </a:lnTo>
                <a:lnTo>
                  <a:pt x="33337" y="248920"/>
                </a:lnTo>
                <a:lnTo>
                  <a:pt x="34531" y="254800"/>
                </a:lnTo>
                <a:lnTo>
                  <a:pt x="36906" y="260832"/>
                </a:lnTo>
                <a:lnTo>
                  <a:pt x="40487" y="265595"/>
                </a:lnTo>
                <a:lnTo>
                  <a:pt x="44056" y="267970"/>
                </a:lnTo>
                <a:lnTo>
                  <a:pt x="47625" y="271462"/>
                </a:lnTo>
                <a:lnTo>
                  <a:pt x="53594" y="273850"/>
                </a:lnTo>
                <a:lnTo>
                  <a:pt x="59550" y="275120"/>
                </a:lnTo>
                <a:lnTo>
                  <a:pt x="61937" y="259562"/>
                </a:lnTo>
                <a:lnTo>
                  <a:pt x="55981" y="258445"/>
                </a:lnTo>
                <a:lnTo>
                  <a:pt x="51206" y="256070"/>
                </a:lnTo>
                <a:lnTo>
                  <a:pt x="48818" y="252412"/>
                </a:lnTo>
                <a:lnTo>
                  <a:pt x="46443" y="248920"/>
                </a:lnTo>
                <a:lnTo>
                  <a:pt x="44056" y="244157"/>
                </a:lnTo>
                <a:lnTo>
                  <a:pt x="44056" y="228600"/>
                </a:lnTo>
                <a:lnTo>
                  <a:pt x="46443" y="222732"/>
                </a:lnTo>
                <a:lnTo>
                  <a:pt x="50012" y="219075"/>
                </a:lnTo>
                <a:lnTo>
                  <a:pt x="52387" y="215582"/>
                </a:lnTo>
                <a:lnTo>
                  <a:pt x="57175" y="214312"/>
                </a:lnTo>
                <a:lnTo>
                  <a:pt x="66700" y="214312"/>
                </a:lnTo>
                <a:lnTo>
                  <a:pt x="68465" y="219481"/>
                </a:lnTo>
                <a:lnTo>
                  <a:pt x="70116" y="225844"/>
                </a:lnTo>
                <a:lnTo>
                  <a:pt x="71551" y="233311"/>
                </a:lnTo>
                <a:lnTo>
                  <a:pt x="72644" y="241782"/>
                </a:lnTo>
                <a:lnTo>
                  <a:pt x="72644" y="247650"/>
                </a:lnTo>
                <a:lnTo>
                  <a:pt x="73837" y="252412"/>
                </a:lnTo>
                <a:lnTo>
                  <a:pt x="75031" y="256070"/>
                </a:lnTo>
                <a:lnTo>
                  <a:pt x="76225" y="259562"/>
                </a:lnTo>
                <a:lnTo>
                  <a:pt x="77406" y="263207"/>
                </a:lnTo>
                <a:lnTo>
                  <a:pt x="79794" y="266700"/>
                </a:lnTo>
                <a:lnTo>
                  <a:pt x="82169" y="270357"/>
                </a:lnTo>
                <a:lnTo>
                  <a:pt x="84556" y="272732"/>
                </a:lnTo>
                <a:lnTo>
                  <a:pt x="88125" y="275120"/>
                </a:lnTo>
                <a:lnTo>
                  <a:pt x="91694" y="276225"/>
                </a:lnTo>
                <a:lnTo>
                  <a:pt x="96456" y="277495"/>
                </a:lnTo>
                <a:lnTo>
                  <a:pt x="108369" y="277495"/>
                </a:lnTo>
                <a:lnTo>
                  <a:pt x="114325" y="275120"/>
                </a:lnTo>
                <a:lnTo>
                  <a:pt x="119087" y="269087"/>
                </a:lnTo>
                <a:lnTo>
                  <a:pt x="123850" y="264325"/>
                </a:lnTo>
                <a:lnTo>
                  <a:pt x="125006" y="260832"/>
                </a:lnTo>
                <a:lnTo>
                  <a:pt x="126225" y="257175"/>
                </a:lnTo>
                <a:lnTo>
                  <a:pt x="126225" y="240512"/>
                </a:lnTo>
                <a:close/>
              </a:path>
              <a:path w="161289" h="643254" extrusionOk="0">
                <a:moveTo>
                  <a:pt x="126225" y="40487"/>
                </a:moveTo>
                <a:lnTo>
                  <a:pt x="110159" y="5359"/>
                </a:lnTo>
                <a:lnTo>
                  <a:pt x="97650" y="0"/>
                </a:lnTo>
                <a:lnTo>
                  <a:pt x="95275" y="16675"/>
                </a:lnTo>
                <a:lnTo>
                  <a:pt x="102412" y="19050"/>
                </a:lnTo>
                <a:lnTo>
                  <a:pt x="107175" y="21437"/>
                </a:lnTo>
                <a:lnTo>
                  <a:pt x="109562" y="26200"/>
                </a:lnTo>
                <a:lnTo>
                  <a:pt x="111937" y="29692"/>
                </a:lnTo>
                <a:lnTo>
                  <a:pt x="114325" y="34455"/>
                </a:lnTo>
                <a:lnTo>
                  <a:pt x="114325" y="47625"/>
                </a:lnTo>
                <a:lnTo>
                  <a:pt x="110744" y="53505"/>
                </a:lnTo>
                <a:lnTo>
                  <a:pt x="105981" y="59537"/>
                </a:lnTo>
                <a:lnTo>
                  <a:pt x="101219" y="64300"/>
                </a:lnTo>
                <a:lnTo>
                  <a:pt x="92887" y="66675"/>
                </a:lnTo>
                <a:lnTo>
                  <a:pt x="83362" y="67792"/>
                </a:lnTo>
                <a:lnTo>
                  <a:pt x="83362" y="66675"/>
                </a:lnTo>
                <a:lnTo>
                  <a:pt x="83362" y="0"/>
                </a:lnTo>
                <a:lnTo>
                  <a:pt x="78600" y="0"/>
                </a:lnTo>
                <a:lnTo>
                  <a:pt x="70269" y="546"/>
                </a:lnTo>
                <a:lnTo>
                  <a:pt x="70269" y="15405"/>
                </a:lnTo>
                <a:lnTo>
                  <a:pt x="70269" y="66675"/>
                </a:lnTo>
                <a:lnTo>
                  <a:pt x="63119" y="66675"/>
                </a:lnTo>
                <a:lnTo>
                  <a:pt x="55981" y="63030"/>
                </a:lnTo>
                <a:lnTo>
                  <a:pt x="46443" y="53505"/>
                </a:lnTo>
                <a:lnTo>
                  <a:pt x="44056" y="47625"/>
                </a:lnTo>
                <a:lnTo>
                  <a:pt x="44056" y="33337"/>
                </a:lnTo>
                <a:lnTo>
                  <a:pt x="70269" y="15405"/>
                </a:lnTo>
                <a:lnTo>
                  <a:pt x="70269" y="546"/>
                </a:lnTo>
                <a:lnTo>
                  <a:pt x="34975" y="24257"/>
                </a:lnTo>
                <a:lnTo>
                  <a:pt x="32156" y="40487"/>
                </a:lnTo>
                <a:lnTo>
                  <a:pt x="32842" y="49809"/>
                </a:lnTo>
                <a:lnTo>
                  <a:pt x="59245" y="80492"/>
                </a:lnTo>
                <a:lnTo>
                  <a:pt x="79794" y="83350"/>
                </a:lnTo>
                <a:lnTo>
                  <a:pt x="90551" y="82651"/>
                </a:lnTo>
                <a:lnTo>
                  <a:pt x="99733" y="80492"/>
                </a:lnTo>
                <a:lnTo>
                  <a:pt x="107581" y="76784"/>
                </a:lnTo>
                <a:lnTo>
                  <a:pt x="114325" y="71437"/>
                </a:lnTo>
                <a:lnTo>
                  <a:pt x="117576" y="67792"/>
                </a:lnTo>
                <a:lnTo>
                  <a:pt x="119697" y="65417"/>
                </a:lnTo>
                <a:lnTo>
                  <a:pt x="123405" y="58166"/>
                </a:lnTo>
                <a:lnTo>
                  <a:pt x="125539" y="49809"/>
                </a:lnTo>
                <a:lnTo>
                  <a:pt x="126225" y="40487"/>
                </a:lnTo>
                <a:close/>
              </a:path>
              <a:path w="161289" h="643254" extrusionOk="0">
                <a:moveTo>
                  <a:pt x="160769" y="133350"/>
                </a:moveTo>
                <a:lnTo>
                  <a:pt x="159588" y="126212"/>
                </a:lnTo>
                <a:lnTo>
                  <a:pt x="156006" y="119062"/>
                </a:lnTo>
                <a:lnTo>
                  <a:pt x="154559" y="116687"/>
                </a:lnTo>
                <a:lnTo>
                  <a:pt x="152438" y="113195"/>
                </a:lnTo>
                <a:lnTo>
                  <a:pt x="147675" y="108432"/>
                </a:lnTo>
                <a:lnTo>
                  <a:pt x="141706" y="106045"/>
                </a:lnTo>
                <a:lnTo>
                  <a:pt x="136550" y="103771"/>
                </a:lnTo>
                <a:lnTo>
                  <a:pt x="129946" y="102298"/>
                </a:lnTo>
                <a:lnTo>
                  <a:pt x="121780" y="101523"/>
                </a:lnTo>
                <a:lnTo>
                  <a:pt x="111937" y="101282"/>
                </a:lnTo>
                <a:lnTo>
                  <a:pt x="111937" y="133350"/>
                </a:lnTo>
                <a:lnTo>
                  <a:pt x="111937" y="147637"/>
                </a:lnTo>
                <a:lnTo>
                  <a:pt x="77393" y="165582"/>
                </a:lnTo>
                <a:lnTo>
                  <a:pt x="69824" y="165138"/>
                </a:lnTo>
                <a:lnTo>
                  <a:pt x="44056" y="147637"/>
                </a:lnTo>
                <a:lnTo>
                  <a:pt x="44056" y="133350"/>
                </a:lnTo>
                <a:lnTo>
                  <a:pt x="78600" y="115570"/>
                </a:lnTo>
                <a:lnTo>
                  <a:pt x="86360" y="116027"/>
                </a:lnTo>
                <a:lnTo>
                  <a:pt x="111937" y="133350"/>
                </a:lnTo>
                <a:lnTo>
                  <a:pt x="111937" y="101282"/>
                </a:lnTo>
                <a:lnTo>
                  <a:pt x="33337" y="101282"/>
                </a:lnTo>
                <a:lnTo>
                  <a:pt x="33337" y="115570"/>
                </a:lnTo>
                <a:lnTo>
                  <a:pt x="45250" y="115570"/>
                </a:lnTo>
                <a:lnTo>
                  <a:pt x="39179" y="121170"/>
                </a:lnTo>
                <a:lnTo>
                  <a:pt x="35128" y="127304"/>
                </a:lnTo>
                <a:lnTo>
                  <a:pt x="32842" y="134124"/>
                </a:lnTo>
                <a:lnTo>
                  <a:pt x="32156" y="141770"/>
                </a:lnTo>
                <a:lnTo>
                  <a:pt x="32156" y="150037"/>
                </a:lnTo>
                <a:lnTo>
                  <a:pt x="54787" y="176212"/>
                </a:lnTo>
                <a:lnTo>
                  <a:pt x="61937" y="179870"/>
                </a:lnTo>
                <a:lnTo>
                  <a:pt x="70269" y="180975"/>
                </a:lnTo>
                <a:lnTo>
                  <a:pt x="78600" y="180975"/>
                </a:lnTo>
                <a:lnTo>
                  <a:pt x="117005" y="165633"/>
                </a:lnTo>
                <a:lnTo>
                  <a:pt x="121462" y="158813"/>
                </a:lnTo>
                <a:lnTo>
                  <a:pt x="124142" y="150901"/>
                </a:lnTo>
                <a:lnTo>
                  <a:pt x="125031" y="141770"/>
                </a:lnTo>
                <a:lnTo>
                  <a:pt x="124282" y="135737"/>
                </a:lnTo>
                <a:lnTo>
                  <a:pt x="124180" y="134835"/>
                </a:lnTo>
                <a:lnTo>
                  <a:pt x="121767" y="128333"/>
                </a:lnTo>
                <a:lnTo>
                  <a:pt x="118008" y="122275"/>
                </a:lnTo>
                <a:lnTo>
                  <a:pt x="113131" y="116687"/>
                </a:lnTo>
                <a:lnTo>
                  <a:pt x="122656" y="116687"/>
                </a:lnTo>
                <a:lnTo>
                  <a:pt x="128612" y="117957"/>
                </a:lnTo>
                <a:lnTo>
                  <a:pt x="132181" y="117957"/>
                </a:lnTo>
                <a:lnTo>
                  <a:pt x="136944" y="119062"/>
                </a:lnTo>
                <a:lnTo>
                  <a:pt x="141706" y="122720"/>
                </a:lnTo>
                <a:lnTo>
                  <a:pt x="144094" y="126212"/>
                </a:lnTo>
                <a:lnTo>
                  <a:pt x="146481" y="129857"/>
                </a:lnTo>
                <a:lnTo>
                  <a:pt x="148869" y="135737"/>
                </a:lnTo>
                <a:lnTo>
                  <a:pt x="148869" y="148907"/>
                </a:lnTo>
                <a:lnTo>
                  <a:pt x="144094" y="158432"/>
                </a:lnTo>
                <a:lnTo>
                  <a:pt x="141706" y="160820"/>
                </a:lnTo>
                <a:lnTo>
                  <a:pt x="138137" y="161925"/>
                </a:lnTo>
                <a:lnTo>
                  <a:pt x="134556" y="163195"/>
                </a:lnTo>
                <a:lnTo>
                  <a:pt x="132181" y="178600"/>
                </a:lnTo>
                <a:lnTo>
                  <a:pt x="141706" y="178600"/>
                </a:lnTo>
                <a:lnTo>
                  <a:pt x="160769" y="141770"/>
                </a:lnTo>
                <a:lnTo>
                  <a:pt x="160769" y="13335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nvGrpSpPr>
          <p:cNvPr id="2369" name="Google Shape;2369;p103"/>
          <p:cNvGrpSpPr/>
          <p:nvPr/>
        </p:nvGrpSpPr>
        <p:grpSpPr>
          <a:xfrm>
            <a:off x="1977265" y="3087924"/>
            <a:ext cx="161959" cy="639602"/>
            <a:chOff x="2840865" y="3236848"/>
            <a:chExt cx="161959" cy="639602"/>
          </a:xfrm>
        </p:grpSpPr>
        <p:pic>
          <p:nvPicPr>
            <p:cNvPr id="2370" name="Google Shape;2370;p103"/>
            <p:cNvPicPr preferRelativeResize="0"/>
            <p:nvPr/>
          </p:nvPicPr>
          <p:blipFill rotWithShape="1">
            <a:blip r:embed="rId18">
              <a:alphaModFix/>
            </a:blip>
            <a:srcRect/>
            <a:stretch/>
          </p:blipFill>
          <p:spPr>
            <a:xfrm>
              <a:off x="2840865" y="3683411"/>
              <a:ext cx="161959" cy="193039"/>
            </a:xfrm>
            <a:prstGeom prst="rect">
              <a:avLst/>
            </a:prstGeom>
            <a:noFill/>
            <a:ln>
              <a:noFill/>
            </a:ln>
          </p:spPr>
        </p:pic>
        <p:pic>
          <p:nvPicPr>
            <p:cNvPr id="2371" name="Google Shape;2371;p103"/>
            <p:cNvPicPr preferRelativeResize="0"/>
            <p:nvPr/>
          </p:nvPicPr>
          <p:blipFill rotWithShape="1">
            <a:blip r:embed="rId19">
              <a:alphaModFix/>
            </a:blip>
            <a:srcRect/>
            <a:stretch/>
          </p:blipFill>
          <p:spPr>
            <a:xfrm>
              <a:off x="2876584" y="3587051"/>
              <a:ext cx="92885" cy="72547"/>
            </a:xfrm>
            <a:prstGeom prst="rect">
              <a:avLst/>
            </a:prstGeom>
            <a:noFill/>
            <a:ln>
              <a:noFill/>
            </a:ln>
          </p:spPr>
        </p:pic>
        <p:pic>
          <p:nvPicPr>
            <p:cNvPr id="2372" name="Google Shape;2372;p103"/>
            <p:cNvPicPr preferRelativeResize="0"/>
            <p:nvPr/>
          </p:nvPicPr>
          <p:blipFill rotWithShape="1">
            <a:blip r:embed="rId20">
              <a:alphaModFix/>
            </a:blip>
            <a:srcRect/>
            <a:stretch/>
          </p:blipFill>
          <p:spPr>
            <a:xfrm>
              <a:off x="2843246" y="3236848"/>
              <a:ext cx="126223" cy="331151"/>
            </a:xfrm>
            <a:prstGeom prst="rect">
              <a:avLst/>
            </a:prstGeom>
            <a:noFill/>
            <a:ln>
              <a:noFill/>
            </a:ln>
          </p:spPr>
        </p:pic>
      </p:grpSp>
      <p:pic>
        <p:nvPicPr>
          <p:cNvPr id="2373" name="Google Shape;2373;p103"/>
          <p:cNvPicPr preferRelativeResize="0"/>
          <p:nvPr/>
        </p:nvPicPr>
        <p:blipFill rotWithShape="1">
          <a:blip r:embed="rId21">
            <a:alphaModFix/>
          </a:blip>
          <a:srcRect/>
          <a:stretch/>
        </p:blipFill>
        <p:spPr>
          <a:xfrm>
            <a:off x="1979646" y="2665173"/>
            <a:ext cx="126223" cy="348485"/>
          </a:xfrm>
          <a:prstGeom prst="rect">
            <a:avLst/>
          </a:prstGeom>
          <a:noFill/>
          <a:ln>
            <a:noFill/>
          </a:ln>
        </p:spPr>
      </p:pic>
    </p:spTree>
    <p:extLst>
      <p:ext uri="{BB962C8B-B14F-4D97-AF65-F5344CB8AC3E}">
        <p14:creationId xmlns:p14="http://schemas.microsoft.com/office/powerpoint/2010/main" val="1267244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78"/>
        <p:cNvGrpSpPr/>
        <p:nvPr/>
      </p:nvGrpSpPr>
      <p:grpSpPr>
        <a:xfrm>
          <a:off x="0" y="0"/>
          <a:ext cx="0" cy="0"/>
          <a:chOff x="0" y="0"/>
          <a:chExt cx="0" cy="0"/>
        </a:xfrm>
      </p:grpSpPr>
      <p:sp>
        <p:nvSpPr>
          <p:cNvPr id="2379" name="Google Shape;2379;p104" descr="$PPTXTitle"/>
          <p:cNvSpPr txBox="1">
            <a:spLocks noGrp="1"/>
          </p:cNvSpPr>
          <p:nvPr>
            <p:ph type="title"/>
          </p:nvPr>
        </p:nvSpPr>
        <p:spPr>
          <a:xfrm>
            <a:off x="707542" y="494791"/>
            <a:ext cx="11589715" cy="985519"/>
          </a:xfrm>
          <a:prstGeom prst="rect">
            <a:avLst/>
          </a:prstGeom>
          <a:noFill/>
          <a:ln>
            <a:noFill/>
          </a:ln>
        </p:spPr>
        <p:txBody>
          <a:bodyPr spcFirstLastPara="1" wrap="square" lIns="0" tIns="12700" rIns="0" bIns="0" anchor="t" anchorCtr="0">
            <a:spAutoFit/>
          </a:bodyPr>
          <a:lstStyle/>
          <a:p>
            <a:pPr marL="2889885" lvl="0" indent="0" algn="l" rtl="0">
              <a:lnSpc>
                <a:spcPct val="100000"/>
              </a:lnSpc>
              <a:spcBef>
                <a:spcPts val="0"/>
              </a:spcBef>
              <a:spcAft>
                <a:spcPts val="0"/>
              </a:spcAft>
              <a:buNone/>
            </a:pPr>
            <a:r>
              <a:rPr lang="en-US"/>
              <a:t>K-fold cross-validation</a:t>
            </a:r>
            <a:endParaRPr/>
          </a:p>
        </p:txBody>
      </p:sp>
      <p:sp>
        <p:nvSpPr>
          <p:cNvPr id="2380" name="Google Shape;2380;p104"/>
          <p:cNvSpPr txBox="1"/>
          <p:nvPr/>
        </p:nvSpPr>
        <p:spPr>
          <a:xfrm>
            <a:off x="688340" y="1611883"/>
            <a:ext cx="10844911" cy="1128258"/>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dirty="0">
                <a:latin typeface="+mj-lt"/>
                <a:ea typeface="Arial Narrow"/>
                <a:cs typeface="Arial Narrow"/>
                <a:sym typeface="Arial Narrow"/>
              </a:rPr>
              <a:t>A more involved (but actually slightly more common) version of cross validation</a:t>
            </a:r>
            <a:endParaRPr sz="2400" dirty="0">
              <a:latin typeface="+mj-lt"/>
              <a:ea typeface="Arial Narrow"/>
              <a:cs typeface="Arial Narrow"/>
              <a:sym typeface="Arial Narrow"/>
            </a:endParaRPr>
          </a:p>
          <a:p>
            <a:pPr marL="12700" marR="651510" lvl="0" indent="0" algn="l" rtl="0">
              <a:lnSpc>
                <a:spcPct val="100800"/>
              </a:lnSpc>
              <a:spcBef>
                <a:spcPts val="0"/>
              </a:spcBef>
              <a:spcAft>
                <a:spcPts val="0"/>
              </a:spcAft>
              <a:buNone/>
            </a:pPr>
            <a:r>
              <a:rPr lang="en-US" sz="2400" dirty="0">
                <a:latin typeface="+mj-lt"/>
                <a:ea typeface="Arial Narrow"/>
                <a:cs typeface="Arial Narrow"/>
                <a:sym typeface="Arial Narrow"/>
              </a:rPr>
              <a:t>Split data set into </a:t>
            </a:r>
            <a:r>
              <a:rPr lang="en-US" sz="2400" dirty="0">
                <a:latin typeface="+mj-lt"/>
                <a:ea typeface="Arial"/>
                <a:cs typeface="Arial"/>
                <a:sym typeface="Arial"/>
              </a:rPr>
              <a:t>𝑘 </a:t>
            </a:r>
            <a:r>
              <a:rPr lang="en-US" sz="2400" dirty="0">
                <a:latin typeface="+mj-lt"/>
                <a:ea typeface="Arial Narrow"/>
                <a:cs typeface="Arial Narrow"/>
                <a:sym typeface="Arial Narrow"/>
              </a:rPr>
              <a:t>disjoint subsets (folds); train on </a:t>
            </a:r>
            <a:r>
              <a:rPr lang="en-US" sz="2400" dirty="0">
                <a:latin typeface="+mj-lt"/>
                <a:ea typeface="Arial"/>
                <a:cs typeface="Arial"/>
                <a:sym typeface="Arial"/>
              </a:rPr>
              <a:t>𝑘 − 1 </a:t>
            </a:r>
            <a:r>
              <a:rPr lang="en-US" sz="2400" dirty="0">
                <a:latin typeface="+mj-lt"/>
                <a:ea typeface="Arial Narrow"/>
                <a:cs typeface="Arial Narrow"/>
                <a:sym typeface="Arial Narrow"/>
              </a:rPr>
              <a:t>and evaluate on remaining fold; repeat </a:t>
            </a:r>
            <a:r>
              <a:rPr lang="en-US" sz="2400" dirty="0">
                <a:latin typeface="+mj-lt"/>
                <a:ea typeface="Arial"/>
                <a:cs typeface="Arial"/>
                <a:sym typeface="Arial"/>
              </a:rPr>
              <a:t>𝑘 </a:t>
            </a:r>
            <a:r>
              <a:rPr lang="en-US" sz="2400" dirty="0">
                <a:latin typeface="+mj-lt"/>
                <a:ea typeface="Arial Narrow"/>
                <a:cs typeface="Arial Narrow"/>
                <a:sym typeface="Arial Narrow"/>
              </a:rPr>
              <a:t>times, holding out each fold once</a:t>
            </a:r>
            <a:endParaRPr sz="2400" dirty="0">
              <a:latin typeface="+mj-lt"/>
              <a:ea typeface="Arial Narrow"/>
              <a:cs typeface="Arial Narrow"/>
              <a:sym typeface="Arial Narrow"/>
            </a:endParaRPr>
          </a:p>
        </p:txBody>
      </p:sp>
      <p:sp>
        <p:nvSpPr>
          <p:cNvPr id="2381" name="Google Shape;2381;p104"/>
          <p:cNvSpPr txBox="1"/>
          <p:nvPr/>
        </p:nvSpPr>
        <p:spPr>
          <a:xfrm>
            <a:off x="688340" y="4979923"/>
            <a:ext cx="8100060" cy="1038746"/>
          </a:xfrm>
          <a:prstGeom prst="rect">
            <a:avLst/>
          </a:prstGeom>
          <a:noFill/>
          <a:ln>
            <a:noFill/>
          </a:ln>
        </p:spPr>
        <p:txBody>
          <a:bodyPr spcFirstLastPara="1" wrap="square" lIns="0" tIns="12700" rIns="0" bIns="0" anchor="t" anchorCtr="0">
            <a:spAutoFit/>
          </a:bodyPr>
          <a:lstStyle/>
          <a:p>
            <a:pPr marL="0" marR="5080" lvl="0" indent="0" algn="r" rtl="0">
              <a:lnSpc>
                <a:spcPct val="100000"/>
              </a:lnSpc>
              <a:spcBef>
                <a:spcPts val="0"/>
              </a:spcBef>
              <a:spcAft>
                <a:spcPts val="0"/>
              </a:spcAft>
              <a:buNone/>
            </a:pPr>
            <a:r>
              <a:rPr lang="en-US" sz="1800" dirty="0">
                <a:latin typeface="Arial Narrow"/>
                <a:ea typeface="Arial Narrow"/>
                <a:cs typeface="Arial Narrow"/>
                <a:sym typeface="Arial Narrow"/>
              </a:rPr>
              <a:t>All data</a:t>
            </a:r>
            <a:endParaRPr sz="1800" dirty="0">
              <a:latin typeface="Arial Narrow"/>
              <a:ea typeface="Arial Narrow"/>
              <a:cs typeface="Arial Narrow"/>
              <a:sym typeface="Arial Narrow"/>
            </a:endParaRPr>
          </a:p>
          <a:p>
            <a:pPr marL="0" lvl="0" indent="0" algn="l" rtl="0">
              <a:lnSpc>
                <a:spcPct val="100000"/>
              </a:lnSpc>
              <a:spcBef>
                <a:spcPts val="790"/>
              </a:spcBef>
              <a:spcAft>
                <a:spcPts val="0"/>
              </a:spcAft>
              <a:buNone/>
            </a:pPr>
            <a:endParaRPr sz="1800" dirty="0">
              <a:latin typeface="Arial Narrow"/>
              <a:ea typeface="Arial Narrow"/>
              <a:cs typeface="Arial Narrow"/>
              <a:sym typeface="Arial Narrow"/>
            </a:endParaRPr>
          </a:p>
          <a:p>
            <a:pPr marL="12700" lvl="0" indent="0" algn="l" rtl="0">
              <a:lnSpc>
                <a:spcPct val="100000"/>
              </a:lnSpc>
              <a:spcBef>
                <a:spcPts val="0"/>
              </a:spcBef>
              <a:spcAft>
                <a:spcPts val="0"/>
              </a:spcAft>
              <a:buNone/>
            </a:pPr>
            <a:r>
              <a:rPr lang="en-US" sz="2400" dirty="0">
                <a:latin typeface="+mj-lt"/>
                <a:ea typeface="Arial Narrow"/>
                <a:cs typeface="Arial Narrow"/>
                <a:sym typeface="Arial Narrow"/>
              </a:rPr>
              <a:t>Report average error over all held out folds</a:t>
            </a:r>
            <a:endParaRPr sz="2400" dirty="0">
              <a:latin typeface="+mj-lt"/>
              <a:ea typeface="Arial Narrow"/>
              <a:cs typeface="Arial Narrow"/>
              <a:sym typeface="Arial Narrow"/>
            </a:endParaRPr>
          </a:p>
        </p:txBody>
      </p:sp>
      <p:pic>
        <p:nvPicPr>
          <p:cNvPr id="2382" name="Google Shape;2382;p104"/>
          <p:cNvPicPr preferRelativeResize="0"/>
          <p:nvPr/>
        </p:nvPicPr>
        <p:blipFill rotWithShape="1">
          <a:blip r:embed="rId3">
            <a:alphaModFix/>
          </a:blip>
          <a:srcRect/>
          <a:stretch/>
        </p:blipFill>
        <p:spPr>
          <a:xfrm>
            <a:off x="2862069" y="3464017"/>
            <a:ext cx="6463287" cy="1175072"/>
          </a:xfrm>
          <a:prstGeom prst="rect">
            <a:avLst/>
          </a:prstGeom>
          <a:noFill/>
          <a:ln>
            <a:noFill/>
          </a:ln>
        </p:spPr>
      </p:pic>
      <p:pic>
        <p:nvPicPr>
          <p:cNvPr id="2383" name="Google Shape;2383;p104"/>
          <p:cNvPicPr preferRelativeResize="0"/>
          <p:nvPr/>
        </p:nvPicPr>
        <p:blipFill rotWithShape="1">
          <a:blip r:embed="rId4">
            <a:alphaModFix/>
          </a:blip>
          <a:srcRect/>
          <a:stretch/>
        </p:blipFill>
        <p:spPr>
          <a:xfrm>
            <a:off x="2900172" y="3482340"/>
            <a:ext cx="6391656" cy="1103374"/>
          </a:xfrm>
          <a:prstGeom prst="rect">
            <a:avLst/>
          </a:prstGeom>
          <a:noFill/>
          <a:ln>
            <a:noFill/>
          </a:ln>
        </p:spPr>
      </p:pic>
      <p:graphicFrame>
        <p:nvGraphicFramePr>
          <p:cNvPr id="2384" name="Google Shape;2384;p104"/>
          <p:cNvGraphicFramePr/>
          <p:nvPr/>
        </p:nvGraphicFramePr>
        <p:xfrm>
          <a:off x="2890647" y="3472815"/>
          <a:ext cx="6392550" cy="1103000"/>
        </p:xfrm>
        <a:graphic>
          <a:graphicData uri="http://schemas.openxmlformats.org/drawingml/2006/table">
            <a:tbl>
              <a:tblPr firstRow="1" bandRow="1">
                <a:noFill/>
                <a:tableStyleId>{1D887611-A821-4409-BF31-FEF9CEBD26EA}</a:tableStyleId>
              </a:tblPr>
              <a:tblGrid>
                <a:gridCol w="1656725">
                  <a:extLst>
                    <a:ext uri="{9D8B030D-6E8A-4147-A177-3AD203B41FA5}">
                      <a16:colId xmlns:a16="http://schemas.microsoft.com/office/drawing/2014/main" val="20000"/>
                    </a:ext>
                  </a:extLst>
                </a:gridCol>
                <a:gridCol w="1644650">
                  <a:extLst>
                    <a:ext uri="{9D8B030D-6E8A-4147-A177-3AD203B41FA5}">
                      <a16:colId xmlns:a16="http://schemas.microsoft.com/office/drawing/2014/main" val="20001"/>
                    </a:ext>
                  </a:extLst>
                </a:gridCol>
                <a:gridCol w="1370325">
                  <a:extLst>
                    <a:ext uri="{9D8B030D-6E8A-4147-A177-3AD203B41FA5}">
                      <a16:colId xmlns:a16="http://schemas.microsoft.com/office/drawing/2014/main" val="20002"/>
                    </a:ext>
                  </a:extLst>
                </a:gridCol>
                <a:gridCol w="1720850">
                  <a:extLst>
                    <a:ext uri="{9D8B030D-6E8A-4147-A177-3AD203B41FA5}">
                      <a16:colId xmlns:a16="http://schemas.microsoft.com/office/drawing/2014/main" val="20003"/>
                    </a:ext>
                  </a:extLst>
                </a:gridCol>
              </a:tblGrid>
              <a:tr h="1103000">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p>
                      <a:pPr marL="607060" marR="0" lvl="0" indent="0" algn="l" rtl="0">
                        <a:lnSpc>
                          <a:spcPct val="100000"/>
                        </a:lnSpc>
                        <a:spcBef>
                          <a:spcPts val="0"/>
                        </a:spcBef>
                        <a:spcAft>
                          <a:spcPts val="0"/>
                        </a:spcAft>
                        <a:buNone/>
                      </a:pPr>
                      <a:r>
                        <a:rPr lang="en-US" sz="1800" u="none" strike="noStrike" cap="none">
                          <a:latin typeface="Arial Narrow"/>
                          <a:ea typeface="Arial Narrow"/>
                          <a:cs typeface="Arial Narrow"/>
                          <a:sym typeface="Arial Narrow"/>
                        </a:rPr>
                        <a:t>Fold 1</a:t>
                      </a:r>
                      <a:endParaRPr sz="1800" u="none" strike="noStrike" cap="none">
                        <a:latin typeface="Arial Narrow"/>
                        <a:ea typeface="Arial Narrow"/>
                        <a:cs typeface="Arial Narrow"/>
                        <a:sym typeface="Arial Narrow"/>
                      </a:endParaRPr>
                    </a:p>
                  </a:txBody>
                  <a:tcPr marL="0" marR="0" marT="160650" marB="0">
                    <a:lnL w="9525" cap="flat" cmpd="sng">
                      <a:solidFill>
                        <a:srgbClr val="4662AA"/>
                      </a:solidFill>
                      <a:prstDash val="solid"/>
                      <a:round/>
                      <a:headEnd type="none" w="sm" len="sm"/>
                      <a:tailEnd type="none" w="sm" len="sm"/>
                    </a:lnL>
                    <a:lnR w="9525" cap="flat" cmpd="sng">
                      <a:solidFill>
                        <a:srgbClr val="4662AA"/>
                      </a:solidFill>
                      <a:prstDash val="solid"/>
                      <a:round/>
                      <a:headEnd type="none" w="sm" len="sm"/>
                      <a:tailEnd type="none" w="sm" len="sm"/>
                    </a:lnR>
                    <a:lnT w="9525" cap="flat" cmpd="sng">
                      <a:solidFill>
                        <a:srgbClr val="4662AA"/>
                      </a:solidFill>
                      <a:prstDash val="solid"/>
                      <a:round/>
                      <a:headEnd type="none" w="sm" len="sm"/>
                      <a:tailEnd type="none" w="sm" len="sm"/>
                    </a:lnT>
                    <a:lnB w="9525" cap="flat" cmpd="sng">
                      <a:solidFill>
                        <a:srgbClr val="4662AA"/>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p>
                      <a:pPr marL="505459" marR="0" lvl="0" indent="0" algn="l" rtl="0">
                        <a:lnSpc>
                          <a:spcPct val="100000"/>
                        </a:lnSpc>
                        <a:spcBef>
                          <a:spcPts val="0"/>
                        </a:spcBef>
                        <a:spcAft>
                          <a:spcPts val="0"/>
                        </a:spcAft>
                        <a:buNone/>
                      </a:pPr>
                      <a:r>
                        <a:rPr lang="en-US" sz="1800" u="none" strike="noStrike" cap="none">
                          <a:latin typeface="Arial Narrow"/>
                          <a:ea typeface="Arial Narrow"/>
                          <a:cs typeface="Arial Narrow"/>
                          <a:sym typeface="Arial Narrow"/>
                        </a:rPr>
                        <a:t>Fold 2</a:t>
                      </a:r>
                      <a:endParaRPr sz="1800" u="none" strike="noStrike" cap="none">
                        <a:latin typeface="Arial Narrow"/>
                        <a:ea typeface="Arial Narrow"/>
                        <a:cs typeface="Arial Narrow"/>
                        <a:sym typeface="Arial Narrow"/>
                      </a:endParaRPr>
                    </a:p>
                  </a:txBody>
                  <a:tcPr marL="0" marR="0" marT="172725" marB="0">
                    <a:lnL w="9525" cap="flat" cmpd="sng">
                      <a:solidFill>
                        <a:srgbClr val="4662AA"/>
                      </a:solidFill>
                      <a:prstDash val="solid"/>
                      <a:round/>
                      <a:headEnd type="none" w="sm" len="sm"/>
                      <a:tailEnd type="none" w="sm" len="sm"/>
                    </a:lnL>
                    <a:lnR w="9525" cap="flat" cmpd="sng">
                      <a:solidFill>
                        <a:srgbClr val="4662AA"/>
                      </a:solidFill>
                      <a:prstDash val="solid"/>
                      <a:round/>
                      <a:headEnd type="none" w="sm" len="sm"/>
                      <a:tailEnd type="none" w="sm" len="sm"/>
                    </a:lnR>
                    <a:lnT w="9525" cap="flat" cmpd="sng">
                      <a:solidFill>
                        <a:srgbClr val="4662AA"/>
                      </a:solidFill>
                      <a:prstDash val="solid"/>
                      <a:round/>
                      <a:headEnd type="none" w="sm" len="sm"/>
                      <a:tailEnd type="none" w="sm" len="sm"/>
                    </a:lnT>
                    <a:lnB w="9525" cap="flat" cmpd="sng">
                      <a:solidFill>
                        <a:srgbClr val="4662AA"/>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p>
                      <a:pPr marL="46355" marR="0" lvl="0" indent="0" algn="ctr" rtl="0">
                        <a:lnSpc>
                          <a:spcPct val="100000"/>
                        </a:lnSpc>
                        <a:spcBef>
                          <a:spcPts val="0"/>
                        </a:spcBef>
                        <a:spcAft>
                          <a:spcPts val="0"/>
                        </a:spcAft>
                        <a:buNone/>
                      </a:pPr>
                      <a:r>
                        <a:rPr lang="en-US" sz="1800" u="none" strike="noStrike" cap="none">
                          <a:latin typeface="Arial Narrow"/>
                          <a:ea typeface="Arial Narrow"/>
                          <a:cs typeface="Arial Narrow"/>
                          <a:sym typeface="Arial Narrow"/>
                        </a:rPr>
                        <a:t>…</a:t>
                      </a:r>
                      <a:endParaRPr sz="1800" u="none" strike="noStrike" cap="none">
                        <a:latin typeface="Arial Narrow"/>
                        <a:ea typeface="Arial Narrow"/>
                        <a:cs typeface="Arial Narrow"/>
                        <a:sym typeface="Arial Narrow"/>
                      </a:endParaRPr>
                    </a:p>
                  </a:txBody>
                  <a:tcPr marL="0" marR="0" marT="160650" marB="0">
                    <a:lnL w="9525" cap="flat" cmpd="sng">
                      <a:solidFill>
                        <a:srgbClr val="4662AA"/>
                      </a:solidFill>
                      <a:prstDash val="solid"/>
                      <a:round/>
                      <a:headEnd type="none" w="sm" len="sm"/>
                      <a:tailEnd type="none" w="sm" len="sm"/>
                    </a:lnL>
                    <a:lnR w="9525" cap="flat" cmpd="sng">
                      <a:solidFill>
                        <a:srgbClr val="4662AA"/>
                      </a:solidFill>
                      <a:prstDash val="solid"/>
                      <a:round/>
                      <a:headEnd type="none" w="sm" len="sm"/>
                      <a:tailEnd type="none" w="sm" len="sm"/>
                    </a:lnR>
                    <a:lnT w="9525" cap="flat" cmpd="sng">
                      <a:solidFill>
                        <a:srgbClr val="4662AA"/>
                      </a:solidFill>
                      <a:prstDash val="solid"/>
                      <a:round/>
                      <a:headEnd type="none" w="sm" len="sm"/>
                      <a:tailEnd type="none" w="sm" len="sm"/>
                    </a:lnT>
                    <a:lnB w="9525" cap="flat" cmpd="sng">
                      <a:solidFill>
                        <a:srgbClr val="4662AA"/>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p>
                      <a:pPr marL="554990" marR="0" lvl="0" indent="0" algn="l" rtl="0">
                        <a:lnSpc>
                          <a:spcPct val="100000"/>
                        </a:lnSpc>
                        <a:spcBef>
                          <a:spcPts val="0"/>
                        </a:spcBef>
                        <a:spcAft>
                          <a:spcPts val="0"/>
                        </a:spcAft>
                        <a:buNone/>
                      </a:pPr>
                      <a:r>
                        <a:rPr lang="en-US" sz="1800" u="none" strike="noStrike" cap="none">
                          <a:latin typeface="Arial Narrow"/>
                          <a:ea typeface="Arial Narrow"/>
                          <a:cs typeface="Arial Narrow"/>
                          <a:sym typeface="Arial Narrow"/>
                        </a:rPr>
                        <a:t>Fold </a:t>
                      </a:r>
                      <a:r>
                        <a:rPr lang="en-US" sz="1800" u="none" strike="noStrike" cap="none">
                          <a:latin typeface="Arial"/>
                          <a:ea typeface="Arial"/>
                          <a:cs typeface="Arial"/>
                          <a:sym typeface="Arial"/>
                        </a:rPr>
                        <a:t>𝑘</a:t>
                      </a:r>
                      <a:endParaRPr sz="1800" u="none" strike="noStrike" cap="none">
                        <a:latin typeface="Arial"/>
                        <a:ea typeface="Arial"/>
                        <a:cs typeface="Arial"/>
                        <a:sym typeface="Arial"/>
                      </a:endParaRPr>
                    </a:p>
                  </a:txBody>
                  <a:tcPr marL="0" marR="0" marT="148600" marB="0">
                    <a:lnL w="9525" cap="flat" cmpd="sng">
                      <a:solidFill>
                        <a:srgbClr val="4662AA"/>
                      </a:solidFill>
                      <a:prstDash val="solid"/>
                      <a:round/>
                      <a:headEnd type="none" w="sm" len="sm"/>
                      <a:tailEnd type="none" w="sm" len="sm"/>
                    </a:lnL>
                    <a:lnR w="9525" cap="flat" cmpd="sng">
                      <a:solidFill>
                        <a:srgbClr val="4662AA"/>
                      </a:solidFill>
                      <a:prstDash val="solid"/>
                      <a:round/>
                      <a:headEnd type="none" w="sm" len="sm"/>
                      <a:tailEnd type="none" w="sm" len="sm"/>
                    </a:lnR>
                    <a:lnT w="9525" cap="flat" cmpd="sng">
                      <a:solidFill>
                        <a:srgbClr val="4662AA"/>
                      </a:solidFill>
                      <a:prstDash val="solid"/>
                      <a:round/>
                      <a:headEnd type="none" w="sm" len="sm"/>
                      <a:tailEnd type="none" w="sm" len="sm"/>
                    </a:lnT>
                    <a:lnB w="9525" cap="flat" cmpd="sng">
                      <a:solidFill>
                        <a:srgbClr val="4662AA"/>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385" name="Google Shape;2385;p104"/>
          <p:cNvGrpSpPr/>
          <p:nvPr/>
        </p:nvGrpSpPr>
        <p:grpSpPr>
          <a:xfrm>
            <a:off x="2845306" y="4747233"/>
            <a:ext cx="6498336" cy="277393"/>
            <a:chOff x="2845306" y="4747233"/>
            <a:chExt cx="6498336" cy="277393"/>
          </a:xfrm>
        </p:grpSpPr>
        <p:pic>
          <p:nvPicPr>
            <p:cNvPr id="2386" name="Google Shape;2386;p104"/>
            <p:cNvPicPr preferRelativeResize="0"/>
            <p:nvPr/>
          </p:nvPicPr>
          <p:blipFill rotWithShape="1">
            <a:blip r:embed="rId5">
              <a:alphaModFix/>
            </a:blip>
            <a:srcRect/>
            <a:stretch/>
          </p:blipFill>
          <p:spPr>
            <a:xfrm>
              <a:off x="2845306" y="4747233"/>
              <a:ext cx="6498336" cy="277393"/>
            </a:xfrm>
            <a:prstGeom prst="rect">
              <a:avLst/>
            </a:prstGeom>
            <a:noFill/>
            <a:ln>
              <a:noFill/>
            </a:ln>
          </p:spPr>
        </p:pic>
        <p:sp>
          <p:nvSpPr>
            <p:cNvPr id="2387" name="Google Shape;2387;p104"/>
            <p:cNvSpPr/>
            <p:nvPr/>
          </p:nvSpPr>
          <p:spPr>
            <a:xfrm>
              <a:off x="2900932" y="4769358"/>
              <a:ext cx="6391910" cy="184785"/>
            </a:xfrm>
            <a:custGeom>
              <a:avLst/>
              <a:gdLst/>
              <a:ahLst/>
              <a:cxnLst/>
              <a:rect l="l" t="t" r="r" b="b"/>
              <a:pathLst>
                <a:path w="6391909" h="184785" extrusionOk="0">
                  <a:moveTo>
                    <a:pt x="6391657" y="0"/>
                  </a:moveTo>
                  <a:lnTo>
                    <a:pt x="6390452" y="35891"/>
                  </a:lnTo>
                  <a:lnTo>
                    <a:pt x="6387164" y="65198"/>
                  </a:lnTo>
                  <a:lnTo>
                    <a:pt x="6382280" y="84957"/>
                  </a:lnTo>
                  <a:lnTo>
                    <a:pt x="6376290" y="92202"/>
                  </a:lnTo>
                  <a:lnTo>
                    <a:pt x="3211196" y="92202"/>
                  </a:lnTo>
                  <a:lnTo>
                    <a:pt x="3205204" y="99446"/>
                  </a:lnTo>
                  <a:lnTo>
                    <a:pt x="3200320" y="119205"/>
                  </a:lnTo>
                  <a:lnTo>
                    <a:pt x="3197032" y="148512"/>
                  </a:lnTo>
                  <a:lnTo>
                    <a:pt x="3195828" y="184404"/>
                  </a:lnTo>
                  <a:lnTo>
                    <a:pt x="3194624" y="148512"/>
                  </a:lnTo>
                  <a:lnTo>
                    <a:pt x="3191336" y="119205"/>
                  </a:lnTo>
                  <a:lnTo>
                    <a:pt x="3186452" y="99446"/>
                  </a:lnTo>
                  <a:lnTo>
                    <a:pt x="3180462" y="92202"/>
                  </a:lnTo>
                  <a:lnTo>
                    <a:pt x="15367" y="92202"/>
                  </a:lnTo>
                  <a:lnTo>
                    <a:pt x="9376" y="84957"/>
                  </a:lnTo>
                  <a:lnTo>
                    <a:pt x="4492" y="65198"/>
                  </a:lnTo>
                  <a:lnTo>
                    <a:pt x="1204" y="35891"/>
                  </a:lnTo>
                  <a:lnTo>
                    <a:pt x="0" y="0"/>
                  </a:lnTo>
                </a:path>
              </a:pathLst>
            </a:custGeom>
            <a:noFill/>
            <a:ln w="25400" cap="flat" cmpd="sng">
              <a:solidFill>
                <a:srgbClr val="4966AC"/>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876496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92"/>
        <p:cNvGrpSpPr/>
        <p:nvPr/>
      </p:nvGrpSpPr>
      <p:grpSpPr>
        <a:xfrm>
          <a:off x="0" y="0"/>
          <a:ext cx="0" cy="0"/>
          <a:chOff x="0" y="0"/>
          <a:chExt cx="0" cy="0"/>
        </a:xfrm>
      </p:grpSpPr>
      <p:sp>
        <p:nvSpPr>
          <p:cNvPr id="2393" name="Google Shape;2393;p105" descr="$PPTXTitle"/>
          <p:cNvSpPr txBox="1">
            <a:spLocks noGrp="1"/>
          </p:cNvSpPr>
          <p:nvPr>
            <p:ph type="title"/>
          </p:nvPr>
        </p:nvSpPr>
        <p:spPr>
          <a:xfrm>
            <a:off x="707542" y="494791"/>
            <a:ext cx="11589715" cy="985519"/>
          </a:xfrm>
          <a:prstGeom prst="rect">
            <a:avLst/>
          </a:prstGeom>
          <a:noFill/>
          <a:ln>
            <a:noFill/>
          </a:ln>
        </p:spPr>
        <p:txBody>
          <a:bodyPr spcFirstLastPara="1" wrap="square" lIns="0" tIns="12700" rIns="0" bIns="0" anchor="t" anchorCtr="0">
            <a:spAutoFit/>
          </a:bodyPr>
          <a:lstStyle/>
          <a:p>
            <a:pPr marL="2889885" lvl="0" indent="0" algn="l" rtl="0">
              <a:lnSpc>
                <a:spcPct val="100000"/>
              </a:lnSpc>
              <a:spcBef>
                <a:spcPts val="0"/>
              </a:spcBef>
              <a:spcAft>
                <a:spcPts val="0"/>
              </a:spcAft>
              <a:buNone/>
            </a:pPr>
            <a:r>
              <a:rPr lang="en-US"/>
              <a:t>K-fold cross-validation</a:t>
            </a:r>
            <a:endParaRPr/>
          </a:p>
        </p:txBody>
      </p:sp>
      <p:sp>
        <p:nvSpPr>
          <p:cNvPr id="2394" name="Google Shape;2394;p105"/>
          <p:cNvSpPr txBox="1"/>
          <p:nvPr/>
        </p:nvSpPr>
        <p:spPr>
          <a:xfrm>
            <a:off x="688340" y="1611883"/>
            <a:ext cx="2359025" cy="3911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dirty="0">
                <a:latin typeface="Arial Narrow"/>
                <a:ea typeface="Arial Narrow"/>
                <a:cs typeface="Arial Narrow"/>
                <a:sym typeface="Arial Narrow"/>
              </a:rPr>
              <a:t>K=4-fold example:</a:t>
            </a:r>
            <a:endParaRPr sz="2400" dirty="0">
              <a:latin typeface="Arial Narrow"/>
              <a:ea typeface="Arial Narrow"/>
              <a:cs typeface="Arial Narrow"/>
              <a:sym typeface="Arial Narrow"/>
            </a:endParaRPr>
          </a:p>
        </p:txBody>
      </p:sp>
      <p:pic>
        <p:nvPicPr>
          <p:cNvPr id="2395" name="Google Shape;2395;p105"/>
          <p:cNvPicPr preferRelativeResize="0"/>
          <p:nvPr/>
        </p:nvPicPr>
        <p:blipFill rotWithShape="1">
          <a:blip r:embed="rId3">
            <a:alphaModFix/>
          </a:blip>
          <a:srcRect/>
          <a:stretch/>
        </p:blipFill>
        <p:spPr>
          <a:xfrm>
            <a:off x="1546985" y="2835781"/>
            <a:ext cx="8987028" cy="461772"/>
          </a:xfrm>
          <a:prstGeom prst="rect">
            <a:avLst/>
          </a:prstGeom>
          <a:noFill/>
          <a:ln>
            <a:noFill/>
          </a:ln>
        </p:spPr>
      </p:pic>
      <p:pic>
        <p:nvPicPr>
          <p:cNvPr id="2396" name="Google Shape;2396;p105"/>
          <p:cNvPicPr preferRelativeResize="0"/>
          <p:nvPr/>
        </p:nvPicPr>
        <p:blipFill rotWithShape="1">
          <a:blip r:embed="rId4">
            <a:alphaModFix/>
          </a:blip>
          <a:srcRect/>
          <a:stretch/>
        </p:blipFill>
        <p:spPr>
          <a:xfrm>
            <a:off x="1546985" y="3760849"/>
            <a:ext cx="8987028" cy="463294"/>
          </a:xfrm>
          <a:prstGeom prst="rect">
            <a:avLst/>
          </a:prstGeom>
          <a:noFill/>
          <a:ln>
            <a:noFill/>
          </a:ln>
        </p:spPr>
      </p:pic>
      <p:pic>
        <p:nvPicPr>
          <p:cNvPr id="2397" name="Google Shape;2397;p105"/>
          <p:cNvPicPr preferRelativeResize="0"/>
          <p:nvPr/>
        </p:nvPicPr>
        <p:blipFill rotWithShape="1">
          <a:blip r:embed="rId5">
            <a:alphaModFix/>
          </a:blip>
          <a:srcRect/>
          <a:stretch/>
        </p:blipFill>
        <p:spPr>
          <a:xfrm>
            <a:off x="1546985" y="4687441"/>
            <a:ext cx="8987028" cy="461772"/>
          </a:xfrm>
          <a:prstGeom prst="rect">
            <a:avLst/>
          </a:prstGeom>
          <a:noFill/>
          <a:ln>
            <a:noFill/>
          </a:ln>
        </p:spPr>
      </p:pic>
      <p:pic>
        <p:nvPicPr>
          <p:cNvPr id="2398" name="Google Shape;2398;p105"/>
          <p:cNvPicPr preferRelativeResize="0"/>
          <p:nvPr/>
        </p:nvPicPr>
        <p:blipFill rotWithShape="1">
          <a:blip r:embed="rId6">
            <a:alphaModFix/>
          </a:blip>
          <a:srcRect/>
          <a:stretch/>
        </p:blipFill>
        <p:spPr>
          <a:xfrm>
            <a:off x="1546985" y="5612522"/>
            <a:ext cx="8987028" cy="463294"/>
          </a:xfrm>
          <a:prstGeom prst="rect">
            <a:avLst/>
          </a:prstGeom>
          <a:noFill/>
          <a:ln>
            <a:noFill/>
          </a:ln>
        </p:spPr>
      </p:pic>
      <p:graphicFrame>
        <p:nvGraphicFramePr>
          <p:cNvPr id="2399" name="Google Shape;2399;p105"/>
          <p:cNvGraphicFramePr/>
          <p:nvPr>
            <p:extLst>
              <p:ext uri="{D42A27DB-BD31-4B8C-83A1-F6EECF244321}">
                <p14:modId xmlns:p14="http://schemas.microsoft.com/office/powerpoint/2010/main" val="1000501068"/>
              </p:ext>
            </p:extLst>
          </p:nvPr>
        </p:nvGraphicFramePr>
        <p:xfrm>
          <a:off x="1532697" y="2358198"/>
          <a:ext cx="9634656" cy="6163230"/>
        </p:xfrm>
        <a:graphic>
          <a:graphicData uri="http://schemas.openxmlformats.org/drawingml/2006/table">
            <a:tbl>
              <a:tblPr firstRow="1" bandRow="1">
                <a:noFill/>
                <a:tableStyleId>{1D887611-A821-4409-BF31-FEF9CEBD26EA}</a:tableStyleId>
              </a:tblPr>
              <a:tblGrid>
                <a:gridCol w="2408664">
                  <a:extLst>
                    <a:ext uri="{9D8B030D-6E8A-4147-A177-3AD203B41FA5}">
                      <a16:colId xmlns:a16="http://schemas.microsoft.com/office/drawing/2014/main" val="20000"/>
                    </a:ext>
                  </a:extLst>
                </a:gridCol>
                <a:gridCol w="2408664">
                  <a:extLst>
                    <a:ext uri="{9D8B030D-6E8A-4147-A177-3AD203B41FA5}">
                      <a16:colId xmlns:a16="http://schemas.microsoft.com/office/drawing/2014/main" val="20001"/>
                    </a:ext>
                  </a:extLst>
                </a:gridCol>
                <a:gridCol w="2408664">
                  <a:extLst>
                    <a:ext uri="{9D8B030D-6E8A-4147-A177-3AD203B41FA5}">
                      <a16:colId xmlns:a16="http://schemas.microsoft.com/office/drawing/2014/main" val="20002"/>
                    </a:ext>
                  </a:extLst>
                </a:gridCol>
                <a:gridCol w="2408664">
                  <a:extLst>
                    <a:ext uri="{9D8B030D-6E8A-4147-A177-3AD203B41FA5}">
                      <a16:colId xmlns:a16="http://schemas.microsoft.com/office/drawing/2014/main" val="20003"/>
                    </a:ext>
                  </a:extLst>
                </a:gridCol>
              </a:tblGrid>
              <a:tr h="770133">
                <a:tc>
                  <a:txBody>
                    <a:bodyPr/>
                    <a:lstStyle/>
                    <a:p>
                      <a:pPr marL="5715" marR="0" lvl="0" indent="0" algn="ctr" rtl="0">
                        <a:lnSpc>
                          <a:spcPct val="100000"/>
                        </a:lnSpc>
                        <a:spcBef>
                          <a:spcPts val="0"/>
                        </a:spcBef>
                        <a:spcAft>
                          <a:spcPts val="0"/>
                        </a:spcAft>
                        <a:buNone/>
                      </a:pPr>
                      <a:r>
                        <a:rPr lang="en-US" sz="2000" b="1" u="none" strike="noStrike" cap="none">
                          <a:latin typeface="Arial"/>
                          <a:ea typeface="Arial"/>
                          <a:cs typeface="Arial"/>
                          <a:sym typeface="Arial"/>
                        </a:rPr>
                        <a:t>Fold 1</a:t>
                      </a:r>
                      <a:endParaRPr sz="2000" u="none" strike="noStrike" cap="none">
                        <a:latin typeface="Arial"/>
                        <a:ea typeface="Arial"/>
                        <a:cs typeface="Arial"/>
                        <a:sym typeface="Arial"/>
                      </a:endParaRPr>
                    </a:p>
                  </a:txBody>
                  <a:tcPr marL="0" marR="0" marT="83825"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6350" marR="0" lvl="0" indent="0" algn="ctr" rtl="0">
                        <a:lnSpc>
                          <a:spcPct val="100000"/>
                        </a:lnSpc>
                        <a:spcBef>
                          <a:spcPts val="0"/>
                        </a:spcBef>
                        <a:spcAft>
                          <a:spcPts val="0"/>
                        </a:spcAft>
                        <a:buNone/>
                      </a:pPr>
                      <a:r>
                        <a:rPr lang="en-US" sz="2000" b="1" u="none" strike="noStrike" cap="none">
                          <a:latin typeface="Arial"/>
                          <a:ea typeface="Arial"/>
                          <a:cs typeface="Arial"/>
                          <a:sym typeface="Arial"/>
                        </a:rPr>
                        <a:t>Fold 2</a:t>
                      </a:r>
                      <a:endParaRPr sz="2000" u="none" strike="noStrike" cap="none">
                        <a:latin typeface="Arial"/>
                        <a:ea typeface="Arial"/>
                        <a:cs typeface="Arial"/>
                        <a:sym typeface="Arial"/>
                      </a:endParaRPr>
                    </a:p>
                  </a:txBody>
                  <a:tcPr marL="0" marR="0" marT="83825"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7620" marR="0" lvl="0" indent="0" algn="ctr" rtl="0">
                        <a:lnSpc>
                          <a:spcPct val="100000"/>
                        </a:lnSpc>
                        <a:spcBef>
                          <a:spcPts val="0"/>
                        </a:spcBef>
                        <a:spcAft>
                          <a:spcPts val="0"/>
                        </a:spcAft>
                        <a:buNone/>
                      </a:pPr>
                      <a:r>
                        <a:rPr lang="en-US" sz="2000" b="1" u="none" strike="noStrike" cap="none">
                          <a:latin typeface="Arial"/>
                          <a:ea typeface="Arial"/>
                          <a:cs typeface="Arial"/>
                          <a:sym typeface="Arial"/>
                        </a:rPr>
                        <a:t>Fold 3</a:t>
                      </a:r>
                      <a:endParaRPr sz="2000" u="none" strike="noStrike" cap="none">
                        <a:latin typeface="Arial"/>
                        <a:ea typeface="Arial"/>
                        <a:cs typeface="Arial"/>
                        <a:sym typeface="Arial"/>
                      </a:endParaRPr>
                    </a:p>
                  </a:txBody>
                  <a:tcPr marL="0" marR="0" marT="83825"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17145" marR="0" lvl="0" indent="0" algn="ctr" rtl="0">
                        <a:lnSpc>
                          <a:spcPct val="100000"/>
                        </a:lnSpc>
                        <a:spcBef>
                          <a:spcPts val="0"/>
                        </a:spcBef>
                        <a:spcAft>
                          <a:spcPts val="0"/>
                        </a:spcAft>
                        <a:buNone/>
                      </a:pPr>
                      <a:r>
                        <a:rPr lang="en-US" sz="2000" b="1" u="none" strike="noStrike" cap="none">
                          <a:latin typeface="Arial"/>
                          <a:ea typeface="Arial"/>
                          <a:cs typeface="Arial"/>
                          <a:sym typeface="Arial"/>
                        </a:rPr>
                        <a:t>Fold 4</a:t>
                      </a:r>
                      <a:endParaRPr sz="2000" u="none" strike="noStrike" cap="none">
                        <a:latin typeface="Arial"/>
                        <a:ea typeface="Arial"/>
                        <a:cs typeface="Arial"/>
                        <a:sym typeface="Arial"/>
                      </a:endParaRPr>
                    </a:p>
                  </a:txBody>
                  <a:tcPr marL="0" marR="0" marT="83825"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extLst>
                  <a:ext uri="{0D108BD9-81ED-4DB2-BD59-A6C34878D82A}">
                    <a16:rowId xmlns:a16="http://schemas.microsoft.com/office/drawing/2014/main" val="10000"/>
                  </a:ext>
                </a:extLst>
              </a:tr>
              <a:tr h="770133">
                <a:tc>
                  <a:txBody>
                    <a:bodyPr/>
                    <a:lstStyle/>
                    <a:p>
                      <a:pPr marL="0" marR="0" lvl="0" indent="0" algn="ctr" rtl="0">
                        <a:lnSpc>
                          <a:spcPct val="100000"/>
                        </a:lnSpc>
                        <a:spcBef>
                          <a:spcPts val="0"/>
                        </a:spcBef>
                        <a:spcAft>
                          <a:spcPts val="0"/>
                        </a:spcAft>
                        <a:buNone/>
                      </a:pPr>
                      <a:r>
                        <a:rPr lang="en-US" sz="2000" u="none" strike="noStrike" cap="none">
                          <a:latin typeface="Arial Narrow"/>
                          <a:ea typeface="Arial Narrow"/>
                          <a:cs typeface="Arial Narrow"/>
                          <a:sym typeface="Arial Narrow"/>
                        </a:rPr>
                        <a:t>Train</a:t>
                      </a:r>
                      <a:endParaRPr sz="2000" u="none" strike="noStrike" cap="none">
                        <a:latin typeface="Arial Narrow"/>
                        <a:ea typeface="Arial Narrow"/>
                        <a:cs typeface="Arial Narrow"/>
                        <a:sym typeface="Arial Narrow"/>
                      </a:endParaRPr>
                    </a:p>
                  </a:txBody>
                  <a:tcPr marL="0" marR="0" marT="87625"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Arial Narrow"/>
                          <a:ea typeface="Arial Narrow"/>
                          <a:cs typeface="Arial Narrow"/>
                          <a:sym typeface="Arial Narrow"/>
                        </a:rPr>
                        <a:t>Train</a:t>
                      </a:r>
                      <a:endParaRPr sz="2000" u="none" strike="noStrike" cap="none">
                        <a:latin typeface="Arial Narrow"/>
                        <a:ea typeface="Arial Narrow"/>
                        <a:cs typeface="Arial Narrow"/>
                        <a:sym typeface="Arial Narrow"/>
                      </a:endParaRPr>
                    </a:p>
                  </a:txBody>
                  <a:tcPr marL="0" marR="0" marT="87625"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635" marR="0" lvl="0" indent="0" algn="ctr" rtl="0">
                        <a:lnSpc>
                          <a:spcPct val="100000"/>
                        </a:lnSpc>
                        <a:spcBef>
                          <a:spcPts val="0"/>
                        </a:spcBef>
                        <a:spcAft>
                          <a:spcPts val="0"/>
                        </a:spcAft>
                        <a:buNone/>
                      </a:pPr>
                      <a:r>
                        <a:rPr lang="en-US" sz="2000" u="none" strike="noStrike" cap="none">
                          <a:latin typeface="Arial Narrow"/>
                          <a:ea typeface="Arial Narrow"/>
                          <a:cs typeface="Arial Narrow"/>
                          <a:sym typeface="Arial Narrow"/>
                        </a:rPr>
                        <a:t>Train</a:t>
                      </a:r>
                      <a:endParaRPr sz="2000" u="none" strike="noStrike" cap="none">
                        <a:latin typeface="Arial Narrow"/>
                        <a:ea typeface="Arial Narrow"/>
                        <a:cs typeface="Arial Narrow"/>
                        <a:sym typeface="Arial Narrow"/>
                      </a:endParaRPr>
                    </a:p>
                  </a:txBody>
                  <a:tcPr marL="0" marR="0" marT="87625"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8255" marR="0" lvl="0" indent="0" algn="ctr" rtl="0">
                        <a:lnSpc>
                          <a:spcPct val="100000"/>
                        </a:lnSpc>
                        <a:spcBef>
                          <a:spcPts val="0"/>
                        </a:spcBef>
                        <a:spcAft>
                          <a:spcPts val="0"/>
                        </a:spcAft>
                        <a:buNone/>
                      </a:pPr>
                      <a:r>
                        <a:rPr lang="en-US" sz="2000" u="none" strike="noStrike" cap="none">
                          <a:latin typeface="Arial Narrow"/>
                          <a:ea typeface="Arial Narrow"/>
                          <a:cs typeface="Arial Narrow"/>
                          <a:sym typeface="Arial Narrow"/>
                        </a:rPr>
                        <a:t>Val</a:t>
                      </a:r>
                      <a:endParaRPr sz="2000" u="none" strike="noStrike" cap="none">
                        <a:latin typeface="Arial Narrow"/>
                        <a:ea typeface="Arial Narrow"/>
                        <a:cs typeface="Arial Narrow"/>
                        <a:sym typeface="Arial Narrow"/>
                      </a:endParaRPr>
                    </a:p>
                  </a:txBody>
                  <a:tcPr marL="0" marR="0" marT="87625"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extLst>
                  <a:ext uri="{0D108BD9-81ED-4DB2-BD59-A6C34878D82A}">
                    <a16:rowId xmlns:a16="http://schemas.microsoft.com/office/drawing/2014/main" val="10001"/>
                  </a:ext>
                </a:extLst>
              </a:tr>
              <a:tr h="771216">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extLst>
                  <a:ext uri="{0D108BD9-81ED-4DB2-BD59-A6C34878D82A}">
                    <a16:rowId xmlns:a16="http://schemas.microsoft.com/office/drawing/2014/main" val="10002"/>
                  </a:ext>
                </a:extLst>
              </a:tr>
              <a:tr h="770133">
                <a:tc>
                  <a:txBody>
                    <a:bodyPr/>
                    <a:lstStyle/>
                    <a:p>
                      <a:pPr marL="0" marR="0" lvl="0" indent="0" algn="ctr" rtl="0">
                        <a:lnSpc>
                          <a:spcPct val="100000"/>
                        </a:lnSpc>
                        <a:spcBef>
                          <a:spcPts val="0"/>
                        </a:spcBef>
                        <a:spcAft>
                          <a:spcPts val="0"/>
                        </a:spcAft>
                        <a:buNone/>
                      </a:pPr>
                      <a:r>
                        <a:rPr lang="en-US" sz="2000" u="none" strike="noStrike" cap="none">
                          <a:latin typeface="Arial Narrow"/>
                          <a:ea typeface="Arial Narrow"/>
                          <a:cs typeface="Arial Narrow"/>
                          <a:sym typeface="Arial Narrow"/>
                        </a:rPr>
                        <a:t>Train</a:t>
                      </a:r>
                      <a:endParaRPr sz="2000" u="none" strike="noStrike" cap="none">
                        <a:latin typeface="Arial Narrow"/>
                        <a:ea typeface="Arial Narrow"/>
                        <a:cs typeface="Arial Narrow"/>
                        <a:sym typeface="Arial Narrow"/>
                      </a:endParaRPr>
                    </a:p>
                  </a:txBody>
                  <a:tcPr marL="0" marR="0" marT="91450"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Arial Narrow"/>
                          <a:ea typeface="Arial Narrow"/>
                          <a:cs typeface="Arial Narrow"/>
                          <a:sym typeface="Arial Narrow"/>
                        </a:rPr>
                        <a:t>Train</a:t>
                      </a:r>
                      <a:endParaRPr sz="2000" u="none" strike="noStrike" cap="none">
                        <a:latin typeface="Arial Narrow"/>
                        <a:ea typeface="Arial Narrow"/>
                        <a:cs typeface="Arial Narrow"/>
                        <a:sym typeface="Arial Narrow"/>
                      </a:endParaRPr>
                    </a:p>
                  </a:txBody>
                  <a:tcPr marL="0" marR="0" marT="91450"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Arial Narrow"/>
                          <a:ea typeface="Arial Narrow"/>
                          <a:cs typeface="Arial Narrow"/>
                          <a:sym typeface="Arial Narrow"/>
                        </a:rPr>
                        <a:t>Val</a:t>
                      </a:r>
                      <a:endParaRPr sz="2000" u="none" strike="noStrike" cap="none">
                        <a:latin typeface="Arial Narrow"/>
                        <a:ea typeface="Arial Narrow"/>
                        <a:cs typeface="Arial Narrow"/>
                        <a:sym typeface="Arial Narrow"/>
                      </a:endParaRPr>
                    </a:p>
                  </a:txBody>
                  <a:tcPr marL="0" marR="0" marT="91450"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8890" marR="0" lvl="0" indent="0" algn="ctr" rtl="0">
                        <a:lnSpc>
                          <a:spcPct val="100000"/>
                        </a:lnSpc>
                        <a:spcBef>
                          <a:spcPts val="0"/>
                        </a:spcBef>
                        <a:spcAft>
                          <a:spcPts val="0"/>
                        </a:spcAft>
                        <a:buNone/>
                      </a:pPr>
                      <a:r>
                        <a:rPr lang="en-US" sz="2000" u="none" strike="noStrike" cap="none" dirty="0">
                          <a:latin typeface="Arial Narrow"/>
                          <a:ea typeface="Arial Narrow"/>
                          <a:cs typeface="Arial Narrow"/>
                          <a:sym typeface="Arial Narrow"/>
                        </a:rPr>
                        <a:t>Train</a:t>
                      </a:r>
                      <a:endParaRPr sz="2000" u="none" strike="noStrike" cap="none" dirty="0">
                        <a:latin typeface="Arial Narrow"/>
                        <a:ea typeface="Arial Narrow"/>
                        <a:cs typeface="Arial Narrow"/>
                        <a:sym typeface="Arial Narrow"/>
                      </a:endParaRPr>
                    </a:p>
                  </a:txBody>
                  <a:tcPr marL="0" marR="0" marT="91450"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extLst>
                  <a:ext uri="{0D108BD9-81ED-4DB2-BD59-A6C34878D82A}">
                    <a16:rowId xmlns:a16="http://schemas.microsoft.com/office/drawing/2014/main" val="10003"/>
                  </a:ext>
                </a:extLst>
              </a:tr>
              <a:tr h="771216">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extLst>
                  <a:ext uri="{0D108BD9-81ED-4DB2-BD59-A6C34878D82A}">
                    <a16:rowId xmlns:a16="http://schemas.microsoft.com/office/drawing/2014/main" val="10004"/>
                  </a:ext>
                </a:extLst>
              </a:tr>
              <a:tr h="770133">
                <a:tc>
                  <a:txBody>
                    <a:bodyPr/>
                    <a:lstStyle/>
                    <a:p>
                      <a:pPr marL="0" marR="0" lvl="0" indent="0" algn="ctr" rtl="0">
                        <a:lnSpc>
                          <a:spcPct val="100000"/>
                        </a:lnSpc>
                        <a:spcBef>
                          <a:spcPts val="0"/>
                        </a:spcBef>
                        <a:spcAft>
                          <a:spcPts val="0"/>
                        </a:spcAft>
                        <a:buNone/>
                      </a:pPr>
                      <a:r>
                        <a:rPr lang="en-US" sz="2000" u="none" strike="noStrike" cap="none">
                          <a:latin typeface="Arial Narrow"/>
                          <a:ea typeface="Arial Narrow"/>
                          <a:cs typeface="Arial Narrow"/>
                          <a:sym typeface="Arial Narrow"/>
                        </a:rPr>
                        <a:t>Train</a:t>
                      </a:r>
                      <a:endParaRPr sz="2000" u="none" strike="noStrike" cap="none">
                        <a:latin typeface="Arial Narrow"/>
                        <a:ea typeface="Arial Narrow"/>
                        <a:cs typeface="Arial Narrow"/>
                        <a:sym typeface="Arial Narrow"/>
                      </a:endParaRPr>
                    </a:p>
                  </a:txBody>
                  <a:tcPr marL="0" marR="0" marT="92075"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Arial Narrow"/>
                          <a:ea typeface="Arial Narrow"/>
                          <a:cs typeface="Arial Narrow"/>
                          <a:sym typeface="Arial Narrow"/>
                        </a:rPr>
                        <a:t>Val</a:t>
                      </a:r>
                      <a:endParaRPr sz="2000" u="none" strike="noStrike" cap="none">
                        <a:latin typeface="Arial Narrow"/>
                        <a:ea typeface="Arial Narrow"/>
                        <a:cs typeface="Arial Narrow"/>
                        <a:sym typeface="Arial Narrow"/>
                      </a:endParaRPr>
                    </a:p>
                  </a:txBody>
                  <a:tcPr marL="0" marR="0" marT="92075"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Arial Narrow"/>
                          <a:ea typeface="Arial Narrow"/>
                          <a:cs typeface="Arial Narrow"/>
                          <a:sym typeface="Arial Narrow"/>
                        </a:rPr>
                        <a:t>Train</a:t>
                      </a:r>
                      <a:endParaRPr sz="2000" u="none" strike="noStrike" cap="none">
                        <a:latin typeface="Arial Narrow"/>
                        <a:ea typeface="Arial Narrow"/>
                        <a:cs typeface="Arial Narrow"/>
                        <a:sym typeface="Arial Narrow"/>
                      </a:endParaRPr>
                    </a:p>
                  </a:txBody>
                  <a:tcPr marL="0" marR="0" marT="92075"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8890" marR="0" lvl="0" indent="0" algn="ctr" rtl="0">
                        <a:lnSpc>
                          <a:spcPct val="100000"/>
                        </a:lnSpc>
                        <a:spcBef>
                          <a:spcPts val="0"/>
                        </a:spcBef>
                        <a:spcAft>
                          <a:spcPts val="0"/>
                        </a:spcAft>
                        <a:buNone/>
                      </a:pPr>
                      <a:r>
                        <a:rPr lang="en-US" sz="2000" u="none" strike="noStrike" cap="none">
                          <a:latin typeface="Arial Narrow"/>
                          <a:ea typeface="Arial Narrow"/>
                          <a:cs typeface="Arial Narrow"/>
                          <a:sym typeface="Arial Narrow"/>
                        </a:rPr>
                        <a:t>Train</a:t>
                      </a:r>
                      <a:endParaRPr sz="2000" u="none" strike="noStrike" cap="none">
                        <a:latin typeface="Arial Narrow"/>
                        <a:ea typeface="Arial Narrow"/>
                        <a:cs typeface="Arial Narrow"/>
                        <a:sym typeface="Arial Narrow"/>
                      </a:endParaRPr>
                    </a:p>
                  </a:txBody>
                  <a:tcPr marL="0" marR="0" marT="92075"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extLst>
                  <a:ext uri="{0D108BD9-81ED-4DB2-BD59-A6C34878D82A}">
                    <a16:rowId xmlns:a16="http://schemas.microsoft.com/office/drawing/2014/main" val="10005"/>
                  </a:ext>
                </a:extLst>
              </a:tr>
              <a:tr h="770133">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extLst>
                  <a:ext uri="{0D108BD9-81ED-4DB2-BD59-A6C34878D82A}">
                    <a16:rowId xmlns:a16="http://schemas.microsoft.com/office/drawing/2014/main" val="10006"/>
                  </a:ext>
                </a:extLst>
              </a:tr>
              <a:tr h="770133">
                <a:tc>
                  <a:txBody>
                    <a:bodyPr/>
                    <a:lstStyle/>
                    <a:p>
                      <a:pPr marL="0" marR="0" lvl="0" indent="0" algn="ctr" rtl="0">
                        <a:lnSpc>
                          <a:spcPct val="100000"/>
                        </a:lnSpc>
                        <a:spcBef>
                          <a:spcPts val="0"/>
                        </a:spcBef>
                        <a:spcAft>
                          <a:spcPts val="0"/>
                        </a:spcAft>
                        <a:buNone/>
                      </a:pPr>
                      <a:r>
                        <a:rPr lang="en-US" sz="2000" u="none" strike="noStrike" cap="none">
                          <a:latin typeface="Arial Narrow"/>
                          <a:ea typeface="Arial Narrow"/>
                          <a:cs typeface="Arial Narrow"/>
                          <a:sym typeface="Arial Narrow"/>
                        </a:rPr>
                        <a:t>Val</a:t>
                      </a:r>
                      <a:endParaRPr sz="2000" u="none" strike="noStrike" cap="none">
                        <a:latin typeface="Arial Narrow"/>
                        <a:ea typeface="Arial Narrow"/>
                        <a:cs typeface="Arial Narrow"/>
                        <a:sym typeface="Arial Narrow"/>
                      </a:endParaRPr>
                    </a:p>
                  </a:txBody>
                  <a:tcPr marL="0" marR="0" marT="90175"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Arial Narrow"/>
                          <a:ea typeface="Arial Narrow"/>
                          <a:cs typeface="Arial Narrow"/>
                          <a:sym typeface="Arial Narrow"/>
                        </a:rPr>
                        <a:t>Train</a:t>
                      </a:r>
                      <a:endParaRPr sz="2000" u="none" strike="noStrike" cap="none">
                        <a:latin typeface="Arial Narrow"/>
                        <a:ea typeface="Arial Narrow"/>
                        <a:cs typeface="Arial Narrow"/>
                        <a:sym typeface="Arial Narrow"/>
                      </a:endParaRPr>
                    </a:p>
                  </a:txBody>
                  <a:tcPr marL="0" marR="0" marT="90175"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Arial Narrow"/>
                          <a:ea typeface="Arial Narrow"/>
                          <a:cs typeface="Arial Narrow"/>
                          <a:sym typeface="Arial Narrow"/>
                        </a:rPr>
                        <a:t>Train</a:t>
                      </a:r>
                      <a:endParaRPr sz="2000" u="none" strike="noStrike" cap="none">
                        <a:latin typeface="Arial Narrow"/>
                        <a:ea typeface="Arial Narrow"/>
                        <a:cs typeface="Arial Narrow"/>
                        <a:sym typeface="Arial Narrow"/>
                      </a:endParaRPr>
                    </a:p>
                  </a:txBody>
                  <a:tcPr marL="0" marR="0" marT="90175"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tc>
                  <a:txBody>
                    <a:bodyPr/>
                    <a:lstStyle/>
                    <a:p>
                      <a:pPr marL="8890" marR="0" lvl="0" indent="0" algn="ctr" rtl="0">
                        <a:lnSpc>
                          <a:spcPct val="100000"/>
                        </a:lnSpc>
                        <a:spcBef>
                          <a:spcPts val="0"/>
                        </a:spcBef>
                        <a:spcAft>
                          <a:spcPts val="0"/>
                        </a:spcAft>
                        <a:buNone/>
                      </a:pPr>
                      <a:r>
                        <a:rPr lang="en-US" sz="2000" u="none" strike="noStrike" cap="none" dirty="0">
                          <a:latin typeface="Arial Narrow"/>
                          <a:ea typeface="Arial Narrow"/>
                          <a:cs typeface="Arial Narrow"/>
                          <a:sym typeface="Arial Narrow"/>
                        </a:rPr>
                        <a:t>Train</a:t>
                      </a:r>
                      <a:endParaRPr sz="2000" u="none" strike="noStrike" cap="none" dirty="0">
                        <a:latin typeface="Arial Narrow"/>
                        <a:ea typeface="Arial Narrow"/>
                        <a:cs typeface="Arial Narrow"/>
                        <a:sym typeface="Arial Narrow"/>
                      </a:endParaRPr>
                    </a:p>
                  </a:txBody>
                  <a:tcPr marL="0" marR="0" marT="90175" marB="0">
                    <a:lnL w="28575" cap="flat" cmpd="sng">
                      <a:solidFill>
                        <a:srgbClr val="FFFFFF"/>
                      </a:solidFill>
                      <a:prstDash val="solid"/>
                      <a:round/>
                      <a:headEnd type="none" w="sm" len="sm"/>
                      <a:tailEnd type="none" w="sm" len="sm"/>
                    </a:lnL>
                    <a:lnR w="28575" cap="flat" cmpd="sng">
                      <a:solidFill>
                        <a:srgbClr val="FFFFFF"/>
                      </a:solidFill>
                      <a:prstDash val="solid"/>
                      <a:round/>
                      <a:headEnd type="none" w="sm" len="sm"/>
                      <a:tailEnd type="none" w="sm" len="sm"/>
                    </a:lnR>
                    <a:lnT w="28575" cap="flat" cmpd="sng">
                      <a:solidFill>
                        <a:srgbClr val="FFFFFF"/>
                      </a:solidFill>
                      <a:prstDash val="solid"/>
                      <a:round/>
                      <a:headEnd type="none" w="sm" len="sm"/>
                      <a:tailEnd type="none" w="sm" len="sm"/>
                    </a:lnT>
                    <a:lnB w="28575" cap="flat" cmpd="sng">
                      <a:solidFill>
                        <a:srgbClr val="FFFFFF"/>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8053640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479"/>
        <p:cNvGrpSpPr/>
        <p:nvPr/>
      </p:nvGrpSpPr>
      <p:grpSpPr>
        <a:xfrm>
          <a:off x="0" y="0"/>
          <a:ext cx="0" cy="0"/>
          <a:chOff x="0" y="0"/>
          <a:chExt cx="0" cy="0"/>
        </a:xfrm>
      </p:grpSpPr>
      <p:sp useBgFill="1">
        <p:nvSpPr>
          <p:cNvPr id="2487" name="Rectangle 2486">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89" name="Rectangle 248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1548" cy="9753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1" name="Rectangle 249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723290" y="2723287"/>
            <a:ext cx="9753600" cy="4307025"/>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3" name="Rectangle 249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723290" y="2737705"/>
            <a:ext cx="9753599" cy="4307028"/>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5" name="Rectangle 249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74322" y="5820893"/>
            <a:ext cx="3558370" cy="430703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97" name="Freeform: Shape 249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35186" y="1379154"/>
            <a:ext cx="4160380" cy="5943407"/>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99" name="Rectangle 249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723300" y="2708867"/>
            <a:ext cx="9753604" cy="4307024"/>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1" name="Google Shape;2481;p110" descr="$PPTXTitle"/>
          <p:cNvSpPr txBox="1">
            <a:spLocks noGrp="1"/>
          </p:cNvSpPr>
          <p:nvPr>
            <p:ph type="title"/>
          </p:nvPr>
        </p:nvSpPr>
        <p:spPr>
          <a:xfrm>
            <a:off x="497836" y="834638"/>
            <a:ext cx="3414791" cy="4817773"/>
          </a:xfrm>
          <a:prstGeom prst="rect">
            <a:avLst/>
          </a:prstGeom>
        </p:spPr>
        <p:txBody>
          <a:bodyPr spcFirstLastPara="1" vert="horz" lIns="91440" tIns="45720" rIns="91440" bIns="45720" rtlCol="0" anchor="b" anchorCtr="0">
            <a:normAutofit/>
          </a:bodyPr>
          <a:lstStyle/>
          <a:p>
            <a:pPr marL="12700" lvl="0" indent="0" algn="r">
              <a:lnSpc>
                <a:spcPct val="90000"/>
              </a:lnSpc>
              <a:spcBef>
                <a:spcPct val="0"/>
              </a:spcBef>
              <a:spcAft>
                <a:spcPts val="0"/>
              </a:spcAft>
            </a:pPr>
            <a:r>
              <a:rPr lang="en-US" sz="3500" b="1" kern="1200">
                <a:solidFill>
                  <a:srgbClr val="FFFFFF"/>
                </a:solidFill>
                <a:latin typeface="+mj-lt"/>
                <a:ea typeface="+mj-ea"/>
                <a:cs typeface="+mj-cs"/>
              </a:rPr>
              <a:t>Regularization</a:t>
            </a:r>
          </a:p>
        </p:txBody>
      </p:sp>
      <p:sp>
        <p:nvSpPr>
          <p:cNvPr id="2482" name="Google Shape;2482;p110"/>
          <p:cNvSpPr txBox="1"/>
          <p:nvPr/>
        </p:nvSpPr>
        <p:spPr>
          <a:xfrm>
            <a:off x="5130942" y="923704"/>
            <a:ext cx="6992371" cy="7887712"/>
          </a:xfrm>
          <a:prstGeom prst="rect">
            <a:avLst/>
          </a:prstGeom>
        </p:spPr>
        <p:txBody>
          <a:bodyPr spcFirstLastPara="1" vert="horz" lIns="91440" tIns="45720" rIns="91440" bIns="45720" rtlCol="0" anchor="ctr" anchorCtr="0">
            <a:normAutofit/>
          </a:bodyPr>
          <a:lstStyle/>
          <a:p>
            <a:pPr marL="63500" marR="30480" lvl="0" indent="-228600">
              <a:lnSpc>
                <a:spcPct val="90000"/>
              </a:lnSpc>
              <a:spcBef>
                <a:spcPts val="0"/>
              </a:spcBef>
              <a:spcAft>
                <a:spcPts val="0"/>
              </a:spcAft>
              <a:buFont typeface="Arial" panose="020B0604020202020204" pitchFamily="34" charset="0"/>
              <a:buChar char="•"/>
            </a:pPr>
            <a:r>
              <a:rPr lang="en-US" sz="2500" kern="1200">
                <a:solidFill>
                  <a:schemeClr val="tx1"/>
                </a:solidFill>
                <a:latin typeface="+mn-lt"/>
                <a:ea typeface="+mn-ea"/>
                <a:cs typeface="+mn-cs"/>
                <a:sym typeface="Arial Narrow"/>
              </a:rPr>
              <a:t>We have seen that the degree of the polynomial acts as a natural measure of the “complexity” of the model, higher degree polynomials are more complex (taken to the limit, we fit any finite data set exactly)</a:t>
            </a:r>
          </a:p>
          <a:p>
            <a:pPr marL="0" lvl="0" indent="-228600">
              <a:lnSpc>
                <a:spcPct val="90000"/>
              </a:lnSpc>
              <a:spcBef>
                <a:spcPts val="175"/>
              </a:spcBef>
              <a:spcAft>
                <a:spcPts val="0"/>
              </a:spcAft>
              <a:buFont typeface="Arial" panose="020B0604020202020204" pitchFamily="34" charset="0"/>
              <a:buChar char="•"/>
            </a:pPr>
            <a:endParaRPr lang="en-US" sz="2500" kern="1200">
              <a:solidFill>
                <a:schemeClr val="tx1"/>
              </a:solidFill>
              <a:latin typeface="+mn-lt"/>
              <a:ea typeface="+mn-ea"/>
              <a:cs typeface="+mn-cs"/>
              <a:sym typeface="Arial Narrow"/>
            </a:endParaRPr>
          </a:p>
          <a:p>
            <a:pPr marL="63500" marR="940435" lvl="0" indent="-228600">
              <a:lnSpc>
                <a:spcPct val="90000"/>
              </a:lnSpc>
              <a:spcBef>
                <a:spcPts val="0"/>
              </a:spcBef>
              <a:spcAft>
                <a:spcPts val="0"/>
              </a:spcAft>
              <a:buFont typeface="Arial" panose="020B0604020202020204" pitchFamily="34" charset="0"/>
              <a:buChar char="•"/>
            </a:pPr>
            <a:r>
              <a:rPr lang="en-US" sz="2500" kern="1200">
                <a:solidFill>
                  <a:schemeClr val="tx1"/>
                </a:solidFill>
                <a:latin typeface="+mn-lt"/>
                <a:ea typeface="+mn-ea"/>
                <a:cs typeface="+mn-cs"/>
                <a:sym typeface="Arial Narrow"/>
              </a:rPr>
              <a:t>But fitting these models also requires extremely </a:t>
            </a:r>
            <a:r>
              <a:rPr lang="en-US" sz="2500" i="1" kern="1200">
                <a:solidFill>
                  <a:schemeClr val="tx1"/>
                </a:solidFill>
                <a:latin typeface="+mn-lt"/>
                <a:ea typeface="+mn-ea"/>
                <a:cs typeface="+mn-cs"/>
                <a:sym typeface="Arial Narrow"/>
              </a:rPr>
              <a:t>large </a:t>
            </a:r>
            <a:r>
              <a:rPr lang="en-US" sz="2500" kern="1200">
                <a:solidFill>
                  <a:schemeClr val="tx1"/>
                </a:solidFill>
                <a:latin typeface="+mn-lt"/>
                <a:ea typeface="+mn-ea"/>
                <a:cs typeface="+mn-cs"/>
                <a:sym typeface="Arial Narrow"/>
              </a:rPr>
              <a:t>coefficients on these polynomials</a:t>
            </a:r>
          </a:p>
          <a:p>
            <a:pPr marL="0" lvl="0" indent="-228600">
              <a:lnSpc>
                <a:spcPct val="90000"/>
              </a:lnSpc>
              <a:spcBef>
                <a:spcPts val="175"/>
              </a:spcBef>
              <a:spcAft>
                <a:spcPts val="0"/>
              </a:spcAft>
              <a:buFont typeface="Arial" panose="020B0604020202020204" pitchFamily="34" charset="0"/>
              <a:buChar char="•"/>
            </a:pPr>
            <a:endParaRPr lang="en-US" sz="2500" kern="1200">
              <a:solidFill>
                <a:schemeClr val="tx1"/>
              </a:solidFill>
              <a:latin typeface="+mn-lt"/>
              <a:ea typeface="+mn-ea"/>
              <a:cs typeface="+mn-cs"/>
              <a:sym typeface="Arial Narrow"/>
            </a:endParaRPr>
          </a:p>
          <a:p>
            <a:pPr marL="63500" lvl="0" indent="-228600">
              <a:lnSpc>
                <a:spcPct val="90000"/>
              </a:lnSpc>
              <a:spcBef>
                <a:spcPts val="0"/>
              </a:spcBef>
              <a:spcAft>
                <a:spcPts val="0"/>
              </a:spcAft>
              <a:buFont typeface="Arial" panose="020B0604020202020204" pitchFamily="34" charset="0"/>
              <a:buChar char="•"/>
            </a:pPr>
            <a:r>
              <a:rPr lang="en-US" sz="2500" kern="1200">
                <a:solidFill>
                  <a:schemeClr val="tx1"/>
                </a:solidFill>
                <a:latin typeface="+mn-lt"/>
                <a:ea typeface="+mn-ea"/>
                <a:cs typeface="+mn-cs"/>
                <a:sym typeface="Arial Narrow"/>
              </a:rPr>
              <a:t>For 50-degree polynomial, the first few coefficients are</a:t>
            </a:r>
          </a:p>
          <a:p>
            <a:pPr marL="367665" lvl="0" indent="-228600">
              <a:lnSpc>
                <a:spcPct val="90000"/>
              </a:lnSpc>
              <a:spcBef>
                <a:spcPts val="0"/>
              </a:spcBef>
              <a:spcAft>
                <a:spcPts val="0"/>
              </a:spcAft>
              <a:buFont typeface="Arial" panose="020B0604020202020204" pitchFamily="34" charset="0"/>
              <a:buChar char="•"/>
            </a:pPr>
            <a:r>
              <a:rPr lang="en-US" sz="2500" kern="1200">
                <a:solidFill>
                  <a:schemeClr val="tx1"/>
                </a:solidFill>
                <a:latin typeface="+mn-lt"/>
                <a:ea typeface="+mn-ea"/>
                <a:cs typeface="+mn-cs"/>
                <a:sym typeface="Arial"/>
              </a:rPr>
              <a:t>𝜃 = −3.88 × 10</a:t>
            </a:r>
            <a:r>
              <a:rPr lang="en-US" sz="2500" kern="1200" baseline="30000">
                <a:solidFill>
                  <a:schemeClr val="tx1"/>
                </a:solidFill>
                <a:latin typeface="+mn-lt"/>
                <a:ea typeface="+mn-ea"/>
                <a:cs typeface="+mn-cs"/>
                <a:sym typeface="Arial"/>
              </a:rPr>
              <a:t>6</a:t>
            </a:r>
            <a:r>
              <a:rPr lang="en-US" sz="2500" kern="1200">
                <a:solidFill>
                  <a:schemeClr val="tx1"/>
                </a:solidFill>
                <a:latin typeface="+mn-lt"/>
                <a:ea typeface="+mn-ea"/>
                <a:cs typeface="+mn-cs"/>
                <a:sym typeface="Arial"/>
              </a:rPr>
              <a:t>, 7.60 × 10</a:t>
            </a:r>
            <a:r>
              <a:rPr lang="en-US" sz="2500" kern="1200" baseline="30000">
                <a:solidFill>
                  <a:schemeClr val="tx1"/>
                </a:solidFill>
                <a:latin typeface="+mn-lt"/>
                <a:ea typeface="+mn-ea"/>
                <a:cs typeface="+mn-cs"/>
                <a:sym typeface="Arial"/>
              </a:rPr>
              <a:t>6</a:t>
            </a:r>
            <a:r>
              <a:rPr lang="en-US" sz="2500" kern="1200">
                <a:solidFill>
                  <a:schemeClr val="tx1"/>
                </a:solidFill>
                <a:latin typeface="+mn-lt"/>
                <a:ea typeface="+mn-ea"/>
                <a:cs typeface="+mn-cs"/>
                <a:sym typeface="Arial"/>
              </a:rPr>
              <a:t>, 3.94 × 10</a:t>
            </a:r>
            <a:r>
              <a:rPr lang="en-US" sz="2500" kern="1200" baseline="30000">
                <a:solidFill>
                  <a:schemeClr val="tx1"/>
                </a:solidFill>
                <a:latin typeface="+mn-lt"/>
                <a:ea typeface="+mn-ea"/>
                <a:cs typeface="+mn-cs"/>
                <a:sym typeface="Arial"/>
              </a:rPr>
              <a:t>6</a:t>
            </a:r>
            <a:r>
              <a:rPr lang="en-US" sz="2500" kern="1200">
                <a:solidFill>
                  <a:schemeClr val="tx1"/>
                </a:solidFill>
                <a:latin typeface="+mn-lt"/>
                <a:ea typeface="+mn-ea"/>
                <a:cs typeface="+mn-cs"/>
                <a:sym typeface="Arial"/>
              </a:rPr>
              <a:t>, −2.60 × 10</a:t>
            </a:r>
            <a:r>
              <a:rPr lang="en-US" sz="2500" kern="1200" baseline="30000">
                <a:solidFill>
                  <a:schemeClr val="tx1"/>
                </a:solidFill>
                <a:latin typeface="+mn-lt"/>
                <a:ea typeface="+mn-ea"/>
                <a:cs typeface="+mn-cs"/>
                <a:sym typeface="Arial"/>
              </a:rPr>
              <a:t>7</a:t>
            </a:r>
            <a:r>
              <a:rPr lang="en-US" sz="2500" kern="1200">
                <a:solidFill>
                  <a:schemeClr val="tx1"/>
                </a:solidFill>
                <a:latin typeface="+mn-lt"/>
                <a:ea typeface="+mn-ea"/>
                <a:cs typeface="+mn-cs"/>
                <a:sym typeface="Arial"/>
              </a:rPr>
              <a:t>, …</a:t>
            </a:r>
          </a:p>
          <a:p>
            <a:pPr marL="63500" marR="361950" lvl="0" indent="-228600">
              <a:lnSpc>
                <a:spcPct val="90000"/>
              </a:lnSpc>
              <a:spcBef>
                <a:spcPts val="2785"/>
              </a:spcBef>
              <a:spcAft>
                <a:spcPts val="0"/>
              </a:spcAft>
              <a:buFont typeface="Arial" panose="020B0604020202020204" pitchFamily="34" charset="0"/>
              <a:buChar char="•"/>
            </a:pPr>
            <a:r>
              <a:rPr lang="en-US" sz="2500" kern="1200">
                <a:solidFill>
                  <a:schemeClr val="tx1"/>
                </a:solidFill>
                <a:latin typeface="+mn-lt"/>
                <a:ea typeface="+mn-ea"/>
                <a:cs typeface="+mn-cs"/>
                <a:sym typeface="Arial Narrow"/>
              </a:rPr>
              <a:t>This suggests an alternative way to control model complexity: keep the </a:t>
            </a:r>
            <a:r>
              <a:rPr lang="en-US" sz="2500" i="1" kern="1200">
                <a:solidFill>
                  <a:schemeClr val="tx1"/>
                </a:solidFill>
                <a:latin typeface="+mn-lt"/>
                <a:ea typeface="+mn-ea"/>
                <a:cs typeface="+mn-cs"/>
                <a:sym typeface="Arial Narrow"/>
              </a:rPr>
              <a:t>weights small </a:t>
            </a:r>
            <a:r>
              <a:rPr lang="en-US" sz="2500" kern="1200">
                <a:solidFill>
                  <a:schemeClr val="tx1"/>
                </a:solidFill>
                <a:latin typeface="+mn-lt"/>
                <a:ea typeface="+mn-ea"/>
                <a:cs typeface="+mn-cs"/>
                <a:sym typeface="Arial Narrow"/>
              </a:rPr>
              <a:t>(</a:t>
            </a:r>
            <a:r>
              <a:rPr lang="en-US" sz="2500" b="1" kern="1200">
                <a:solidFill>
                  <a:schemeClr val="tx1"/>
                </a:solidFill>
                <a:latin typeface="+mn-lt"/>
                <a:ea typeface="+mn-ea"/>
                <a:cs typeface="+mn-cs"/>
                <a:sym typeface="Arial"/>
              </a:rPr>
              <a:t>regularization</a:t>
            </a:r>
            <a:r>
              <a:rPr lang="en-US" sz="2500" kern="1200">
                <a:solidFill>
                  <a:schemeClr val="tx1"/>
                </a:solidFill>
                <a:latin typeface="+mn-lt"/>
                <a:ea typeface="+mn-ea"/>
                <a:cs typeface="+mn-cs"/>
                <a:sym typeface="Arial Narrow"/>
              </a:rPr>
              <a:t>)</a:t>
            </a:r>
          </a:p>
        </p:txBody>
      </p:sp>
    </p:spTree>
    <p:extLst>
      <p:ext uri="{BB962C8B-B14F-4D97-AF65-F5344CB8AC3E}">
        <p14:creationId xmlns:p14="http://schemas.microsoft.com/office/powerpoint/2010/main" val="980063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86"/>
        <p:cNvGrpSpPr/>
        <p:nvPr/>
      </p:nvGrpSpPr>
      <p:grpSpPr>
        <a:xfrm>
          <a:off x="0" y="0"/>
          <a:ext cx="0" cy="0"/>
          <a:chOff x="0" y="0"/>
          <a:chExt cx="0" cy="0"/>
        </a:xfrm>
      </p:grpSpPr>
      <p:sp>
        <p:nvSpPr>
          <p:cNvPr id="2487" name="Google Shape;2487;p111" descr="$PPTXTitle"/>
          <p:cNvSpPr txBox="1">
            <a:spLocks noGrp="1"/>
          </p:cNvSpPr>
          <p:nvPr>
            <p:ph type="title"/>
          </p:nvPr>
        </p:nvSpPr>
        <p:spPr>
          <a:xfrm>
            <a:off x="707542" y="494791"/>
            <a:ext cx="11589715" cy="985519"/>
          </a:xfrm>
          <a:prstGeom prst="rect">
            <a:avLst/>
          </a:prstGeom>
          <a:noFill/>
          <a:ln>
            <a:noFill/>
          </a:ln>
        </p:spPr>
        <p:txBody>
          <a:bodyPr spcFirstLastPara="1" wrap="square" lIns="0" tIns="12700" rIns="0" bIns="0" anchor="t" anchorCtr="0">
            <a:spAutoFit/>
          </a:bodyPr>
          <a:lstStyle/>
          <a:p>
            <a:pPr marL="2450465" lvl="0" indent="0" algn="l" rtl="0">
              <a:lnSpc>
                <a:spcPct val="100000"/>
              </a:lnSpc>
              <a:spcBef>
                <a:spcPts val="0"/>
              </a:spcBef>
              <a:spcAft>
                <a:spcPts val="0"/>
              </a:spcAft>
              <a:buNone/>
            </a:pPr>
            <a:r>
              <a:rPr lang="en-US" dirty="0"/>
              <a:t>Regularized least squares</a:t>
            </a:r>
            <a:endParaRPr dirty="0"/>
          </a:p>
        </p:txBody>
      </p:sp>
      <p:sp>
        <p:nvSpPr>
          <p:cNvPr id="2488" name="Google Shape;2488;p111"/>
          <p:cNvSpPr txBox="1"/>
          <p:nvPr/>
        </p:nvSpPr>
        <p:spPr>
          <a:xfrm>
            <a:off x="688340" y="1554988"/>
            <a:ext cx="10322560" cy="1279646"/>
          </a:xfrm>
          <a:prstGeom prst="rect">
            <a:avLst/>
          </a:prstGeom>
          <a:noFill/>
          <a:ln>
            <a:noFill/>
          </a:ln>
        </p:spPr>
        <p:txBody>
          <a:bodyPr spcFirstLastPara="1" wrap="square" lIns="0" tIns="12700" rIns="0" bIns="0" anchor="t" anchorCtr="0">
            <a:spAutoFit/>
          </a:bodyPr>
          <a:lstStyle/>
          <a:p>
            <a:pPr marL="12700" lvl="0" indent="0" algn="l" rtl="0">
              <a:lnSpc>
                <a:spcPct val="114545"/>
              </a:lnSpc>
              <a:spcBef>
                <a:spcPts val="0"/>
              </a:spcBef>
              <a:spcAft>
                <a:spcPts val="0"/>
              </a:spcAft>
              <a:buNone/>
            </a:pPr>
            <a:r>
              <a:rPr lang="en-US" sz="2400" dirty="0">
                <a:latin typeface="+mj-lt"/>
                <a:ea typeface="Arial Narrow"/>
                <a:cs typeface="Arial Narrow"/>
                <a:sym typeface="Arial Narrow"/>
              </a:rPr>
              <a:t>For least squares, there is a simple solution to the regularized loss minimization problem</a:t>
            </a:r>
            <a:endParaRPr sz="2400" dirty="0">
              <a:latin typeface="+mj-lt"/>
              <a:ea typeface="Arial Narrow"/>
              <a:cs typeface="Arial Narrow"/>
              <a:sym typeface="Arial Narrow"/>
            </a:endParaRPr>
          </a:p>
          <a:p>
            <a:pPr marL="0" marR="1234440" lvl="0" indent="0" algn="ctr" rtl="0">
              <a:lnSpc>
                <a:spcPct val="112500"/>
              </a:lnSpc>
              <a:spcBef>
                <a:spcPts val="0"/>
              </a:spcBef>
              <a:spcAft>
                <a:spcPts val="0"/>
              </a:spcAft>
              <a:buNone/>
            </a:pPr>
            <a:r>
              <a:rPr lang="en-US" sz="2400" dirty="0">
                <a:latin typeface="+mj-lt"/>
                <a:ea typeface="Arial"/>
                <a:cs typeface="Arial"/>
                <a:sym typeface="Arial"/>
              </a:rPr>
              <a:t>𝑚</a:t>
            </a:r>
            <a:endParaRPr sz="2400" dirty="0">
              <a:latin typeface="+mj-lt"/>
              <a:ea typeface="Arial"/>
              <a:cs typeface="Arial"/>
              <a:sym typeface="Arial"/>
            </a:endParaRPr>
          </a:p>
        </p:txBody>
      </p:sp>
      <p:grpSp>
        <p:nvGrpSpPr>
          <p:cNvPr id="2489" name="Google Shape;2489;p111"/>
          <p:cNvGrpSpPr/>
          <p:nvPr/>
        </p:nvGrpSpPr>
        <p:grpSpPr>
          <a:xfrm>
            <a:off x="6799705" y="2251581"/>
            <a:ext cx="345188" cy="344424"/>
            <a:chOff x="6799705" y="2251581"/>
            <a:chExt cx="345188" cy="344424"/>
          </a:xfrm>
        </p:grpSpPr>
        <p:sp>
          <p:nvSpPr>
            <p:cNvPr id="2490" name="Google Shape;2490;p111"/>
            <p:cNvSpPr/>
            <p:nvPr/>
          </p:nvSpPr>
          <p:spPr>
            <a:xfrm>
              <a:off x="7052818" y="2258820"/>
              <a:ext cx="92075" cy="337185"/>
            </a:xfrm>
            <a:custGeom>
              <a:avLst/>
              <a:gdLst/>
              <a:ahLst/>
              <a:cxnLst/>
              <a:rect l="l" t="t" r="r" b="b"/>
              <a:pathLst>
                <a:path w="92075" h="337185" extrusionOk="0">
                  <a:moveTo>
                    <a:pt x="3428" y="0"/>
                  </a:moveTo>
                  <a:lnTo>
                    <a:pt x="0" y="11174"/>
                  </a:lnTo>
                  <a:lnTo>
                    <a:pt x="15477" y="19199"/>
                  </a:lnTo>
                  <a:lnTo>
                    <a:pt x="28955" y="30892"/>
                  </a:lnTo>
                  <a:lnTo>
                    <a:pt x="49910" y="65276"/>
                  </a:lnTo>
                  <a:lnTo>
                    <a:pt x="62594" y="111965"/>
                  </a:lnTo>
                  <a:lnTo>
                    <a:pt x="66801" y="168654"/>
                  </a:lnTo>
                  <a:lnTo>
                    <a:pt x="65751" y="198180"/>
                  </a:lnTo>
                  <a:lnTo>
                    <a:pt x="57317" y="249755"/>
                  </a:lnTo>
                  <a:lnTo>
                    <a:pt x="40432" y="290732"/>
                  </a:lnTo>
                  <a:lnTo>
                    <a:pt x="0" y="325753"/>
                  </a:lnTo>
                  <a:lnTo>
                    <a:pt x="3428" y="336929"/>
                  </a:lnTo>
                  <a:lnTo>
                    <a:pt x="40989" y="316928"/>
                  </a:lnTo>
                  <a:lnTo>
                    <a:pt x="68833" y="279017"/>
                  </a:lnTo>
                  <a:lnTo>
                    <a:pt x="86089" y="228060"/>
                  </a:lnTo>
                  <a:lnTo>
                    <a:pt x="91821" y="168527"/>
                  </a:lnTo>
                  <a:lnTo>
                    <a:pt x="90389" y="137618"/>
                  </a:lnTo>
                  <a:lnTo>
                    <a:pt x="78907" y="82321"/>
                  </a:lnTo>
                  <a:lnTo>
                    <a:pt x="56113" y="36790"/>
                  </a:lnTo>
                  <a:lnTo>
                    <a:pt x="23435" y="7834"/>
                  </a:lnTo>
                  <a:lnTo>
                    <a:pt x="3428"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491" name="Google Shape;2491;p111"/>
            <p:cNvPicPr preferRelativeResize="0"/>
            <p:nvPr/>
          </p:nvPicPr>
          <p:blipFill rotWithShape="1">
            <a:blip r:embed="rId3">
              <a:alphaModFix/>
            </a:blip>
            <a:srcRect/>
            <a:stretch/>
          </p:blipFill>
          <p:spPr>
            <a:xfrm>
              <a:off x="6799705" y="2251581"/>
              <a:ext cx="213486" cy="189228"/>
            </a:xfrm>
            <a:prstGeom prst="rect">
              <a:avLst/>
            </a:prstGeom>
            <a:noFill/>
            <a:ln>
              <a:noFill/>
            </a:ln>
          </p:spPr>
        </p:pic>
      </p:grpSp>
      <p:sp>
        <p:nvSpPr>
          <p:cNvPr id="2492" name="Google Shape;2492;p111"/>
          <p:cNvSpPr/>
          <p:nvPr/>
        </p:nvSpPr>
        <p:spPr>
          <a:xfrm>
            <a:off x="5442336" y="2258820"/>
            <a:ext cx="92075" cy="337185"/>
          </a:xfrm>
          <a:custGeom>
            <a:avLst/>
            <a:gdLst/>
            <a:ahLst/>
            <a:cxnLst/>
            <a:rect l="l" t="t" r="r" b="b"/>
            <a:pathLst>
              <a:path w="92075" h="337185" extrusionOk="0">
                <a:moveTo>
                  <a:pt x="88512" y="0"/>
                </a:moveTo>
                <a:lnTo>
                  <a:pt x="50888" y="20097"/>
                </a:lnTo>
                <a:lnTo>
                  <a:pt x="22980" y="57911"/>
                </a:lnTo>
                <a:lnTo>
                  <a:pt x="5723" y="108885"/>
                </a:lnTo>
                <a:lnTo>
                  <a:pt x="0" y="168654"/>
                </a:lnTo>
                <a:lnTo>
                  <a:pt x="1423" y="199365"/>
                </a:lnTo>
                <a:lnTo>
                  <a:pt x="12905" y="254610"/>
                </a:lnTo>
                <a:lnTo>
                  <a:pt x="35720" y="300212"/>
                </a:lnTo>
                <a:lnTo>
                  <a:pt x="68486" y="329168"/>
                </a:lnTo>
                <a:lnTo>
                  <a:pt x="88512" y="336929"/>
                </a:lnTo>
                <a:lnTo>
                  <a:pt x="91941" y="325753"/>
                </a:lnTo>
                <a:lnTo>
                  <a:pt x="76462" y="317732"/>
                </a:lnTo>
                <a:lnTo>
                  <a:pt x="62985" y="306054"/>
                </a:lnTo>
                <a:lnTo>
                  <a:pt x="42030" y="271778"/>
                </a:lnTo>
                <a:lnTo>
                  <a:pt x="29282" y="225217"/>
                </a:lnTo>
                <a:lnTo>
                  <a:pt x="25016" y="168527"/>
                </a:lnTo>
                <a:lnTo>
                  <a:pt x="26081" y="139054"/>
                </a:lnTo>
                <a:lnTo>
                  <a:pt x="34602" y="87377"/>
                </a:lnTo>
                <a:lnTo>
                  <a:pt x="51507" y="46250"/>
                </a:lnTo>
                <a:lnTo>
                  <a:pt x="91941" y="11174"/>
                </a:lnTo>
                <a:lnTo>
                  <a:pt x="8851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493" name="Google Shape;2493;p111"/>
          <p:cNvPicPr preferRelativeResize="0"/>
          <p:nvPr/>
        </p:nvPicPr>
        <p:blipFill rotWithShape="1">
          <a:blip r:embed="rId3">
            <a:alphaModFix/>
          </a:blip>
          <a:srcRect/>
          <a:stretch/>
        </p:blipFill>
        <p:spPr>
          <a:xfrm>
            <a:off x="6039229" y="2251581"/>
            <a:ext cx="213487" cy="189228"/>
          </a:xfrm>
          <a:prstGeom prst="rect">
            <a:avLst/>
          </a:prstGeom>
          <a:noFill/>
          <a:ln>
            <a:noFill/>
          </a:ln>
        </p:spPr>
      </p:pic>
      <p:sp>
        <p:nvSpPr>
          <p:cNvPr id="2494" name="Google Shape;2494;p111"/>
          <p:cNvSpPr txBox="1"/>
          <p:nvPr/>
        </p:nvSpPr>
        <p:spPr>
          <a:xfrm>
            <a:off x="3784727" y="2152395"/>
            <a:ext cx="1657350" cy="1043940"/>
          </a:xfrm>
          <a:prstGeom prst="rect">
            <a:avLst/>
          </a:prstGeom>
          <a:noFill/>
          <a:ln>
            <a:noFill/>
          </a:ln>
        </p:spPr>
        <p:txBody>
          <a:bodyPr spcFirstLastPara="1" wrap="square" lIns="0" tIns="12700" rIns="0" bIns="0" anchor="t" anchorCtr="0">
            <a:spAutoFit/>
          </a:bodyPr>
          <a:lstStyle/>
          <a:p>
            <a:pPr marL="38100" lvl="0" indent="0" algn="l" rtl="0">
              <a:lnSpc>
                <a:spcPct val="95909"/>
              </a:lnSpc>
              <a:spcBef>
                <a:spcPts val="0"/>
              </a:spcBef>
              <a:spcAft>
                <a:spcPts val="0"/>
              </a:spcAft>
              <a:buNone/>
            </a:pPr>
            <a:r>
              <a:rPr lang="en-US" sz="2200">
                <a:latin typeface="Arial"/>
                <a:ea typeface="Arial"/>
                <a:cs typeface="Arial"/>
                <a:sym typeface="Arial"/>
              </a:rPr>
              <a:t>minimize 11</a:t>
            </a:r>
            <a:endParaRPr sz="2200">
              <a:latin typeface="Arial"/>
              <a:ea typeface="Arial"/>
              <a:cs typeface="Arial"/>
              <a:sym typeface="Arial"/>
            </a:endParaRPr>
          </a:p>
          <a:p>
            <a:pPr marL="38100" lvl="0" indent="0" algn="l" rtl="0">
              <a:lnSpc>
                <a:spcPct val="63939"/>
              </a:lnSpc>
              <a:spcBef>
                <a:spcPts val="0"/>
              </a:spcBef>
              <a:spcAft>
                <a:spcPts val="0"/>
              </a:spcAft>
              <a:buNone/>
            </a:pPr>
            <a:r>
              <a:rPr lang="en-US" sz="3300" baseline="-25000">
                <a:latin typeface="Arial"/>
                <a:ea typeface="Arial"/>
                <a:cs typeface="Arial"/>
                <a:sym typeface="Arial"/>
              </a:rPr>
              <a:t>𝜃</a:t>
            </a:r>
            <a:r>
              <a:rPr lang="en-US" sz="1600">
                <a:latin typeface="Arial"/>
                <a:ea typeface="Arial"/>
                <a:cs typeface="Arial"/>
                <a:sym typeface="Arial"/>
              </a:rPr>
              <a:t>𝑇</a:t>
            </a:r>
            <a:r>
              <a:rPr lang="en-US" sz="3300" baseline="-25000">
                <a:latin typeface="Arial"/>
                <a:ea typeface="Arial"/>
                <a:cs typeface="Arial"/>
                <a:sym typeface="Arial"/>
              </a:rPr>
              <a:t>𝑥 </a:t>
            </a:r>
            <a:r>
              <a:rPr lang="en-US" sz="1600">
                <a:latin typeface="Arial"/>
                <a:ea typeface="Arial"/>
                <a:cs typeface="Arial"/>
                <a:sym typeface="Arial"/>
              </a:rPr>
              <a:t>𝑖</a:t>
            </a:r>
            <a:endParaRPr sz="1600">
              <a:latin typeface="Arial"/>
              <a:ea typeface="Arial"/>
              <a:cs typeface="Arial"/>
              <a:sym typeface="Arial"/>
            </a:endParaRPr>
          </a:p>
          <a:p>
            <a:pPr marL="531495" lvl="0" indent="0" algn="l" rtl="0">
              <a:lnSpc>
                <a:spcPct val="110250"/>
              </a:lnSpc>
              <a:spcBef>
                <a:spcPts val="260"/>
              </a:spcBef>
              <a:spcAft>
                <a:spcPts val="0"/>
              </a:spcAft>
              <a:buNone/>
            </a:pPr>
            <a:r>
              <a:rPr lang="en-US" sz="1600">
                <a:latin typeface="Arial"/>
                <a:ea typeface="Arial"/>
                <a:cs typeface="Arial"/>
                <a:sym typeface="Arial"/>
              </a:rPr>
              <a:t>𝜃</a:t>
            </a:r>
            <a:endParaRPr sz="1600">
              <a:latin typeface="Arial"/>
              <a:ea typeface="Arial"/>
              <a:cs typeface="Arial"/>
              <a:sym typeface="Arial"/>
            </a:endParaRPr>
          </a:p>
          <a:p>
            <a:pPr marL="1278255" lvl="0" indent="0" algn="l" rtl="0">
              <a:lnSpc>
                <a:spcPct val="110250"/>
              </a:lnSpc>
              <a:spcBef>
                <a:spcPts val="0"/>
              </a:spcBef>
              <a:spcAft>
                <a:spcPts val="0"/>
              </a:spcAft>
              <a:buNone/>
            </a:pPr>
            <a:r>
              <a:rPr lang="en-US" sz="1600">
                <a:latin typeface="Arial"/>
                <a:ea typeface="Arial"/>
                <a:cs typeface="Arial"/>
                <a:sym typeface="Arial"/>
              </a:rPr>
              <a:t>𝑖=1</a:t>
            </a:r>
            <a:endParaRPr sz="1600">
              <a:latin typeface="Arial"/>
              <a:ea typeface="Arial"/>
              <a:cs typeface="Arial"/>
              <a:sym typeface="Arial"/>
            </a:endParaRPr>
          </a:p>
        </p:txBody>
      </p:sp>
      <p:sp>
        <p:nvSpPr>
          <p:cNvPr id="2495" name="Google Shape;2495;p111"/>
          <p:cNvSpPr/>
          <p:nvPr/>
        </p:nvSpPr>
        <p:spPr>
          <a:xfrm>
            <a:off x="8124571" y="2299969"/>
            <a:ext cx="80645" cy="253365"/>
          </a:xfrm>
          <a:custGeom>
            <a:avLst/>
            <a:gdLst/>
            <a:ahLst/>
            <a:cxnLst/>
            <a:rect l="l" t="t" r="r" b="b"/>
            <a:pathLst>
              <a:path w="80645" h="253364" extrusionOk="0">
                <a:moveTo>
                  <a:pt x="20955" y="0"/>
                </a:moveTo>
                <a:lnTo>
                  <a:pt x="0" y="0"/>
                </a:lnTo>
                <a:lnTo>
                  <a:pt x="0" y="253365"/>
                </a:lnTo>
                <a:lnTo>
                  <a:pt x="20955" y="253365"/>
                </a:lnTo>
                <a:lnTo>
                  <a:pt x="20955" y="0"/>
                </a:lnTo>
                <a:close/>
              </a:path>
              <a:path w="80645" h="253364" extrusionOk="0">
                <a:moveTo>
                  <a:pt x="80137" y="0"/>
                </a:moveTo>
                <a:lnTo>
                  <a:pt x="59182" y="0"/>
                </a:lnTo>
                <a:lnTo>
                  <a:pt x="59182" y="253365"/>
                </a:lnTo>
                <a:lnTo>
                  <a:pt x="80137" y="253365"/>
                </a:lnTo>
                <a:lnTo>
                  <a:pt x="8013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496" name="Google Shape;2496;p111"/>
          <p:cNvSpPr/>
          <p:nvPr/>
        </p:nvSpPr>
        <p:spPr>
          <a:xfrm>
            <a:off x="7812151" y="2299969"/>
            <a:ext cx="80645" cy="253365"/>
          </a:xfrm>
          <a:custGeom>
            <a:avLst/>
            <a:gdLst/>
            <a:ahLst/>
            <a:cxnLst/>
            <a:rect l="l" t="t" r="r" b="b"/>
            <a:pathLst>
              <a:path w="80645" h="253364" extrusionOk="0">
                <a:moveTo>
                  <a:pt x="20955" y="0"/>
                </a:moveTo>
                <a:lnTo>
                  <a:pt x="0" y="0"/>
                </a:lnTo>
                <a:lnTo>
                  <a:pt x="0" y="253365"/>
                </a:lnTo>
                <a:lnTo>
                  <a:pt x="20955" y="253365"/>
                </a:lnTo>
                <a:lnTo>
                  <a:pt x="20955" y="0"/>
                </a:lnTo>
                <a:close/>
              </a:path>
              <a:path w="80645" h="253364" extrusionOk="0">
                <a:moveTo>
                  <a:pt x="80124" y="0"/>
                </a:moveTo>
                <a:lnTo>
                  <a:pt x="59182" y="0"/>
                </a:lnTo>
                <a:lnTo>
                  <a:pt x="59182" y="253365"/>
                </a:lnTo>
                <a:lnTo>
                  <a:pt x="80124" y="253365"/>
                </a:lnTo>
                <a:lnTo>
                  <a:pt x="8012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497" name="Google Shape;2497;p111"/>
          <p:cNvSpPr txBox="1"/>
          <p:nvPr/>
        </p:nvSpPr>
        <p:spPr>
          <a:xfrm>
            <a:off x="6305421" y="2188971"/>
            <a:ext cx="1816735" cy="36068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2200">
                <a:latin typeface="Arial"/>
                <a:ea typeface="Arial"/>
                <a:cs typeface="Arial"/>
                <a:sym typeface="Arial"/>
              </a:rPr>
              <a:t>− 𝑦 </a:t>
            </a:r>
            <a:r>
              <a:rPr lang="en-US" sz="2400" baseline="30000">
                <a:latin typeface="Arial"/>
                <a:ea typeface="Arial"/>
                <a:cs typeface="Arial"/>
                <a:sym typeface="Arial"/>
              </a:rPr>
              <a:t>𝑖	2 </a:t>
            </a:r>
            <a:r>
              <a:rPr lang="en-US" sz="2200">
                <a:latin typeface="Arial"/>
                <a:ea typeface="Arial"/>
                <a:cs typeface="Arial"/>
                <a:sym typeface="Arial"/>
              </a:rPr>
              <a:t>+ 𝜆	𝜃</a:t>
            </a:r>
            <a:endParaRPr sz="2200">
              <a:latin typeface="Arial"/>
              <a:ea typeface="Arial"/>
              <a:cs typeface="Arial"/>
              <a:sym typeface="Arial"/>
            </a:endParaRPr>
          </a:p>
        </p:txBody>
      </p:sp>
      <p:sp>
        <p:nvSpPr>
          <p:cNvPr id="2498" name="Google Shape;2498;p111"/>
          <p:cNvSpPr txBox="1">
            <a:spLocks noGrp="1"/>
          </p:cNvSpPr>
          <p:nvPr>
            <p:ph type="sldNum" idx="12"/>
          </p:nvPr>
        </p:nvSpPr>
        <p:spPr>
          <a:xfrm>
            <a:off x="11282426" y="6440594"/>
            <a:ext cx="250825" cy="200659"/>
          </a:xfrm>
          <a:prstGeom prst="rect">
            <a:avLst/>
          </a:prstGeom>
          <a:noFill/>
          <a:ln>
            <a:noFill/>
          </a:ln>
        </p:spPr>
        <p:txBody>
          <a:bodyPr spcFirstLastPara="1" wrap="square" lIns="0" tIns="2525" rIns="0" bIns="0" anchor="t" anchorCtr="0">
            <a:spAutoFit/>
          </a:bodyPr>
          <a:lstStyle/>
          <a:p>
            <a:pPr marL="38100" lvl="0" indent="0" algn="l" rtl="0">
              <a:lnSpc>
                <a:spcPct val="100000"/>
              </a:lnSpc>
              <a:spcBef>
                <a:spcPts val="0"/>
              </a:spcBef>
              <a:spcAft>
                <a:spcPts val="0"/>
              </a:spcAft>
              <a:buNone/>
            </a:pPr>
            <a:r>
              <a:rPr lang="en-US"/>
              <a:t>32</a:t>
            </a:r>
            <a:endParaRPr/>
          </a:p>
        </p:txBody>
      </p:sp>
      <p:sp>
        <p:nvSpPr>
          <p:cNvPr id="2499" name="Google Shape;2499;p111"/>
          <p:cNvSpPr txBox="1"/>
          <p:nvPr/>
        </p:nvSpPr>
        <p:spPr>
          <a:xfrm>
            <a:off x="8226931" y="2131059"/>
            <a:ext cx="126364" cy="473709"/>
          </a:xfrm>
          <a:prstGeom prst="rect">
            <a:avLst/>
          </a:prstGeom>
          <a:noFill/>
          <a:ln>
            <a:noFill/>
          </a:ln>
        </p:spPr>
        <p:txBody>
          <a:bodyPr spcFirstLastPara="1" wrap="square" lIns="0" tIns="12700" rIns="0" bIns="0" anchor="t" anchorCtr="0">
            <a:spAutoFit/>
          </a:bodyPr>
          <a:lstStyle/>
          <a:p>
            <a:pPr marL="12700" lvl="0" indent="0" algn="l" rtl="0">
              <a:lnSpc>
                <a:spcPct val="110250"/>
              </a:lnSpc>
              <a:spcBef>
                <a:spcPts val="0"/>
              </a:spcBef>
              <a:spcAft>
                <a:spcPts val="0"/>
              </a:spcAft>
              <a:buNone/>
            </a:pPr>
            <a:r>
              <a:rPr lang="en-US" sz="1600">
                <a:latin typeface="Arial"/>
                <a:ea typeface="Arial"/>
                <a:cs typeface="Arial"/>
                <a:sym typeface="Arial"/>
              </a:rPr>
              <a:t>2</a:t>
            </a:r>
            <a:endParaRPr sz="1600">
              <a:latin typeface="Arial"/>
              <a:ea typeface="Arial"/>
              <a:cs typeface="Arial"/>
              <a:sym typeface="Arial"/>
            </a:endParaRPr>
          </a:p>
          <a:p>
            <a:pPr marL="12700" lvl="0" indent="0" algn="l" rtl="0">
              <a:lnSpc>
                <a:spcPct val="110250"/>
              </a:lnSpc>
              <a:spcBef>
                <a:spcPts val="0"/>
              </a:spcBef>
              <a:spcAft>
                <a:spcPts val="0"/>
              </a:spcAft>
              <a:buNone/>
            </a:pPr>
            <a:r>
              <a:rPr lang="en-US" sz="1600">
                <a:latin typeface="Arial"/>
                <a:ea typeface="Arial"/>
                <a:cs typeface="Arial"/>
                <a:sym typeface="Arial"/>
              </a:rPr>
              <a:t>2</a:t>
            </a:r>
            <a:endParaRPr sz="1600">
              <a:latin typeface="Arial"/>
              <a:ea typeface="Arial"/>
              <a:cs typeface="Arial"/>
              <a:sym typeface="Arial"/>
            </a:endParaRPr>
          </a:p>
        </p:txBody>
      </p:sp>
      <p:sp>
        <p:nvSpPr>
          <p:cNvPr id="2500" name="Google Shape;2500;p111"/>
          <p:cNvSpPr txBox="1"/>
          <p:nvPr/>
        </p:nvSpPr>
        <p:spPr>
          <a:xfrm>
            <a:off x="688340" y="3798315"/>
            <a:ext cx="7204456" cy="104131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200" dirty="0">
                <a:latin typeface="+mj-lt"/>
                <a:ea typeface="Arial Narrow"/>
                <a:cs typeface="Arial Narrow"/>
                <a:sym typeface="Arial Narrow"/>
              </a:rPr>
              <a:t>What happen as </a:t>
            </a:r>
            <a:r>
              <a:rPr lang="en-US" sz="2200" dirty="0">
                <a:latin typeface="+mj-lt"/>
                <a:ea typeface="Arial"/>
                <a:cs typeface="Arial"/>
                <a:sym typeface="Arial"/>
              </a:rPr>
              <a:t>𝜆 </a:t>
            </a:r>
            <a:r>
              <a:rPr lang="en-US" sz="2200" dirty="0">
                <a:latin typeface="+mj-lt"/>
                <a:ea typeface="Arial Narrow"/>
                <a:cs typeface="Arial Narrow"/>
                <a:sym typeface="Arial Narrow"/>
              </a:rPr>
              <a:t>goes to zero?</a:t>
            </a:r>
            <a:endParaRPr sz="2200" dirty="0">
              <a:latin typeface="+mj-lt"/>
              <a:ea typeface="Arial Narrow"/>
              <a:cs typeface="Arial Narrow"/>
              <a:sym typeface="Arial Narrow"/>
            </a:endParaRPr>
          </a:p>
          <a:p>
            <a:pPr marL="0" lvl="0" indent="0" algn="l" rtl="0">
              <a:lnSpc>
                <a:spcPct val="100000"/>
              </a:lnSpc>
              <a:spcBef>
                <a:spcPts val="135"/>
              </a:spcBef>
              <a:spcAft>
                <a:spcPts val="0"/>
              </a:spcAft>
              <a:buNone/>
            </a:pPr>
            <a:endParaRPr sz="2200" dirty="0">
              <a:latin typeface="+mj-lt"/>
              <a:ea typeface="Arial Narrow"/>
              <a:cs typeface="Arial Narrow"/>
              <a:sym typeface="Arial Narrow"/>
            </a:endParaRPr>
          </a:p>
          <a:p>
            <a:pPr marL="12700" lvl="0" indent="0" algn="l" rtl="0">
              <a:lnSpc>
                <a:spcPct val="100000"/>
              </a:lnSpc>
              <a:spcBef>
                <a:spcPts val="5"/>
              </a:spcBef>
              <a:spcAft>
                <a:spcPts val="0"/>
              </a:spcAft>
              <a:buNone/>
            </a:pPr>
            <a:r>
              <a:rPr lang="en-US" sz="2200" dirty="0">
                <a:latin typeface="+mj-lt"/>
                <a:ea typeface="Arial Narrow"/>
                <a:cs typeface="Arial Narrow"/>
                <a:sym typeface="Arial Narrow"/>
              </a:rPr>
              <a:t>What happen as </a:t>
            </a:r>
            <a:r>
              <a:rPr lang="en-US" sz="2200" dirty="0">
                <a:latin typeface="+mj-lt"/>
                <a:ea typeface="Arial"/>
                <a:cs typeface="Arial"/>
                <a:sym typeface="Arial"/>
              </a:rPr>
              <a:t>𝜆 </a:t>
            </a:r>
            <a:r>
              <a:rPr lang="en-US" sz="2200" dirty="0">
                <a:latin typeface="+mj-lt"/>
                <a:ea typeface="Arial Narrow"/>
                <a:cs typeface="Arial Narrow"/>
                <a:sym typeface="Arial Narrow"/>
              </a:rPr>
              <a:t>gets really big?</a:t>
            </a:r>
            <a:endParaRPr sz="2200" dirty="0">
              <a:latin typeface="+mj-lt"/>
              <a:ea typeface="Arial Narrow"/>
              <a:cs typeface="Arial Narrow"/>
              <a:sym typeface="Arial Narrow"/>
            </a:endParaRPr>
          </a:p>
        </p:txBody>
      </p:sp>
    </p:spTree>
    <p:extLst>
      <p:ext uri="{BB962C8B-B14F-4D97-AF65-F5344CB8AC3E}">
        <p14:creationId xmlns:p14="http://schemas.microsoft.com/office/powerpoint/2010/main" val="23695940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04"/>
        <p:cNvGrpSpPr/>
        <p:nvPr/>
      </p:nvGrpSpPr>
      <p:grpSpPr>
        <a:xfrm>
          <a:off x="0" y="0"/>
          <a:ext cx="0" cy="0"/>
          <a:chOff x="0" y="0"/>
          <a:chExt cx="0" cy="0"/>
        </a:xfrm>
      </p:grpSpPr>
      <p:sp>
        <p:nvSpPr>
          <p:cNvPr id="2505" name="Google Shape;2505;p112" descr="$PPTXTitle"/>
          <p:cNvSpPr txBox="1">
            <a:spLocks noGrp="1"/>
          </p:cNvSpPr>
          <p:nvPr>
            <p:ph type="title"/>
          </p:nvPr>
        </p:nvSpPr>
        <p:spPr>
          <a:xfrm>
            <a:off x="707542" y="494791"/>
            <a:ext cx="11589715" cy="628377"/>
          </a:xfrm>
          <a:prstGeom prst="rect">
            <a:avLst/>
          </a:prstGeom>
          <a:noFill/>
          <a:ln>
            <a:noFill/>
          </a:ln>
        </p:spPr>
        <p:txBody>
          <a:bodyPr spcFirstLastPara="1" wrap="square" lIns="0" tIns="12700" rIns="0" bIns="0" anchor="t" anchorCtr="0">
            <a:spAutoFit/>
          </a:bodyPr>
          <a:lstStyle/>
          <a:p>
            <a:pPr marL="2030095" lvl="0" indent="0" algn="l" rtl="0">
              <a:lnSpc>
                <a:spcPct val="100000"/>
              </a:lnSpc>
              <a:spcBef>
                <a:spcPts val="0"/>
              </a:spcBef>
              <a:spcAft>
                <a:spcPts val="0"/>
              </a:spcAft>
              <a:buNone/>
            </a:pPr>
            <a:r>
              <a:rPr lang="en-US" b="1" dirty="0"/>
              <a:t>Regularized loss minimization</a:t>
            </a:r>
            <a:endParaRPr b="1" dirty="0"/>
          </a:p>
        </p:txBody>
      </p:sp>
      <p:sp>
        <p:nvSpPr>
          <p:cNvPr id="2506" name="Google Shape;2506;p112"/>
          <p:cNvSpPr txBox="1"/>
          <p:nvPr/>
        </p:nvSpPr>
        <p:spPr>
          <a:xfrm>
            <a:off x="688340" y="1611883"/>
            <a:ext cx="10676890" cy="1229439"/>
          </a:xfrm>
          <a:prstGeom prst="rect">
            <a:avLst/>
          </a:prstGeom>
          <a:noFill/>
          <a:ln>
            <a:noFill/>
          </a:ln>
        </p:spPr>
        <p:txBody>
          <a:bodyPr spcFirstLastPara="1" wrap="square" lIns="0" tIns="50800" rIns="0" bIns="0" anchor="t" anchorCtr="0">
            <a:spAutoFit/>
          </a:bodyPr>
          <a:lstStyle/>
          <a:p>
            <a:pPr marL="12700" marR="5080" lvl="0" indent="0" algn="l" rtl="0">
              <a:lnSpc>
                <a:spcPct val="109166"/>
              </a:lnSpc>
              <a:spcBef>
                <a:spcPts val="0"/>
              </a:spcBef>
              <a:spcAft>
                <a:spcPts val="0"/>
              </a:spcAft>
              <a:buNone/>
            </a:pPr>
            <a:r>
              <a:rPr lang="en-US" sz="2400" dirty="0">
                <a:latin typeface="+mj-lt"/>
                <a:ea typeface="Arial Narrow"/>
                <a:cs typeface="Arial Narrow"/>
                <a:sym typeface="Arial Narrow"/>
              </a:rPr>
              <a:t>This leads us back to the regularized loss minimization problem we saw before, but with a bit more context now:</a:t>
            </a:r>
            <a:endParaRPr sz="2400" dirty="0">
              <a:latin typeface="+mj-lt"/>
              <a:ea typeface="Arial Narrow"/>
              <a:cs typeface="Arial Narrow"/>
              <a:sym typeface="Arial Narrow"/>
            </a:endParaRPr>
          </a:p>
          <a:p>
            <a:pPr marL="0" marR="1876425" lvl="0" indent="0" algn="ctr" rtl="0">
              <a:lnSpc>
                <a:spcPct val="101388"/>
              </a:lnSpc>
              <a:spcBef>
                <a:spcPts val="0"/>
              </a:spcBef>
              <a:spcAft>
                <a:spcPts val="0"/>
              </a:spcAft>
              <a:buNone/>
            </a:pPr>
            <a:r>
              <a:rPr lang="en-US" sz="2400" dirty="0">
                <a:latin typeface="+mj-lt"/>
                <a:ea typeface="Arial"/>
                <a:cs typeface="Arial"/>
                <a:sym typeface="Arial"/>
              </a:rPr>
              <a:t>𝑚</a:t>
            </a:r>
            <a:endParaRPr sz="2400" dirty="0">
              <a:latin typeface="+mj-lt"/>
              <a:ea typeface="Arial"/>
              <a:cs typeface="Arial"/>
              <a:sym typeface="Arial"/>
            </a:endParaRPr>
          </a:p>
        </p:txBody>
      </p:sp>
      <p:sp>
        <p:nvSpPr>
          <p:cNvPr id="2507" name="Google Shape;2507;p112"/>
          <p:cNvSpPr/>
          <p:nvPr/>
        </p:nvSpPr>
        <p:spPr>
          <a:xfrm>
            <a:off x="5523865" y="2714369"/>
            <a:ext cx="100965" cy="368300"/>
          </a:xfrm>
          <a:custGeom>
            <a:avLst/>
            <a:gdLst/>
            <a:ahLst/>
            <a:cxnLst/>
            <a:rect l="l" t="t" r="r" b="b"/>
            <a:pathLst>
              <a:path w="100964" h="368300" extrusionOk="0">
                <a:moveTo>
                  <a:pt x="96774" y="0"/>
                </a:moveTo>
                <a:lnTo>
                  <a:pt x="55624" y="21907"/>
                </a:lnTo>
                <a:lnTo>
                  <a:pt x="25146" y="63244"/>
                </a:lnTo>
                <a:lnTo>
                  <a:pt x="6285" y="118967"/>
                </a:lnTo>
                <a:lnTo>
                  <a:pt x="0" y="184023"/>
                </a:lnTo>
                <a:lnTo>
                  <a:pt x="1570" y="217791"/>
                </a:lnTo>
                <a:lnTo>
                  <a:pt x="14143" y="278231"/>
                </a:lnTo>
                <a:lnTo>
                  <a:pt x="39051" y="328025"/>
                </a:lnTo>
                <a:lnTo>
                  <a:pt x="74865" y="359648"/>
                </a:lnTo>
                <a:lnTo>
                  <a:pt x="96774" y="368173"/>
                </a:lnTo>
                <a:lnTo>
                  <a:pt x="100457" y="355979"/>
                </a:lnTo>
                <a:lnTo>
                  <a:pt x="83548" y="347216"/>
                </a:lnTo>
                <a:lnTo>
                  <a:pt x="68817" y="334454"/>
                </a:lnTo>
                <a:lnTo>
                  <a:pt x="45847" y="296924"/>
                </a:lnTo>
                <a:lnTo>
                  <a:pt x="32019" y="246077"/>
                </a:lnTo>
                <a:lnTo>
                  <a:pt x="27432" y="184275"/>
                </a:lnTo>
                <a:lnTo>
                  <a:pt x="28576" y="151917"/>
                </a:lnTo>
                <a:lnTo>
                  <a:pt x="37772" y="95389"/>
                </a:lnTo>
                <a:lnTo>
                  <a:pt x="56254" y="50482"/>
                </a:lnTo>
                <a:lnTo>
                  <a:pt x="83548" y="20953"/>
                </a:lnTo>
                <a:lnTo>
                  <a:pt x="100457" y="12190"/>
                </a:lnTo>
                <a:lnTo>
                  <a:pt x="9677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508" name="Google Shape;2508;p112"/>
          <p:cNvSpPr txBox="1"/>
          <p:nvPr/>
        </p:nvSpPr>
        <p:spPr>
          <a:xfrm>
            <a:off x="3511550" y="2605531"/>
            <a:ext cx="2472055" cy="909319"/>
          </a:xfrm>
          <a:prstGeom prst="rect">
            <a:avLst/>
          </a:prstGeom>
          <a:noFill/>
          <a:ln>
            <a:noFill/>
          </a:ln>
        </p:spPr>
        <p:txBody>
          <a:bodyPr spcFirstLastPara="1" wrap="square" lIns="0" tIns="12700" rIns="0" bIns="0" anchor="t" anchorCtr="0">
            <a:spAutoFit/>
          </a:bodyPr>
          <a:lstStyle/>
          <a:p>
            <a:pPr marL="38100" lvl="0" indent="0" algn="l" rtl="0">
              <a:lnSpc>
                <a:spcPct val="99629"/>
              </a:lnSpc>
              <a:spcBef>
                <a:spcPts val="0"/>
              </a:spcBef>
              <a:spcAft>
                <a:spcPts val="0"/>
              </a:spcAft>
              <a:buNone/>
            </a:pPr>
            <a:r>
              <a:rPr lang="en-US" sz="2400">
                <a:latin typeface="Arial"/>
                <a:ea typeface="Arial"/>
                <a:cs typeface="Arial"/>
                <a:sym typeface="Arial"/>
              </a:rPr>
              <a:t>minimize 121	ℓ	</a:t>
            </a:r>
            <a:r>
              <a:rPr lang="en-US" sz="2700" baseline="-25000">
                <a:latin typeface="Arial"/>
                <a:ea typeface="Arial"/>
                <a:cs typeface="Arial"/>
                <a:sym typeface="Arial"/>
              </a:rPr>
              <a:t>𝜃</a:t>
            </a:r>
            <a:endParaRPr sz="2700" baseline="-25000">
              <a:latin typeface="Arial"/>
              <a:ea typeface="Arial"/>
              <a:cs typeface="Arial"/>
              <a:sym typeface="Arial"/>
            </a:endParaRPr>
          </a:p>
          <a:p>
            <a:pPr marL="2122170" lvl="0" indent="0" algn="l" rtl="0">
              <a:lnSpc>
                <a:spcPct val="100000"/>
              </a:lnSpc>
              <a:spcBef>
                <a:spcPts val="0"/>
              </a:spcBef>
              <a:spcAft>
                <a:spcPts val="0"/>
              </a:spcAft>
              <a:buNone/>
            </a:pPr>
            <a:r>
              <a:rPr lang="en-US" sz="2400">
                <a:latin typeface="Arial"/>
                <a:ea typeface="Arial"/>
                <a:cs typeface="Arial"/>
                <a:sym typeface="Arial"/>
              </a:rPr>
              <a:t>ℎ</a:t>
            </a:r>
            <a:endParaRPr sz="2400">
              <a:latin typeface="Arial"/>
              <a:ea typeface="Arial"/>
              <a:cs typeface="Arial"/>
              <a:sym typeface="Arial"/>
            </a:endParaRPr>
          </a:p>
          <a:p>
            <a:pPr marL="572770" lvl="0" indent="0" algn="l" rtl="0">
              <a:lnSpc>
                <a:spcPct val="103888"/>
              </a:lnSpc>
              <a:spcBef>
                <a:spcPts val="0"/>
              </a:spcBef>
              <a:spcAft>
                <a:spcPts val="0"/>
              </a:spcAft>
              <a:buNone/>
            </a:pPr>
            <a:r>
              <a:rPr lang="en-US" sz="1800">
                <a:latin typeface="Arial"/>
                <a:ea typeface="Arial"/>
                <a:cs typeface="Arial"/>
                <a:sym typeface="Arial"/>
              </a:rPr>
              <a:t>𝜃</a:t>
            </a:r>
            <a:endParaRPr sz="1800">
              <a:latin typeface="Arial"/>
              <a:ea typeface="Arial"/>
              <a:cs typeface="Arial"/>
              <a:sym typeface="Arial"/>
            </a:endParaRPr>
          </a:p>
        </p:txBody>
      </p:sp>
      <p:sp>
        <p:nvSpPr>
          <p:cNvPr id="2509" name="Google Shape;2509;p112"/>
          <p:cNvSpPr txBox="1"/>
          <p:nvPr/>
        </p:nvSpPr>
        <p:spPr>
          <a:xfrm>
            <a:off x="688340" y="3443732"/>
            <a:ext cx="10619105" cy="2706190"/>
          </a:xfrm>
          <a:prstGeom prst="rect">
            <a:avLst/>
          </a:prstGeom>
          <a:noFill/>
          <a:ln>
            <a:noFill/>
          </a:ln>
        </p:spPr>
        <p:txBody>
          <a:bodyPr spcFirstLastPara="1" wrap="square" lIns="0" tIns="12700" rIns="0" bIns="0" anchor="t" anchorCtr="0">
            <a:spAutoFit/>
          </a:bodyPr>
          <a:lstStyle/>
          <a:p>
            <a:pPr marL="0" marR="1817370" lvl="0" indent="0" algn="ctr" rtl="0">
              <a:lnSpc>
                <a:spcPct val="116111"/>
              </a:lnSpc>
              <a:spcBef>
                <a:spcPts val="0"/>
              </a:spcBef>
              <a:spcAft>
                <a:spcPts val="0"/>
              </a:spcAft>
              <a:buNone/>
            </a:pPr>
            <a:r>
              <a:rPr lang="en-US" sz="1800" dirty="0">
                <a:latin typeface="+mj-lt"/>
                <a:ea typeface="Arial"/>
                <a:cs typeface="Arial"/>
                <a:sym typeface="Arial"/>
              </a:rPr>
              <a:t>𝑖=1</a:t>
            </a:r>
            <a:endParaRPr sz="1800" dirty="0">
              <a:latin typeface="+mj-lt"/>
              <a:ea typeface="Arial"/>
              <a:cs typeface="Arial"/>
              <a:sym typeface="Arial"/>
            </a:endParaRPr>
          </a:p>
          <a:p>
            <a:pPr marL="12700" marR="132080" lvl="0" indent="0" algn="l" rtl="0">
              <a:lnSpc>
                <a:spcPct val="120000"/>
              </a:lnSpc>
              <a:spcBef>
                <a:spcPts val="25"/>
              </a:spcBef>
              <a:spcAft>
                <a:spcPts val="0"/>
              </a:spcAft>
              <a:buNone/>
            </a:pPr>
            <a:r>
              <a:rPr lang="en-US" sz="2400" dirty="0">
                <a:latin typeface="+mj-lt"/>
                <a:ea typeface="Arial Narrow"/>
                <a:cs typeface="Arial Narrow"/>
                <a:sym typeface="Arial Narrow"/>
              </a:rPr>
              <a:t>This formulation trades off loss on the </a:t>
            </a:r>
            <a:r>
              <a:rPr lang="en-US" sz="2400" i="1" dirty="0">
                <a:latin typeface="+mj-lt"/>
                <a:ea typeface="Arial Narrow"/>
                <a:cs typeface="Arial Narrow"/>
                <a:sym typeface="Arial Narrow"/>
              </a:rPr>
              <a:t>training </a:t>
            </a:r>
            <a:r>
              <a:rPr lang="en-US" sz="2400" dirty="0">
                <a:latin typeface="+mj-lt"/>
                <a:ea typeface="Arial Narrow"/>
                <a:cs typeface="Arial Narrow"/>
                <a:sym typeface="Arial Narrow"/>
              </a:rPr>
              <a:t>set with a penalty on high values of the parameters</a:t>
            </a:r>
            <a:endParaRPr sz="2400" dirty="0">
              <a:latin typeface="+mj-lt"/>
              <a:ea typeface="Arial Narrow"/>
              <a:cs typeface="Arial Narrow"/>
              <a:sym typeface="Arial Narrow"/>
            </a:endParaRPr>
          </a:p>
          <a:p>
            <a:pPr marL="12700" marR="5080" lvl="0" indent="0" algn="l" rtl="0">
              <a:lnSpc>
                <a:spcPct val="104200"/>
              </a:lnSpc>
              <a:spcBef>
                <a:spcPts val="2615"/>
              </a:spcBef>
              <a:spcAft>
                <a:spcPts val="0"/>
              </a:spcAft>
              <a:buNone/>
            </a:pPr>
            <a:r>
              <a:rPr lang="en-US" sz="2400" dirty="0">
                <a:latin typeface="+mj-lt"/>
                <a:ea typeface="Arial Narrow"/>
                <a:cs typeface="Arial Narrow"/>
                <a:sym typeface="Arial Narrow"/>
              </a:rPr>
              <a:t>By varying </a:t>
            </a:r>
            <a:r>
              <a:rPr lang="en-US" sz="2400" dirty="0">
                <a:latin typeface="+mj-lt"/>
                <a:ea typeface="Arial"/>
                <a:cs typeface="Arial"/>
                <a:sym typeface="Arial"/>
              </a:rPr>
              <a:t>𝜆 </a:t>
            </a:r>
            <a:r>
              <a:rPr lang="en-US" sz="2400" dirty="0">
                <a:latin typeface="+mj-lt"/>
                <a:ea typeface="Arial Narrow"/>
                <a:cs typeface="Arial Narrow"/>
                <a:sym typeface="Arial Narrow"/>
              </a:rPr>
              <a:t>from zero (no regularization) to infinity (infinite regularization, meaning parameters will all be zero), we can sweep out different sets of model complexity</a:t>
            </a:r>
            <a:endParaRPr sz="2400" dirty="0">
              <a:latin typeface="+mj-lt"/>
              <a:ea typeface="Arial Narrow"/>
              <a:cs typeface="Arial Narrow"/>
              <a:sym typeface="Arial Narrow"/>
            </a:endParaRPr>
          </a:p>
        </p:txBody>
      </p:sp>
      <p:sp>
        <p:nvSpPr>
          <p:cNvPr id="2510" name="Google Shape;2510;p112"/>
          <p:cNvSpPr/>
          <p:nvPr/>
        </p:nvSpPr>
        <p:spPr>
          <a:xfrm>
            <a:off x="5990209" y="2714370"/>
            <a:ext cx="100965" cy="368300"/>
          </a:xfrm>
          <a:custGeom>
            <a:avLst/>
            <a:gdLst/>
            <a:ahLst/>
            <a:cxnLst/>
            <a:rect l="l" t="t" r="r" b="b"/>
            <a:pathLst>
              <a:path w="100964" h="368300" extrusionOk="0">
                <a:moveTo>
                  <a:pt x="96774" y="0"/>
                </a:moveTo>
                <a:lnTo>
                  <a:pt x="55624" y="21907"/>
                </a:lnTo>
                <a:lnTo>
                  <a:pt x="25144" y="63244"/>
                </a:lnTo>
                <a:lnTo>
                  <a:pt x="6285" y="118967"/>
                </a:lnTo>
                <a:lnTo>
                  <a:pt x="0" y="184023"/>
                </a:lnTo>
                <a:lnTo>
                  <a:pt x="1570" y="217791"/>
                </a:lnTo>
                <a:lnTo>
                  <a:pt x="14143" y="278231"/>
                </a:lnTo>
                <a:lnTo>
                  <a:pt x="39051" y="328024"/>
                </a:lnTo>
                <a:lnTo>
                  <a:pt x="74865" y="359647"/>
                </a:lnTo>
                <a:lnTo>
                  <a:pt x="96774" y="368173"/>
                </a:lnTo>
                <a:lnTo>
                  <a:pt x="100455" y="355979"/>
                </a:lnTo>
                <a:lnTo>
                  <a:pt x="83548" y="347216"/>
                </a:lnTo>
                <a:lnTo>
                  <a:pt x="68817" y="334454"/>
                </a:lnTo>
                <a:lnTo>
                  <a:pt x="45845" y="296924"/>
                </a:lnTo>
                <a:lnTo>
                  <a:pt x="32019" y="246077"/>
                </a:lnTo>
                <a:lnTo>
                  <a:pt x="27430" y="184275"/>
                </a:lnTo>
                <a:lnTo>
                  <a:pt x="28576" y="151917"/>
                </a:lnTo>
                <a:lnTo>
                  <a:pt x="37772" y="95389"/>
                </a:lnTo>
                <a:lnTo>
                  <a:pt x="56254" y="50482"/>
                </a:lnTo>
                <a:lnTo>
                  <a:pt x="83548" y="20953"/>
                </a:lnTo>
                <a:lnTo>
                  <a:pt x="100455" y="12190"/>
                </a:lnTo>
                <a:lnTo>
                  <a:pt x="9677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nvGrpSpPr>
          <p:cNvPr id="2511" name="Google Shape;2511;p112"/>
          <p:cNvGrpSpPr/>
          <p:nvPr/>
        </p:nvGrpSpPr>
        <p:grpSpPr>
          <a:xfrm>
            <a:off x="6298438" y="2708148"/>
            <a:ext cx="374523" cy="374523"/>
            <a:chOff x="6298438" y="2708148"/>
            <a:chExt cx="374523" cy="374523"/>
          </a:xfrm>
        </p:grpSpPr>
        <p:sp>
          <p:nvSpPr>
            <p:cNvPr id="2512" name="Google Shape;2512;p112"/>
            <p:cNvSpPr/>
            <p:nvPr/>
          </p:nvSpPr>
          <p:spPr>
            <a:xfrm>
              <a:off x="6571996" y="2714371"/>
              <a:ext cx="100965" cy="368300"/>
            </a:xfrm>
            <a:custGeom>
              <a:avLst/>
              <a:gdLst/>
              <a:ahLst/>
              <a:cxnLst/>
              <a:rect l="l" t="t" r="r" b="b"/>
              <a:pathLst>
                <a:path w="100965" h="368300" extrusionOk="0">
                  <a:moveTo>
                    <a:pt x="3681" y="0"/>
                  </a:moveTo>
                  <a:lnTo>
                    <a:pt x="0" y="12190"/>
                  </a:lnTo>
                  <a:lnTo>
                    <a:pt x="16907" y="20953"/>
                  </a:lnTo>
                  <a:lnTo>
                    <a:pt x="31638" y="33718"/>
                  </a:lnTo>
                  <a:lnTo>
                    <a:pt x="54608" y="71245"/>
                  </a:lnTo>
                  <a:lnTo>
                    <a:pt x="68499" y="122284"/>
                  </a:lnTo>
                  <a:lnTo>
                    <a:pt x="73150" y="184275"/>
                  </a:lnTo>
                  <a:lnTo>
                    <a:pt x="71986" y="216540"/>
                  </a:lnTo>
                  <a:lnTo>
                    <a:pt x="62703" y="272877"/>
                  </a:lnTo>
                  <a:lnTo>
                    <a:pt x="44201" y="317690"/>
                  </a:lnTo>
                  <a:lnTo>
                    <a:pt x="16907" y="347216"/>
                  </a:lnTo>
                  <a:lnTo>
                    <a:pt x="0" y="355979"/>
                  </a:lnTo>
                  <a:lnTo>
                    <a:pt x="3681" y="368173"/>
                  </a:lnTo>
                  <a:lnTo>
                    <a:pt x="44830" y="346265"/>
                  </a:lnTo>
                  <a:lnTo>
                    <a:pt x="75309" y="304925"/>
                  </a:lnTo>
                  <a:lnTo>
                    <a:pt x="94169" y="249189"/>
                  </a:lnTo>
                  <a:lnTo>
                    <a:pt x="100455" y="184023"/>
                  </a:lnTo>
                  <a:lnTo>
                    <a:pt x="98884" y="150328"/>
                  </a:lnTo>
                  <a:lnTo>
                    <a:pt x="86311" y="89938"/>
                  </a:lnTo>
                  <a:lnTo>
                    <a:pt x="61403" y="40147"/>
                  </a:lnTo>
                  <a:lnTo>
                    <a:pt x="25589" y="8524"/>
                  </a:lnTo>
                  <a:lnTo>
                    <a:pt x="3681"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513" name="Google Shape;2513;p112"/>
            <p:cNvPicPr preferRelativeResize="0"/>
            <p:nvPr/>
          </p:nvPicPr>
          <p:blipFill rotWithShape="1">
            <a:blip r:embed="rId3">
              <a:alphaModFix/>
            </a:blip>
            <a:srcRect/>
            <a:stretch/>
          </p:blipFill>
          <p:spPr>
            <a:xfrm>
              <a:off x="6298438" y="2708148"/>
              <a:ext cx="231519" cy="206121"/>
            </a:xfrm>
            <a:prstGeom prst="rect">
              <a:avLst/>
            </a:prstGeom>
            <a:noFill/>
            <a:ln>
              <a:noFill/>
            </a:ln>
          </p:spPr>
        </p:pic>
      </p:grpSp>
      <p:grpSp>
        <p:nvGrpSpPr>
          <p:cNvPr id="2514" name="Google Shape;2514;p112"/>
          <p:cNvGrpSpPr/>
          <p:nvPr/>
        </p:nvGrpSpPr>
        <p:grpSpPr>
          <a:xfrm>
            <a:off x="7016242" y="2708148"/>
            <a:ext cx="374523" cy="374521"/>
            <a:chOff x="7016242" y="2708148"/>
            <a:chExt cx="374523" cy="374521"/>
          </a:xfrm>
        </p:grpSpPr>
        <p:sp>
          <p:nvSpPr>
            <p:cNvPr id="2515" name="Google Shape;2515;p112"/>
            <p:cNvSpPr/>
            <p:nvPr/>
          </p:nvSpPr>
          <p:spPr>
            <a:xfrm>
              <a:off x="7289800" y="2714369"/>
              <a:ext cx="100965" cy="368300"/>
            </a:xfrm>
            <a:custGeom>
              <a:avLst/>
              <a:gdLst/>
              <a:ahLst/>
              <a:cxnLst/>
              <a:rect l="l" t="t" r="r" b="b"/>
              <a:pathLst>
                <a:path w="100965" h="368300" extrusionOk="0">
                  <a:moveTo>
                    <a:pt x="3681" y="0"/>
                  </a:moveTo>
                  <a:lnTo>
                    <a:pt x="0" y="12190"/>
                  </a:lnTo>
                  <a:lnTo>
                    <a:pt x="16907" y="20953"/>
                  </a:lnTo>
                  <a:lnTo>
                    <a:pt x="31638" y="33718"/>
                  </a:lnTo>
                  <a:lnTo>
                    <a:pt x="54608" y="71245"/>
                  </a:lnTo>
                  <a:lnTo>
                    <a:pt x="68499" y="122285"/>
                  </a:lnTo>
                  <a:lnTo>
                    <a:pt x="73151" y="184275"/>
                  </a:lnTo>
                  <a:lnTo>
                    <a:pt x="71986" y="216540"/>
                  </a:lnTo>
                  <a:lnTo>
                    <a:pt x="62703" y="272877"/>
                  </a:lnTo>
                  <a:lnTo>
                    <a:pt x="44201" y="317690"/>
                  </a:lnTo>
                  <a:lnTo>
                    <a:pt x="16907" y="347216"/>
                  </a:lnTo>
                  <a:lnTo>
                    <a:pt x="0" y="355979"/>
                  </a:lnTo>
                  <a:lnTo>
                    <a:pt x="3681" y="368173"/>
                  </a:lnTo>
                  <a:lnTo>
                    <a:pt x="44830" y="346265"/>
                  </a:lnTo>
                  <a:lnTo>
                    <a:pt x="75309" y="304925"/>
                  </a:lnTo>
                  <a:lnTo>
                    <a:pt x="94169" y="249189"/>
                  </a:lnTo>
                  <a:lnTo>
                    <a:pt x="100455" y="184023"/>
                  </a:lnTo>
                  <a:lnTo>
                    <a:pt x="98884" y="150328"/>
                  </a:lnTo>
                  <a:lnTo>
                    <a:pt x="86311" y="89938"/>
                  </a:lnTo>
                  <a:lnTo>
                    <a:pt x="61403" y="40147"/>
                  </a:lnTo>
                  <a:lnTo>
                    <a:pt x="25589" y="8524"/>
                  </a:lnTo>
                  <a:lnTo>
                    <a:pt x="3681"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516" name="Google Shape;2516;p112"/>
            <p:cNvPicPr preferRelativeResize="0"/>
            <p:nvPr/>
          </p:nvPicPr>
          <p:blipFill rotWithShape="1">
            <a:blip r:embed="rId4">
              <a:alphaModFix/>
            </a:blip>
            <a:srcRect/>
            <a:stretch/>
          </p:blipFill>
          <p:spPr>
            <a:xfrm>
              <a:off x="7016242" y="2708148"/>
              <a:ext cx="231521" cy="206121"/>
            </a:xfrm>
            <a:prstGeom prst="rect">
              <a:avLst/>
            </a:prstGeom>
            <a:noFill/>
            <a:ln>
              <a:noFill/>
            </a:ln>
          </p:spPr>
        </p:pic>
      </p:grpSp>
      <p:sp>
        <p:nvSpPr>
          <p:cNvPr id="2517" name="Google Shape;2517;p112"/>
          <p:cNvSpPr txBox="1"/>
          <p:nvPr/>
        </p:nvSpPr>
        <p:spPr>
          <a:xfrm>
            <a:off x="6063107" y="2532380"/>
            <a:ext cx="410209" cy="39116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3600" baseline="-25000">
                <a:latin typeface="Arial"/>
                <a:ea typeface="Arial"/>
                <a:cs typeface="Arial"/>
                <a:sym typeface="Arial"/>
              </a:rPr>
              <a:t>𝑥 </a:t>
            </a:r>
            <a:r>
              <a:rPr lang="en-US" sz="1800">
                <a:latin typeface="Arial"/>
                <a:ea typeface="Arial"/>
                <a:cs typeface="Arial"/>
                <a:sym typeface="Arial"/>
              </a:rPr>
              <a:t>𝑖</a:t>
            </a:r>
            <a:endParaRPr sz="1800">
              <a:latin typeface="Arial"/>
              <a:ea typeface="Arial"/>
              <a:cs typeface="Arial"/>
              <a:sym typeface="Arial"/>
            </a:endParaRPr>
          </a:p>
        </p:txBody>
      </p:sp>
      <p:sp>
        <p:nvSpPr>
          <p:cNvPr id="2518" name="Google Shape;2518;p112"/>
          <p:cNvSpPr/>
          <p:nvPr/>
        </p:nvSpPr>
        <p:spPr>
          <a:xfrm>
            <a:off x="7778494" y="2889504"/>
            <a:ext cx="167640" cy="20320"/>
          </a:xfrm>
          <a:custGeom>
            <a:avLst/>
            <a:gdLst/>
            <a:ahLst/>
            <a:cxnLst/>
            <a:rect l="l" t="t" r="r" b="b"/>
            <a:pathLst>
              <a:path w="167640" h="20319" extrusionOk="0">
                <a:moveTo>
                  <a:pt x="167640" y="0"/>
                </a:moveTo>
                <a:lnTo>
                  <a:pt x="0" y="0"/>
                </a:lnTo>
                <a:lnTo>
                  <a:pt x="0" y="19812"/>
                </a:lnTo>
                <a:lnTo>
                  <a:pt x="167640" y="19812"/>
                </a:lnTo>
                <a:lnTo>
                  <a:pt x="167640"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519" name="Google Shape;2519;p112"/>
          <p:cNvSpPr txBox="1"/>
          <p:nvPr/>
        </p:nvSpPr>
        <p:spPr>
          <a:xfrm>
            <a:off x="7766684" y="2846323"/>
            <a:ext cx="176530" cy="3911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latin typeface="Arial"/>
                <a:ea typeface="Arial"/>
                <a:cs typeface="Arial"/>
                <a:sym typeface="Arial"/>
              </a:rPr>
              <a:t>2</a:t>
            </a:r>
            <a:endParaRPr sz="2400">
              <a:latin typeface="Arial"/>
              <a:ea typeface="Arial"/>
              <a:cs typeface="Arial"/>
              <a:sym typeface="Arial"/>
            </a:endParaRPr>
          </a:p>
        </p:txBody>
      </p:sp>
      <p:sp>
        <p:nvSpPr>
          <p:cNvPr id="2520" name="Google Shape;2520;p112"/>
          <p:cNvSpPr/>
          <p:nvPr/>
        </p:nvSpPr>
        <p:spPr>
          <a:xfrm>
            <a:off x="8377555" y="2760344"/>
            <a:ext cx="88265" cy="277495"/>
          </a:xfrm>
          <a:custGeom>
            <a:avLst/>
            <a:gdLst/>
            <a:ahLst/>
            <a:cxnLst/>
            <a:rect l="l" t="t" r="r" b="b"/>
            <a:pathLst>
              <a:path w="88265" h="277494" extrusionOk="0">
                <a:moveTo>
                  <a:pt x="22974" y="0"/>
                </a:moveTo>
                <a:lnTo>
                  <a:pt x="0" y="0"/>
                </a:lnTo>
                <a:lnTo>
                  <a:pt x="0" y="276987"/>
                </a:lnTo>
                <a:lnTo>
                  <a:pt x="22974" y="276987"/>
                </a:lnTo>
                <a:lnTo>
                  <a:pt x="22974" y="0"/>
                </a:lnTo>
                <a:close/>
              </a:path>
              <a:path w="88265" h="277494" extrusionOk="0">
                <a:moveTo>
                  <a:pt x="87757" y="0"/>
                </a:moveTo>
                <a:lnTo>
                  <a:pt x="64770" y="0"/>
                </a:lnTo>
                <a:lnTo>
                  <a:pt x="64770" y="276987"/>
                </a:lnTo>
                <a:lnTo>
                  <a:pt x="87757" y="276987"/>
                </a:lnTo>
                <a:lnTo>
                  <a:pt x="8775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521" name="Google Shape;2521;p112"/>
          <p:cNvSpPr/>
          <p:nvPr/>
        </p:nvSpPr>
        <p:spPr>
          <a:xfrm>
            <a:off x="8034655" y="2760344"/>
            <a:ext cx="88265" cy="277495"/>
          </a:xfrm>
          <a:custGeom>
            <a:avLst/>
            <a:gdLst/>
            <a:ahLst/>
            <a:cxnLst/>
            <a:rect l="l" t="t" r="r" b="b"/>
            <a:pathLst>
              <a:path w="88265" h="277494" extrusionOk="0">
                <a:moveTo>
                  <a:pt x="22974" y="0"/>
                </a:moveTo>
                <a:lnTo>
                  <a:pt x="0" y="0"/>
                </a:lnTo>
                <a:lnTo>
                  <a:pt x="0" y="276987"/>
                </a:lnTo>
                <a:lnTo>
                  <a:pt x="22974" y="276987"/>
                </a:lnTo>
                <a:lnTo>
                  <a:pt x="22974" y="0"/>
                </a:lnTo>
                <a:close/>
              </a:path>
              <a:path w="88265" h="277494" extrusionOk="0">
                <a:moveTo>
                  <a:pt x="87757" y="0"/>
                </a:moveTo>
                <a:lnTo>
                  <a:pt x="64770" y="0"/>
                </a:lnTo>
                <a:lnTo>
                  <a:pt x="64770" y="276987"/>
                </a:lnTo>
                <a:lnTo>
                  <a:pt x="87757" y="276987"/>
                </a:lnTo>
                <a:lnTo>
                  <a:pt x="8775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522" name="Google Shape;2522;p112"/>
          <p:cNvSpPr txBox="1"/>
          <p:nvPr/>
        </p:nvSpPr>
        <p:spPr>
          <a:xfrm>
            <a:off x="6649593" y="2642107"/>
            <a:ext cx="1720214" cy="391160"/>
          </a:xfrm>
          <a:prstGeom prst="rect">
            <a:avLst/>
          </a:prstGeom>
          <a:noFill/>
          <a:ln>
            <a:noFill/>
          </a:ln>
        </p:spPr>
        <p:txBody>
          <a:bodyPr spcFirstLastPara="1" wrap="square" lIns="0" tIns="12700" rIns="0" bIns="0" anchor="t" anchorCtr="0">
            <a:spAutoFit/>
          </a:bodyPr>
          <a:lstStyle/>
          <a:p>
            <a:pPr marL="50800" lvl="0" indent="0" algn="l" rtl="0">
              <a:lnSpc>
                <a:spcPct val="100000"/>
              </a:lnSpc>
              <a:spcBef>
                <a:spcPts val="0"/>
              </a:spcBef>
              <a:spcAft>
                <a:spcPts val="0"/>
              </a:spcAft>
              <a:buNone/>
            </a:pPr>
            <a:r>
              <a:rPr lang="en-US" sz="2400">
                <a:latin typeface="Arial"/>
                <a:ea typeface="Arial"/>
                <a:cs typeface="Arial"/>
                <a:sym typeface="Arial"/>
              </a:rPr>
              <a:t>, 𝑦 </a:t>
            </a:r>
            <a:r>
              <a:rPr lang="en-US" sz="2700" baseline="30000">
                <a:latin typeface="Arial"/>
                <a:ea typeface="Arial"/>
                <a:cs typeface="Arial"/>
                <a:sym typeface="Arial"/>
              </a:rPr>
              <a:t>𝑖	</a:t>
            </a:r>
            <a:r>
              <a:rPr lang="en-US" sz="2400">
                <a:latin typeface="Arial"/>
                <a:ea typeface="Arial"/>
                <a:cs typeface="Arial"/>
                <a:sym typeface="Arial"/>
              </a:rPr>
              <a:t>+ </a:t>
            </a:r>
            <a:r>
              <a:rPr lang="en-US" sz="3600" baseline="30000">
                <a:latin typeface="Arial"/>
                <a:ea typeface="Arial"/>
                <a:cs typeface="Arial"/>
                <a:sym typeface="Arial"/>
              </a:rPr>
              <a:t>𝜆	</a:t>
            </a:r>
            <a:r>
              <a:rPr lang="en-US" sz="2400">
                <a:latin typeface="Arial"/>
                <a:ea typeface="Arial"/>
                <a:cs typeface="Arial"/>
                <a:sym typeface="Arial"/>
              </a:rPr>
              <a:t>𝜃</a:t>
            </a:r>
            <a:endParaRPr sz="2400">
              <a:latin typeface="Arial"/>
              <a:ea typeface="Arial"/>
              <a:cs typeface="Arial"/>
              <a:sym typeface="Arial"/>
            </a:endParaRPr>
          </a:p>
        </p:txBody>
      </p:sp>
      <p:sp>
        <p:nvSpPr>
          <p:cNvPr id="2524" name="Google Shape;2524;p112"/>
          <p:cNvSpPr txBox="1"/>
          <p:nvPr/>
        </p:nvSpPr>
        <p:spPr>
          <a:xfrm>
            <a:off x="8490584" y="2584195"/>
            <a:ext cx="139065" cy="528320"/>
          </a:xfrm>
          <a:prstGeom prst="rect">
            <a:avLst/>
          </a:prstGeom>
          <a:noFill/>
          <a:ln>
            <a:noFill/>
          </a:ln>
        </p:spPr>
        <p:txBody>
          <a:bodyPr spcFirstLastPara="1" wrap="square" lIns="0" tIns="12700" rIns="0" bIns="0" anchor="t" anchorCtr="0">
            <a:spAutoFit/>
          </a:bodyPr>
          <a:lstStyle/>
          <a:p>
            <a:pPr marL="12700" lvl="0" indent="0" algn="l" rtl="0">
              <a:lnSpc>
                <a:spcPct val="110000"/>
              </a:lnSpc>
              <a:spcBef>
                <a:spcPts val="0"/>
              </a:spcBef>
              <a:spcAft>
                <a:spcPts val="0"/>
              </a:spcAft>
              <a:buNone/>
            </a:pPr>
            <a:r>
              <a:rPr lang="en-US" sz="1800">
                <a:latin typeface="Arial"/>
                <a:ea typeface="Arial"/>
                <a:cs typeface="Arial"/>
                <a:sym typeface="Arial"/>
              </a:rPr>
              <a:t>2</a:t>
            </a:r>
            <a:endParaRPr sz="1800">
              <a:latin typeface="Arial"/>
              <a:ea typeface="Arial"/>
              <a:cs typeface="Arial"/>
              <a:sym typeface="Arial"/>
            </a:endParaRPr>
          </a:p>
          <a:p>
            <a:pPr marL="12700" lvl="0" indent="0" algn="l" rtl="0">
              <a:lnSpc>
                <a:spcPct val="110000"/>
              </a:lnSpc>
              <a:spcBef>
                <a:spcPts val="0"/>
              </a:spcBef>
              <a:spcAft>
                <a:spcPts val="0"/>
              </a:spcAft>
              <a:buNone/>
            </a:pPr>
            <a:r>
              <a:rPr lang="en-US" sz="1800">
                <a:latin typeface="Arial"/>
                <a:ea typeface="Arial"/>
                <a:cs typeface="Arial"/>
                <a:sym typeface="Arial"/>
              </a:rPr>
              <a:t>2</a:t>
            </a:r>
            <a:endParaRPr sz="1800">
              <a:latin typeface="Arial"/>
              <a:ea typeface="Arial"/>
              <a:cs typeface="Arial"/>
              <a:sym typeface="Arial"/>
            </a:endParaRPr>
          </a:p>
        </p:txBody>
      </p:sp>
    </p:spTree>
    <p:extLst>
      <p:ext uri="{BB962C8B-B14F-4D97-AF65-F5344CB8AC3E}">
        <p14:creationId xmlns:p14="http://schemas.microsoft.com/office/powerpoint/2010/main" val="14310436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23"/>
        <p:cNvGrpSpPr/>
        <p:nvPr/>
      </p:nvGrpSpPr>
      <p:grpSpPr>
        <a:xfrm>
          <a:off x="0" y="0"/>
          <a:ext cx="0" cy="0"/>
          <a:chOff x="0" y="0"/>
          <a:chExt cx="0" cy="0"/>
        </a:xfrm>
      </p:grpSpPr>
      <p:sp>
        <p:nvSpPr>
          <p:cNvPr id="2624" name="Google Shape;2624;p115" descr="$PPTXTitle"/>
          <p:cNvSpPr txBox="1">
            <a:spLocks noGrp="1"/>
          </p:cNvSpPr>
          <p:nvPr>
            <p:ph type="title"/>
          </p:nvPr>
        </p:nvSpPr>
        <p:spPr>
          <a:xfrm>
            <a:off x="707542" y="494791"/>
            <a:ext cx="11589715" cy="985519"/>
          </a:xfrm>
          <a:prstGeom prst="rect">
            <a:avLst/>
          </a:prstGeom>
          <a:noFill/>
          <a:ln>
            <a:noFill/>
          </a:ln>
        </p:spPr>
        <p:txBody>
          <a:bodyPr spcFirstLastPara="1" wrap="square" lIns="0" tIns="12700" rIns="0" bIns="0" anchor="t" anchorCtr="0">
            <a:spAutoFit/>
          </a:bodyPr>
          <a:lstStyle/>
          <a:p>
            <a:pPr marL="188595" lvl="0" indent="0" algn="l" rtl="0">
              <a:lnSpc>
                <a:spcPct val="100000"/>
              </a:lnSpc>
              <a:spcBef>
                <a:spcPts val="0"/>
              </a:spcBef>
              <a:spcAft>
                <a:spcPts val="0"/>
              </a:spcAft>
              <a:buNone/>
            </a:pPr>
            <a:r>
              <a:rPr lang="en-US"/>
              <a:t>Training/cross-validation loss by regularization</a:t>
            </a:r>
            <a:endParaRPr/>
          </a:p>
        </p:txBody>
      </p:sp>
      <p:grpSp>
        <p:nvGrpSpPr>
          <p:cNvPr id="2625" name="Google Shape;2625;p115"/>
          <p:cNvGrpSpPr/>
          <p:nvPr/>
        </p:nvGrpSpPr>
        <p:grpSpPr>
          <a:xfrm>
            <a:off x="3331493" y="5453214"/>
            <a:ext cx="324506" cy="152437"/>
            <a:chOff x="3331493" y="5453214"/>
            <a:chExt cx="324506" cy="152437"/>
          </a:xfrm>
        </p:grpSpPr>
        <p:sp>
          <p:nvSpPr>
            <p:cNvPr id="2626" name="Google Shape;2626;p115"/>
            <p:cNvSpPr/>
            <p:nvPr/>
          </p:nvSpPr>
          <p:spPr>
            <a:xfrm>
              <a:off x="3331493" y="5490130"/>
              <a:ext cx="41910" cy="113664"/>
            </a:xfrm>
            <a:custGeom>
              <a:avLst/>
              <a:gdLst/>
              <a:ahLst/>
              <a:cxnLst/>
              <a:rect l="l" t="t" r="r" b="b"/>
              <a:pathLst>
                <a:path w="41910" h="113664" extrusionOk="0">
                  <a:moveTo>
                    <a:pt x="41687" y="0"/>
                  </a:moveTo>
                  <a:lnTo>
                    <a:pt x="33354" y="0"/>
                  </a:lnTo>
                  <a:lnTo>
                    <a:pt x="26210" y="9525"/>
                  </a:lnTo>
                  <a:lnTo>
                    <a:pt x="20241" y="14287"/>
                  </a:lnTo>
                  <a:lnTo>
                    <a:pt x="14286" y="20239"/>
                  </a:lnTo>
                  <a:lnTo>
                    <a:pt x="7142" y="25002"/>
                  </a:lnTo>
                  <a:lnTo>
                    <a:pt x="0" y="28575"/>
                  </a:lnTo>
                  <a:lnTo>
                    <a:pt x="0" y="41671"/>
                  </a:lnTo>
                  <a:lnTo>
                    <a:pt x="4761" y="40481"/>
                  </a:lnTo>
                  <a:lnTo>
                    <a:pt x="9525" y="38100"/>
                  </a:lnTo>
                  <a:lnTo>
                    <a:pt x="14286" y="34527"/>
                  </a:lnTo>
                  <a:lnTo>
                    <a:pt x="20241" y="30956"/>
                  </a:lnTo>
                  <a:lnTo>
                    <a:pt x="23827" y="27383"/>
                  </a:lnTo>
                  <a:lnTo>
                    <a:pt x="27400" y="25002"/>
                  </a:lnTo>
                  <a:lnTo>
                    <a:pt x="27400" y="113140"/>
                  </a:lnTo>
                  <a:lnTo>
                    <a:pt x="41687" y="113140"/>
                  </a:lnTo>
                  <a:lnTo>
                    <a:pt x="41687"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627" name="Google Shape;2627;p115"/>
            <p:cNvPicPr preferRelativeResize="0"/>
            <p:nvPr/>
          </p:nvPicPr>
          <p:blipFill rotWithShape="1">
            <a:blip r:embed="rId3">
              <a:alphaModFix/>
            </a:blip>
            <a:srcRect/>
            <a:stretch/>
          </p:blipFill>
          <p:spPr>
            <a:xfrm>
              <a:off x="3408900" y="5490130"/>
              <a:ext cx="73835" cy="115521"/>
            </a:xfrm>
            <a:prstGeom prst="rect">
              <a:avLst/>
            </a:prstGeom>
            <a:noFill/>
            <a:ln>
              <a:noFill/>
            </a:ln>
          </p:spPr>
        </p:pic>
        <p:sp>
          <p:nvSpPr>
            <p:cNvPr id="2628" name="Google Shape;2628;p115"/>
            <p:cNvSpPr/>
            <p:nvPr/>
          </p:nvSpPr>
          <p:spPr>
            <a:xfrm>
              <a:off x="3502964" y="5453214"/>
              <a:ext cx="153035" cy="81280"/>
            </a:xfrm>
            <a:custGeom>
              <a:avLst/>
              <a:gdLst/>
              <a:ahLst/>
              <a:cxnLst/>
              <a:rect l="l" t="t" r="r" b="b"/>
              <a:pathLst>
                <a:path w="153035" h="81279" extrusionOk="0">
                  <a:moveTo>
                    <a:pt x="29756" y="45250"/>
                  </a:moveTo>
                  <a:lnTo>
                    <a:pt x="0" y="45250"/>
                  </a:lnTo>
                  <a:lnTo>
                    <a:pt x="0" y="55968"/>
                  </a:lnTo>
                  <a:lnTo>
                    <a:pt x="29756" y="55968"/>
                  </a:lnTo>
                  <a:lnTo>
                    <a:pt x="29756" y="45250"/>
                  </a:lnTo>
                  <a:close/>
                </a:path>
                <a:path w="153035" h="81279" extrusionOk="0">
                  <a:moveTo>
                    <a:pt x="75018" y="0"/>
                  </a:moveTo>
                  <a:lnTo>
                    <a:pt x="67881" y="0"/>
                  </a:lnTo>
                  <a:lnTo>
                    <a:pt x="66687" y="3568"/>
                  </a:lnTo>
                  <a:lnTo>
                    <a:pt x="55968" y="14287"/>
                  </a:lnTo>
                  <a:lnTo>
                    <a:pt x="51206" y="16662"/>
                  </a:lnTo>
                  <a:lnTo>
                    <a:pt x="45250" y="19050"/>
                  </a:lnTo>
                  <a:lnTo>
                    <a:pt x="45250" y="28587"/>
                  </a:lnTo>
                  <a:lnTo>
                    <a:pt x="47637" y="27393"/>
                  </a:lnTo>
                  <a:lnTo>
                    <a:pt x="51206" y="26200"/>
                  </a:lnTo>
                  <a:lnTo>
                    <a:pt x="55968" y="23825"/>
                  </a:lnTo>
                  <a:lnTo>
                    <a:pt x="59537" y="21437"/>
                  </a:lnTo>
                  <a:lnTo>
                    <a:pt x="64300" y="16662"/>
                  </a:lnTo>
                  <a:lnTo>
                    <a:pt x="64300" y="79794"/>
                  </a:lnTo>
                  <a:lnTo>
                    <a:pt x="75018" y="79794"/>
                  </a:lnTo>
                  <a:lnTo>
                    <a:pt x="75018" y="0"/>
                  </a:lnTo>
                  <a:close/>
                </a:path>
                <a:path w="153035" h="81279" extrusionOk="0">
                  <a:moveTo>
                    <a:pt x="152425" y="45250"/>
                  </a:moveTo>
                  <a:lnTo>
                    <a:pt x="150050" y="39306"/>
                  </a:lnTo>
                  <a:lnTo>
                    <a:pt x="145288" y="33350"/>
                  </a:lnTo>
                  <a:lnTo>
                    <a:pt x="140525" y="28587"/>
                  </a:lnTo>
                  <a:lnTo>
                    <a:pt x="134569" y="26200"/>
                  </a:lnTo>
                  <a:lnTo>
                    <a:pt x="122643" y="26200"/>
                  </a:lnTo>
                  <a:lnTo>
                    <a:pt x="116687" y="28587"/>
                  </a:lnTo>
                  <a:lnTo>
                    <a:pt x="111925" y="32156"/>
                  </a:lnTo>
                  <a:lnTo>
                    <a:pt x="116687" y="10706"/>
                  </a:lnTo>
                  <a:lnTo>
                    <a:pt x="148856" y="10706"/>
                  </a:lnTo>
                  <a:lnTo>
                    <a:pt x="148856" y="1181"/>
                  </a:lnTo>
                  <a:lnTo>
                    <a:pt x="108356" y="1181"/>
                  </a:lnTo>
                  <a:lnTo>
                    <a:pt x="101219" y="41681"/>
                  </a:lnTo>
                  <a:lnTo>
                    <a:pt x="110744" y="42875"/>
                  </a:lnTo>
                  <a:lnTo>
                    <a:pt x="111925" y="40487"/>
                  </a:lnTo>
                  <a:lnTo>
                    <a:pt x="116687" y="38112"/>
                  </a:lnTo>
                  <a:lnTo>
                    <a:pt x="119075" y="35725"/>
                  </a:lnTo>
                  <a:lnTo>
                    <a:pt x="129806" y="35725"/>
                  </a:lnTo>
                  <a:lnTo>
                    <a:pt x="134569" y="36918"/>
                  </a:lnTo>
                  <a:lnTo>
                    <a:pt x="136956" y="40487"/>
                  </a:lnTo>
                  <a:lnTo>
                    <a:pt x="140525" y="42875"/>
                  </a:lnTo>
                  <a:lnTo>
                    <a:pt x="141719" y="47637"/>
                  </a:lnTo>
                  <a:lnTo>
                    <a:pt x="141719" y="59537"/>
                  </a:lnTo>
                  <a:lnTo>
                    <a:pt x="140525" y="64300"/>
                  </a:lnTo>
                  <a:lnTo>
                    <a:pt x="133375" y="71450"/>
                  </a:lnTo>
                  <a:lnTo>
                    <a:pt x="129806" y="72644"/>
                  </a:lnTo>
                  <a:lnTo>
                    <a:pt x="121462" y="72644"/>
                  </a:lnTo>
                  <a:lnTo>
                    <a:pt x="117881" y="71450"/>
                  </a:lnTo>
                  <a:lnTo>
                    <a:pt x="115506" y="69062"/>
                  </a:lnTo>
                  <a:lnTo>
                    <a:pt x="111925" y="66687"/>
                  </a:lnTo>
                  <a:lnTo>
                    <a:pt x="110744" y="63119"/>
                  </a:lnTo>
                  <a:lnTo>
                    <a:pt x="109550" y="58356"/>
                  </a:lnTo>
                  <a:lnTo>
                    <a:pt x="100025" y="58356"/>
                  </a:lnTo>
                  <a:lnTo>
                    <a:pt x="100025" y="65493"/>
                  </a:lnTo>
                  <a:lnTo>
                    <a:pt x="102400" y="70256"/>
                  </a:lnTo>
                  <a:lnTo>
                    <a:pt x="107162" y="75018"/>
                  </a:lnTo>
                  <a:lnTo>
                    <a:pt x="111925" y="78587"/>
                  </a:lnTo>
                  <a:lnTo>
                    <a:pt x="117881" y="80987"/>
                  </a:lnTo>
                  <a:lnTo>
                    <a:pt x="133375" y="80987"/>
                  </a:lnTo>
                  <a:lnTo>
                    <a:pt x="140525" y="77406"/>
                  </a:lnTo>
                  <a:lnTo>
                    <a:pt x="146481" y="71450"/>
                  </a:lnTo>
                  <a:lnTo>
                    <a:pt x="150050" y="65493"/>
                  </a:lnTo>
                  <a:lnTo>
                    <a:pt x="152425" y="59537"/>
                  </a:lnTo>
                  <a:lnTo>
                    <a:pt x="152425" y="4525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629" name="Google Shape;2629;p115"/>
          <p:cNvGrpSpPr/>
          <p:nvPr/>
        </p:nvGrpSpPr>
        <p:grpSpPr>
          <a:xfrm>
            <a:off x="3799497" y="5453214"/>
            <a:ext cx="324510" cy="152437"/>
            <a:chOff x="3799497" y="5453214"/>
            <a:chExt cx="324510" cy="152437"/>
          </a:xfrm>
        </p:grpSpPr>
        <p:sp>
          <p:nvSpPr>
            <p:cNvPr id="2630" name="Google Shape;2630;p115"/>
            <p:cNvSpPr/>
            <p:nvPr/>
          </p:nvSpPr>
          <p:spPr>
            <a:xfrm>
              <a:off x="3799497" y="5490130"/>
              <a:ext cx="43180" cy="113664"/>
            </a:xfrm>
            <a:custGeom>
              <a:avLst/>
              <a:gdLst/>
              <a:ahLst/>
              <a:cxnLst/>
              <a:rect l="l" t="t" r="r" b="b"/>
              <a:pathLst>
                <a:path w="43179" h="113664" extrusionOk="0">
                  <a:moveTo>
                    <a:pt x="42879" y="0"/>
                  </a:moveTo>
                  <a:lnTo>
                    <a:pt x="33354" y="0"/>
                  </a:lnTo>
                  <a:lnTo>
                    <a:pt x="30972" y="4762"/>
                  </a:lnTo>
                  <a:lnTo>
                    <a:pt x="21447" y="14287"/>
                  </a:lnTo>
                  <a:lnTo>
                    <a:pt x="16756" y="18529"/>
                  </a:lnTo>
                  <a:lnTo>
                    <a:pt x="11615" y="22324"/>
                  </a:lnTo>
                  <a:lnTo>
                    <a:pt x="6029" y="25671"/>
                  </a:lnTo>
                  <a:lnTo>
                    <a:pt x="0" y="28575"/>
                  </a:lnTo>
                  <a:lnTo>
                    <a:pt x="0" y="41671"/>
                  </a:lnTo>
                  <a:lnTo>
                    <a:pt x="4761" y="40481"/>
                  </a:lnTo>
                  <a:lnTo>
                    <a:pt x="9525" y="38100"/>
                  </a:lnTo>
                  <a:lnTo>
                    <a:pt x="15493" y="34527"/>
                  </a:lnTo>
                  <a:lnTo>
                    <a:pt x="25018" y="27383"/>
                  </a:lnTo>
                  <a:lnTo>
                    <a:pt x="28591" y="25002"/>
                  </a:lnTo>
                  <a:lnTo>
                    <a:pt x="28591" y="113140"/>
                  </a:lnTo>
                  <a:lnTo>
                    <a:pt x="42879" y="113140"/>
                  </a:lnTo>
                  <a:lnTo>
                    <a:pt x="42879"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631" name="Google Shape;2631;p115"/>
            <p:cNvPicPr preferRelativeResize="0"/>
            <p:nvPr/>
          </p:nvPicPr>
          <p:blipFill rotWithShape="1">
            <a:blip r:embed="rId4">
              <a:alphaModFix/>
            </a:blip>
            <a:srcRect/>
            <a:stretch/>
          </p:blipFill>
          <p:spPr>
            <a:xfrm>
              <a:off x="3878096" y="5490130"/>
              <a:ext cx="73835" cy="115521"/>
            </a:xfrm>
            <a:prstGeom prst="rect">
              <a:avLst/>
            </a:prstGeom>
            <a:noFill/>
            <a:ln>
              <a:noFill/>
            </a:ln>
          </p:spPr>
        </p:pic>
        <p:sp>
          <p:nvSpPr>
            <p:cNvPr id="2632" name="Google Shape;2632;p115"/>
            <p:cNvSpPr/>
            <p:nvPr/>
          </p:nvSpPr>
          <p:spPr>
            <a:xfrm>
              <a:off x="3970972" y="5453214"/>
              <a:ext cx="153035" cy="81280"/>
            </a:xfrm>
            <a:custGeom>
              <a:avLst/>
              <a:gdLst/>
              <a:ahLst/>
              <a:cxnLst/>
              <a:rect l="l" t="t" r="r" b="b"/>
              <a:pathLst>
                <a:path w="153035" h="81279" extrusionOk="0">
                  <a:moveTo>
                    <a:pt x="29768" y="45250"/>
                  </a:moveTo>
                  <a:lnTo>
                    <a:pt x="0" y="45250"/>
                  </a:lnTo>
                  <a:lnTo>
                    <a:pt x="0" y="55968"/>
                  </a:lnTo>
                  <a:lnTo>
                    <a:pt x="29768" y="55968"/>
                  </a:lnTo>
                  <a:lnTo>
                    <a:pt x="29768" y="45250"/>
                  </a:lnTo>
                  <a:close/>
                </a:path>
                <a:path w="153035" h="81279" extrusionOk="0">
                  <a:moveTo>
                    <a:pt x="75018" y="0"/>
                  </a:moveTo>
                  <a:lnTo>
                    <a:pt x="69062" y="0"/>
                  </a:lnTo>
                  <a:lnTo>
                    <a:pt x="64300" y="7137"/>
                  </a:lnTo>
                  <a:lnTo>
                    <a:pt x="59537" y="10706"/>
                  </a:lnTo>
                  <a:lnTo>
                    <a:pt x="55968" y="14287"/>
                  </a:lnTo>
                  <a:lnTo>
                    <a:pt x="51219" y="16662"/>
                  </a:lnTo>
                  <a:lnTo>
                    <a:pt x="45250" y="19050"/>
                  </a:lnTo>
                  <a:lnTo>
                    <a:pt x="45250" y="28587"/>
                  </a:lnTo>
                  <a:lnTo>
                    <a:pt x="52400" y="26200"/>
                  </a:lnTo>
                  <a:lnTo>
                    <a:pt x="63119" y="19050"/>
                  </a:lnTo>
                  <a:lnTo>
                    <a:pt x="65493" y="16662"/>
                  </a:lnTo>
                  <a:lnTo>
                    <a:pt x="65493" y="79794"/>
                  </a:lnTo>
                  <a:lnTo>
                    <a:pt x="75018" y="79794"/>
                  </a:lnTo>
                  <a:lnTo>
                    <a:pt x="75018" y="0"/>
                  </a:lnTo>
                  <a:close/>
                </a:path>
                <a:path w="153035" h="81279" extrusionOk="0">
                  <a:moveTo>
                    <a:pt x="152438" y="51206"/>
                  </a:moveTo>
                  <a:lnTo>
                    <a:pt x="151231" y="46443"/>
                  </a:lnTo>
                  <a:lnTo>
                    <a:pt x="147662" y="42875"/>
                  </a:lnTo>
                  <a:lnTo>
                    <a:pt x="145288" y="39306"/>
                  </a:lnTo>
                  <a:lnTo>
                    <a:pt x="141706" y="36918"/>
                  </a:lnTo>
                  <a:lnTo>
                    <a:pt x="136944" y="36918"/>
                  </a:lnTo>
                  <a:lnTo>
                    <a:pt x="144094" y="32156"/>
                  </a:lnTo>
                  <a:lnTo>
                    <a:pt x="145288" y="29781"/>
                  </a:lnTo>
                  <a:lnTo>
                    <a:pt x="147662" y="27393"/>
                  </a:lnTo>
                  <a:lnTo>
                    <a:pt x="148856" y="23825"/>
                  </a:lnTo>
                  <a:lnTo>
                    <a:pt x="148856" y="16662"/>
                  </a:lnTo>
                  <a:lnTo>
                    <a:pt x="147662" y="13093"/>
                  </a:lnTo>
                  <a:lnTo>
                    <a:pt x="145288" y="9525"/>
                  </a:lnTo>
                  <a:lnTo>
                    <a:pt x="140525" y="4762"/>
                  </a:lnTo>
                  <a:lnTo>
                    <a:pt x="133388" y="0"/>
                  </a:lnTo>
                  <a:lnTo>
                    <a:pt x="119087" y="0"/>
                  </a:lnTo>
                  <a:lnTo>
                    <a:pt x="113118" y="1181"/>
                  </a:lnTo>
                  <a:lnTo>
                    <a:pt x="109550" y="4762"/>
                  </a:lnTo>
                  <a:lnTo>
                    <a:pt x="104787" y="8331"/>
                  </a:lnTo>
                  <a:lnTo>
                    <a:pt x="102400" y="13093"/>
                  </a:lnTo>
                  <a:lnTo>
                    <a:pt x="101219" y="20256"/>
                  </a:lnTo>
                  <a:lnTo>
                    <a:pt x="110744" y="21437"/>
                  </a:lnTo>
                  <a:lnTo>
                    <a:pt x="111925" y="16662"/>
                  </a:lnTo>
                  <a:lnTo>
                    <a:pt x="113118" y="13093"/>
                  </a:lnTo>
                  <a:lnTo>
                    <a:pt x="117894" y="8331"/>
                  </a:lnTo>
                  <a:lnTo>
                    <a:pt x="121462" y="7137"/>
                  </a:lnTo>
                  <a:lnTo>
                    <a:pt x="128612" y="7137"/>
                  </a:lnTo>
                  <a:lnTo>
                    <a:pt x="132181" y="8331"/>
                  </a:lnTo>
                  <a:lnTo>
                    <a:pt x="136944" y="13093"/>
                  </a:lnTo>
                  <a:lnTo>
                    <a:pt x="138137" y="16662"/>
                  </a:lnTo>
                  <a:lnTo>
                    <a:pt x="138137" y="25019"/>
                  </a:lnTo>
                  <a:lnTo>
                    <a:pt x="136944" y="27393"/>
                  </a:lnTo>
                  <a:lnTo>
                    <a:pt x="129806" y="32156"/>
                  </a:lnTo>
                  <a:lnTo>
                    <a:pt x="126238" y="33350"/>
                  </a:lnTo>
                  <a:lnTo>
                    <a:pt x="120281" y="33350"/>
                  </a:lnTo>
                  <a:lnTo>
                    <a:pt x="119087" y="41681"/>
                  </a:lnTo>
                  <a:lnTo>
                    <a:pt x="121462" y="41681"/>
                  </a:lnTo>
                  <a:lnTo>
                    <a:pt x="123863" y="40487"/>
                  </a:lnTo>
                  <a:lnTo>
                    <a:pt x="131000" y="40487"/>
                  </a:lnTo>
                  <a:lnTo>
                    <a:pt x="134569" y="41681"/>
                  </a:lnTo>
                  <a:lnTo>
                    <a:pt x="136944" y="45250"/>
                  </a:lnTo>
                  <a:lnTo>
                    <a:pt x="140525" y="47637"/>
                  </a:lnTo>
                  <a:lnTo>
                    <a:pt x="141706" y="51206"/>
                  </a:lnTo>
                  <a:lnTo>
                    <a:pt x="141706" y="60731"/>
                  </a:lnTo>
                  <a:lnTo>
                    <a:pt x="140525" y="64300"/>
                  </a:lnTo>
                  <a:lnTo>
                    <a:pt x="133388" y="71450"/>
                  </a:lnTo>
                  <a:lnTo>
                    <a:pt x="129806" y="72644"/>
                  </a:lnTo>
                  <a:lnTo>
                    <a:pt x="121462" y="72644"/>
                  </a:lnTo>
                  <a:lnTo>
                    <a:pt x="117894" y="71450"/>
                  </a:lnTo>
                  <a:lnTo>
                    <a:pt x="113118" y="66687"/>
                  </a:lnTo>
                  <a:lnTo>
                    <a:pt x="110744" y="63119"/>
                  </a:lnTo>
                  <a:lnTo>
                    <a:pt x="109550" y="57162"/>
                  </a:lnTo>
                  <a:lnTo>
                    <a:pt x="100025" y="58356"/>
                  </a:lnTo>
                  <a:lnTo>
                    <a:pt x="117894" y="80987"/>
                  </a:lnTo>
                  <a:lnTo>
                    <a:pt x="133388" y="80987"/>
                  </a:lnTo>
                  <a:lnTo>
                    <a:pt x="139331" y="78587"/>
                  </a:lnTo>
                  <a:lnTo>
                    <a:pt x="144094" y="73825"/>
                  </a:lnTo>
                  <a:lnTo>
                    <a:pt x="150050" y="69062"/>
                  </a:lnTo>
                  <a:lnTo>
                    <a:pt x="152438" y="63119"/>
                  </a:lnTo>
                  <a:lnTo>
                    <a:pt x="152438" y="51206"/>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633" name="Google Shape;2633;p115"/>
          <p:cNvGrpSpPr/>
          <p:nvPr/>
        </p:nvGrpSpPr>
        <p:grpSpPr>
          <a:xfrm>
            <a:off x="4268660" y="5453214"/>
            <a:ext cx="307340" cy="152437"/>
            <a:chOff x="4268660" y="5453214"/>
            <a:chExt cx="307340" cy="152437"/>
          </a:xfrm>
        </p:grpSpPr>
        <p:sp>
          <p:nvSpPr>
            <p:cNvPr id="2634" name="Google Shape;2634;p115"/>
            <p:cNvSpPr/>
            <p:nvPr/>
          </p:nvSpPr>
          <p:spPr>
            <a:xfrm>
              <a:off x="4268660" y="5490130"/>
              <a:ext cx="41910" cy="113664"/>
            </a:xfrm>
            <a:custGeom>
              <a:avLst/>
              <a:gdLst/>
              <a:ahLst/>
              <a:cxnLst/>
              <a:rect l="l" t="t" r="r" b="b"/>
              <a:pathLst>
                <a:path w="41910" h="113664" extrusionOk="0">
                  <a:moveTo>
                    <a:pt x="41751" y="0"/>
                  </a:moveTo>
                  <a:lnTo>
                    <a:pt x="33337" y="0"/>
                  </a:lnTo>
                  <a:lnTo>
                    <a:pt x="26193" y="9525"/>
                  </a:lnTo>
                  <a:lnTo>
                    <a:pt x="20319" y="14287"/>
                  </a:lnTo>
                  <a:lnTo>
                    <a:pt x="14286" y="20239"/>
                  </a:lnTo>
                  <a:lnTo>
                    <a:pt x="7142" y="25002"/>
                  </a:lnTo>
                  <a:lnTo>
                    <a:pt x="0" y="28575"/>
                  </a:lnTo>
                  <a:lnTo>
                    <a:pt x="0" y="41671"/>
                  </a:lnTo>
                  <a:lnTo>
                    <a:pt x="4761" y="40481"/>
                  </a:lnTo>
                  <a:lnTo>
                    <a:pt x="9525" y="38100"/>
                  </a:lnTo>
                  <a:lnTo>
                    <a:pt x="14286" y="34527"/>
                  </a:lnTo>
                  <a:lnTo>
                    <a:pt x="20319" y="30956"/>
                  </a:lnTo>
                  <a:lnTo>
                    <a:pt x="23811" y="27383"/>
                  </a:lnTo>
                  <a:lnTo>
                    <a:pt x="27463" y="25002"/>
                  </a:lnTo>
                  <a:lnTo>
                    <a:pt x="27463" y="113140"/>
                  </a:lnTo>
                  <a:lnTo>
                    <a:pt x="41751" y="113140"/>
                  </a:lnTo>
                  <a:lnTo>
                    <a:pt x="41751"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635" name="Google Shape;2635;p115"/>
            <p:cNvPicPr preferRelativeResize="0"/>
            <p:nvPr/>
          </p:nvPicPr>
          <p:blipFill rotWithShape="1">
            <a:blip r:embed="rId5">
              <a:alphaModFix/>
            </a:blip>
            <a:srcRect/>
            <a:stretch/>
          </p:blipFill>
          <p:spPr>
            <a:xfrm>
              <a:off x="4346131" y="5490130"/>
              <a:ext cx="73819" cy="115521"/>
            </a:xfrm>
            <a:prstGeom prst="rect">
              <a:avLst/>
            </a:prstGeom>
            <a:noFill/>
            <a:ln>
              <a:noFill/>
            </a:ln>
          </p:spPr>
        </p:pic>
        <p:sp>
          <p:nvSpPr>
            <p:cNvPr id="2636" name="Google Shape;2636;p115"/>
            <p:cNvSpPr/>
            <p:nvPr/>
          </p:nvSpPr>
          <p:spPr>
            <a:xfrm>
              <a:off x="4440110" y="5453214"/>
              <a:ext cx="135890" cy="80010"/>
            </a:xfrm>
            <a:custGeom>
              <a:avLst/>
              <a:gdLst/>
              <a:ahLst/>
              <a:cxnLst/>
              <a:rect l="l" t="t" r="r" b="b"/>
              <a:pathLst>
                <a:path w="135889" h="80010" extrusionOk="0">
                  <a:moveTo>
                    <a:pt x="29845" y="45250"/>
                  </a:moveTo>
                  <a:lnTo>
                    <a:pt x="0" y="45250"/>
                  </a:lnTo>
                  <a:lnTo>
                    <a:pt x="0" y="55968"/>
                  </a:lnTo>
                  <a:lnTo>
                    <a:pt x="29845" y="55968"/>
                  </a:lnTo>
                  <a:lnTo>
                    <a:pt x="29845" y="45250"/>
                  </a:lnTo>
                  <a:close/>
                </a:path>
                <a:path w="135889" h="80010" extrusionOk="0">
                  <a:moveTo>
                    <a:pt x="75082" y="0"/>
                  </a:moveTo>
                  <a:lnTo>
                    <a:pt x="67945" y="0"/>
                  </a:lnTo>
                  <a:lnTo>
                    <a:pt x="66827" y="3568"/>
                  </a:lnTo>
                  <a:lnTo>
                    <a:pt x="56032" y="14287"/>
                  </a:lnTo>
                  <a:lnTo>
                    <a:pt x="51257" y="16662"/>
                  </a:lnTo>
                  <a:lnTo>
                    <a:pt x="45224" y="19050"/>
                  </a:lnTo>
                  <a:lnTo>
                    <a:pt x="45224" y="28587"/>
                  </a:lnTo>
                  <a:lnTo>
                    <a:pt x="47625" y="27393"/>
                  </a:lnTo>
                  <a:lnTo>
                    <a:pt x="51257" y="26200"/>
                  </a:lnTo>
                  <a:lnTo>
                    <a:pt x="56032" y="23825"/>
                  </a:lnTo>
                  <a:lnTo>
                    <a:pt x="59690" y="21437"/>
                  </a:lnTo>
                  <a:lnTo>
                    <a:pt x="64452" y="16662"/>
                  </a:lnTo>
                  <a:lnTo>
                    <a:pt x="64452" y="79794"/>
                  </a:lnTo>
                  <a:lnTo>
                    <a:pt x="75082" y="79794"/>
                  </a:lnTo>
                  <a:lnTo>
                    <a:pt x="75082" y="0"/>
                  </a:lnTo>
                  <a:close/>
                </a:path>
                <a:path w="135889" h="80010" extrusionOk="0">
                  <a:moveTo>
                    <a:pt x="135890" y="0"/>
                  </a:moveTo>
                  <a:lnTo>
                    <a:pt x="129857" y="0"/>
                  </a:lnTo>
                  <a:lnTo>
                    <a:pt x="128739" y="3568"/>
                  </a:lnTo>
                  <a:lnTo>
                    <a:pt x="121602" y="10706"/>
                  </a:lnTo>
                  <a:lnTo>
                    <a:pt x="116840" y="14287"/>
                  </a:lnTo>
                  <a:lnTo>
                    <a:pt x="107315" y="19050"/>
                  </a:lnTo>
                  <a:lnTo>
                    <a:pt x="107315" y="28587"/>
                  </a:lnTo>
                  <a:lnTo>
                    <a:pt x="109677" y="27393"/>
                  </a:lnTo>
                  <a:lnTo>
                    <a:pt x="113182" y="26200"/>
                  </a:lnTo>
                  <a:lnTo>
                    <a:pt x="116840" y="23825"/>
                  </a:lnTo>
                  <a:lnTo>
                    <a:pt x="121602" y="21437"/>
                  </a:lnTo>
                  <a:lnTo>
                    <a:pt x="126365" y="16662"/>
                  </a:lnTo>
                  <a:lnTo>
                    <a:pt x="126365" y="79794"/>
                  </a:lnTo>
                  <a:lnTo>
                    <a:pt x="135890" y="79794"/>
                  </a:lnTo>
                  <a:lnTo>
                    <a:pt x="135890"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637" name="Google Shape;2637;p115"/>
          <p:cNvGrpSpPr/>
          <p:nvPr/>
        </p:nvGrpSpPr>
        <p:grpSpPr>
          <a:xfrm>
            <a:off x="4768890" y="5453214"/>
            <a:ext cx="262253" cy="152437"/>
            <a:chOff x="4768890" y="5453214"/>
            <a:chExt cx="262253" cy="152437"/>
          </a:xfrm>
        </p:grpSpPr>
        <p:sp>
          <p:nvSpPr>
            <p:cNvPr id="2638" name="Google Shape;2638;p115"/>
            <p:cNvSpPr/>
            <p:nvPr/>
          </p:nvSpPr>
          <p:spPr>
            <a:xfrm>
              <a:off x="4768890" y="5490130"/>
              <a:ext cx="41910" cy="113664"/>
            </a:xfrm>
            <a:custGeom>
              <a:avLst/>
              <a:gdLst/>
              <a:ahLst/>
              <a:cxnLst/>
              <a:rect l="l" t="t" r="r" b="b"/>
              <a:pathLst>
                <a:path w="41910" h="113664" extrusionOk="0">
                  <a:moveTo>
                    <a:pt x="41593" y="0"/>
                  </a:moveTo>
                  <a:lnTo>
                    <a:pt x="33338" y="0"/>
                  </a:lnTo>
                  <a:lnTo>
                    <a:pt x="30956" y="4762"/>
                  </a:lnTo>
                  <a:lnTo>
                    <a:pt x="26193" y="9525"/>
                  </a:lnTo>
                  <a:lnTo>
                    <a:pt x="20161" y="14287"/>
                  </a:lnTo>
                  <a:lnTo>
                    <a:pt x="14287" y="20239"/>
                  </a:lnTo>
                  <a:lnTo>
                    <a:pt x="8255" y="25002"/>
                  </a:lnTo>
                  <a:lnTo>
                    <a:pt x="0" y="28575"/>
                  </a:lnTo>
                  <a:lnTo>
                    <a:pt x="0" y="41671"/>
                  </a:lnTo>
                  <a:lnTo>
                    <a:pt x="4762" y="40481"/>
                  </a:lnTo>
                  <a:lnTo>
                    <a:pt x="9525" y="38100"/>
                  </a:lnTo>
                  <a:lnTo>
                    <a:pt x="14287" y="34527"/>
                  </a:lnTo>
                  <a:lnTo>
                    <a:pt x="20161" y="30956"/>
                  </a:lnTo>
                  <a:lnTo>
                    <a:pt x="24923" y="27383"/>
                  </a:lnTo>
                  <a:lnTo>
                    <a:pt x="28575" y="25002"/>
                  </a:lnTo>
                  <a:lnTo>
                    <a:pt x="28575" y="113140"/>
                  </a:lnTo>
                  <a:lnTo>
                    <a:pt x="41593" y="113140"/>
                  </a:lnTo>
                  <a:lnTo>
                    <a:pt x="41593"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639" name="Google Shape;2639;p115"/>
            <p:cNvPicPr preferRelativeResize="0"/>
            <p:nvPr/>
          </p:nvPicPr>
          <p:blipFill rotWithShape="1">
            <a:blip r:embed="rId6">
              <a:alphaModFix/>
            </a:blip>
            <a:srcRect/>
            <a:stretch/>
          </p:blipFill>
          <p:spPr>
            <a:xfrm>
              <a:off x="4846204" y="5490130"/>
              <a:ext cx="73818" cy="115521"/>
            </a:xfrm>
            <a:prstGeom prst="rect">
              <a:avLst/>
            </a:prstGeom>
            <a:noFill/>
            <a:ln>
              <a:noFill/>
            </a:ln>
          </p:spPr>
        </p:pic>
        <p:sp>
          <p:nvSpPr>
            <p:cNvPr id="2640" name="Google Shape;2640;p115"/>
            <p:cNvSpPr/>
            <p:nvPr/>
          </p:nvSpPr>
          <p:spPr>
            <a:xfrm>
              <a:off x="4940338" y="5453214"/>
              <a:ext cx="90805" cy="81280"/>
            </a:xfrm>
            <a:custGeom>
              <a:avLst/>
              <a:gdLst/>
              <a:ahLst/>
              <a:cxnLst/>
              <a:rect l="l" t="t" r="r" b="b"/>
              <a:pathLst>
                <a:path w="90804" h="81279" extrusionOk="0">
                  <a:moveTo>
                    <a:pt x="29845" y="45250"/>
                  </a:moveTo>
                  <a:lnTo>
                    <a:pt x="0" y="45250"/>
                  </a:lnTo>
                  <a:lnTo>
                    <a:pt x="0" y="55968"/>
                  </a:lnTo>
                  <a:lnTo>
                    <a:pt x="29845" y="55968"/>
                  </a:lnTo>
                  <a:lnTo>
                    <a:pt x="29845" y="45250"/>
                  </a:lnTo>
                  <a:close/>
                </a:path>
                <a:path w="90804" h="81279" extrusionOk="0">
                  <a:moveTo>
                    <a:pt x="90487" y="28587"/>
                  </a:moveTo>
                  <a:lnTo>
                    <a:pt x="79857" y="5194"/>
                  </a:lnTo>
                  <a:lnTo>
                    <a:pt x="79857" y="20256"/>
                  </a:lnTo>
                  <a:lnTo>
                    <a:pt x="79857" y="30962"/>
                  </a:lnTo>
                  <a:lnTo>
                    <a:pt x="77470" y="35725"/>
                  </a:lnTo>
                  <a:lnTo>
                    <a:pt x="72707" y="42875"/>
                  </a:lnTo>
                  <a:lnTo>
                    <a:pt x="67945" y="44069"/>
                  </a:lnTo>
                  <a:lnTo>
                    <a:pt x="59537" y="44069"/>
                  </a:lnTo>
                  <a:lnTo>
                    <a:pt x="56045" y="42875"/>
                  </a:lnTo>
                  <a:lnTo>
                    <a:pt x="52387" y="39306"/>
                  </a:lnTo>
                  <a:lnTo>
                    <a:pt x="48895" y="35725"/>
                  </a:lnTo>
                  <a:lnTo>
                    <a:pt x="47625" y="32156"/>
                  </a:lnTo>
                  <a:lnTo>
                    <a:pt x="47625" y="21437"/>
                  </a:lnTo>
                  <a:lnTo>
                    <a:pt x="50012" y="16662"/>
                  </a:lnTo>
                  <a:lnTo>
                    <a:pt x="52387" y="13093"/>
                  </a:lnTo>
                  <a:lnTo>
                    <a:pt x="56045" y="9525"/>
                  </a:lnTo>
                  <a:lnTo>
                    <a:pt x="59537" y="7137"/>
                  </a:lnTo>
                  <a:lnTo>
                    <a:pt x="67945" y="7137"/>
                  </a:lnTo>
                  <a:lnTo>
                    <a:pt x="71437" y="9525"/>
                  </a:lnTo>
                  <a:lnTo>
                    <a:pt x="75095" y="13093"/>
                  </a:lnTo>
                  <a:lnTo>
                    <a:pt x="77470" y="15468"/>
                  </a:lnTo>
                  <a:lnTo>
                    <a:pt x="79857" y="20256"/>
                  </a:lnTo>
                  <a:lnTo>
                    <a:pt x="79857" y="5194"/>
                  </a:lnTo>
                  <a:lnTo>
                    <a:pt x="77470" y="3568"/>
                  </a:lnTo>
                  <a:lnTo>
                    <a:pt x="72707" y="1181"/>
                  </a:lnTo>
                  <a:lnTo>
                    <a:pt x="67945" y="0"/>
                  </a:lnTo>
                  <a:lnTo>
                    <a:pt x="56045" y="0"/>
                  </a:lnTo>
                  <a:lnTo>
                    <a:pt x="50012" y="2374"/>
                  </a:lnTo>
                  <a:lnTo>
                    <a:pt x="40487" y="11899"/>
                  </a:lnTo>
                  <a:lnTo>
                    <a:pt x="38100" y="17856"/>
                  </a:lnTo>
                  <a:lnTo>
                    <a:pt x="38100" y="34544"/>
                  </a:lnTo>
                  <a:lnTo>
                    <a:pt x="40487" y="40487"/>
                  </a:lnTo>
                  <a:lnTo>
                    <a:pt x="45250" y="45250"/>
                  </a:lnTo>
                  <a:lnTo>
                    <a:pt x="48895" y="50012"/>
                  </a:lnTo>
                  <a:lnTo>
                    <a:pt x="54775" y="52400"/>
                  </a:lnTo>
                  <a:lnTo>
                    <a:pt x="65570" y="52400"/>
                  </a:lnTo>
                  <a:lnTo>
                    <a:pt x="69062" y="51206"/>
                  </a:lnTo>
                  <a:lnTo>
                    <a:pt x="72707" y="50012"/>
                  </a:lnTo>
                  <a:lnTo>
                    <a:pt x="76200" y="47637"/>
                  </a:lnTo>
                  <a:lnTo>
                    <a:pt x="78587" y="45250"/>
                  </a:lnTo>
                  <a:lnTo>
                    <a:pt x="79362" y="44069"/>
                  </a:lnTo>
                  <a:lnTo>
                    <a:pt x="80962" y="41681"/>
                  </a:lnTo>
                  <a:lnTo>
                    <a:pt x="80962" y="47637"/>
                  </a:lnTo>
                  <a:lnTo>
                    <a:pt x="79857" y="52400"/>
                  </a:lnTo>
                  <a:lnTo>
                    <a:pt x="78587" y="55968"/>
                  </a:lnTo>
                  <a:lnTo>
                    <a:pt x="77470" y="59537"/>
                  </a:lnTo>
                  <a:lnTo>
                    <a:pt x="76200" y="63119"/>
                  </a:lnTo>
                  <a:lnTo>
                    <a:pt x="75095" y="65493"/>
                  </a:lnTo>
                  <a:lnTo>
                    <a:pt x="73825" y="67881"/>
                  </a:lnTo>
                  <a:lnTo>
                    <a:pt x="71437" y="69062"/>
                  </a:lnTo>
                  <a:lnTo>
                    <a:pt x="70332" y="70256"/>
                  </a:lnTo>
                  <a:lnTo>
                    <a:pt x="67945" y="72644"/>
                  </a:lnTo>
                  <a:lnTo>
                    <a:pt x="58420" y="72644"/>
                  </a:lnTo>
                  <a:lnTo>
                    <a:pt x="53657" y="70256"/>
                  </a:lnTo>
                  <a:lnTo>
                    <a:pt x="51282" y="67881"/>
                  </a:lnTo>
                  <a:lnTo>
                    <a:pt x="50012" y="64300"/>
                  </a:lnTo>
                  <a:lnTo>
                    <a:pt x="48895" y="60731"/>
                  </a:lnTo>
                  <a:lnTo>
                    <a:pt x="39370" y="60731"/>
                  </a:lnTo>
                  <a:lnTo>
                    <a:pt x="40487" y="67881"/>
                  </a:lnTo>
                  <a:lnTo>
                    <a:pt x="42862" y="72644"/>
                  </a:lnTo>
                  <a:lnTo>
                    <a:pt x="46520" y="75018"/>
                  </a:lnTo>
                  <a:lnTo>
                    <a:pt x="50012" y="78587"/>
                  </a:lnTo>
                  <a:lnTo>
                    <a:pt x="56045" y="80987"/>
                  </a:lnTo>
                  <a:lnTo>
                    <a:pt x="67945" y="80987"/>
                  </a:lnTo>
                  <a:lnTo>
                    <a:pt x="73583" y="72644"/>
                  </a:lnTo>
                  <a:lnTo>
                    <a:pt x="90487" y="47637"/>
                  </a:lnTo>
                  <a:lnTo>
                    <a:pt x="90487" y="41681"/>
                  </a:lnTo>
                  <a:lnTo>
                    <a:pt x="90487" y="28587"/>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641" name="Google Shape;2641;p115"/>
          <p:cNvGrpSpPr/>
          <p:nvPr/>
        </p:nvGrpSpPr>
        <p:grpSpPr>
          <a:xfrm>
            <a:off x="5238007" y="5453214"/>
            <a:ext cx="261131" cy="151246"/>
            <a:chOff x="5238007" y="5453214"/>
            <a:chExt cx="261131" cy="151246"/>
          </a:xfrm>
        </p:grpSpPr>
        <p:sp>
          <p:nvSpPr>
            <p:cNvPr id="2642" name="Google Shape;2642;p115"/>
            <p:cNvSpPr/>
            <p:nvPr/>
          </p:nvSpPr>
          <p:spPr>
            <a:xfrm>
              <a:off x="5238007" y="5487748"/>
              <a:ext cx="41910" cy="114935"/>
            </a:xfrm>
            <a:custGeom>
              <a:avLst/>
              <a:gdLst/>
              <a:ahLst/>
              <a:cxnLst/>
              <a:rect l="l" t="t" r="r" b="b"/>
              <a:pathLst>
                <a:path w="41910" h="114935" extrusionOk="0">
                  <a:moveTo>
                    <a:pt x="41751" y="0"/>
                  </a:moveTo>
                  <a:lnTo>
                    <a:pt x="32226" y="0"/>
                  </a:lnTo>
                  <a:lnTo>
                    <a:pt x="29844" y="5953"/>
                  </a:lnTo>
                  <a:lnTo>
                    <a:pt x="26193" y="10714"/>
                  </a:lnTo>
                  <a:lnTo>
                    <a:pt x="20319" y="15478"/>
                  </a:lnTo>
                  <a:lnTo>
                    <a:pt x="14286" y="21431"/>
                  </a:lnTo>
                  <a:lnTo>
                    <a:pt x="0" y="28575"/>
                  </a:lnTo>
                  <a:lnTo>
                    <a:pt x="0" y="42862"/>
                  </a:lnTo>
                  <a:lnTo>
                    <a:pt x="3651" y="40481"/>
                  </a:lnTo>
                  <a:lnTo>
                    <a:pt x="8412" y="38100"/>
                  </a:lnTo>
                  <a:lnTo>
                    <a:pt x="14286" y="35718"/>
                  </a:lnTo>
                  <a:lnTo>
                    <a:pt x="23811" y="28575"/>
                  </a:lnTo>
                  <a:lnTo>
                    <a:pt x="27463" y="26193"/>
                  </a:lnTo>
                  <a:lnTo>
                    <a:pt x="27463" y="114331"/>
                  </a:lnTo>
                  <a:lnTo>
                    <a:pt x="41751" y="114331"/>
                  </a:lnTo>
                  <a:lnTo>
                    <a:pt x="41751"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643" name="Google Shape;2643;p115"/>
            <p:cNvPicPr preferRelativeResize="0"/>
            <p:nvPr/>
          </p:nvPicPr>
          <p:blipFill rotWithShape="1">
            <a:blip r:embed="rId7">
              <a:alphaModFix/>
            </a:blip>
            <a:srcRect/>
            <a:stretch/>
          </p:blipFill>
          <p:spPr>
            <a:xfrm>
              <a:off x="5315478" y="5487748"/>
              <a:ext cx="73819" cy="116712"/>
            </a:xfrm>
            <a:prstGeom prst="rect">
              <a:avLst/>
            </a:prstGeom>
            <a:noFill/>
            <a:ln>
              <a:noFill/>
            </a:ln>
          </p:spPr>
        </p:pic>
        <p:sp>
          <p:nvSpPr>
            <p:cNvPr id="2644" name="Google Shape;2644;p115"/>
            <p:cNvSpPr/>
            <p:nvPr/>
          </p:nvSpPr>
          <p:spPr>
            <a:xfrm>
              <a:off x="5408333" y="5453214"/>
              <a:ext cx="90805" cy="78740"/>
            </a:xfrm>
            <a:custGeom>
              <a:avLst/>
              <a:gdLst/>
              <a:ahLst/>
              <a:cxnLst/>
              <a:rect l="l" t="t" r="r" b="b"/>
              <a:pathLst>
                <a:path w="90804" h="78739" extrusionOk="0">
                  <a:moveTo>
                    <a:pt x="30949" y="44069"/>
                  </a:moveTo>
                  <a:lnTo>
                    <a:pt x="0" y="44069"/>
                  </a:lnTo>
                  <a:lnTo>
                    <a:pt x="0" y="53594"/>
                  </a:lnTo>
                  <a:lnTo>
                    <a:pt x="30949" y="53594"/>
                  </a:lnTo>
                  <a:lnTo>
                    <a:pt x="30949" y="44069"/>
                  </a:lnTo>
                  <a:close/>
                </a:path>
                <a:path w="90804" h="78739" extrusionOk="0">
                  <a:moveTo>
                    <a:pt x="90500" y="0"/>
                  </a:moveTo>
                  <a:lnTo>
                    <a:pt x="39382" y="0"/>
                  </a:lnTo>
                  <a:lnTo>
                    <a:pt x="39382" y="9525"/>
                  </a:lnTo>
                  <a:lnTo>
                    <a:pt x="78574" y="9525"/>
                  </a:lnTo>
                  <a:lnTo>
                    <a:pt x="72707" y="14287"/>
                  </a:lnTo>
                  <a:lnTo>
                    <a:pt x="67957" y="21437"/>
                  </a:lnTo>
                  <a:lnTo>
                    <a:pt x="64287" y="29781"/>
                  </a:lnTo>
                  <a:lnTo>
                    <a:pt x="60972" y="36042"/>
                  </a:lnTo>
                  <a:lnTo>
                    <a:pt x="58089" y="42430"/>
                  </a:lnTo>
                  <a:lnTo>
                    <a:pt x="55651" y="49034"/>
                  </a:lnTo>
                  <a:lnTo>
                    <a:pt x="51269" y="64300"/>
                  </a:lnTo>
                  <a:lnTo>
                    <a:pt x="49999" y="71450"/>
                  </a:lnTo>
                  <a:lnTo>
                    <a:pt x="49999" y="78587"/>
                  </a:lnTo>
                  <a:lnTo>
                    <a:pt x="60794" y="78587"/>
                  </a:lnTo>
                  <a:lnTo>
                    <a:pt x="60794" y="70256"/>
                  </a:lnTo>
                  <a:lnTo>
                    <a:pt x="61912" y="63119"/>
                  </a:lnTo>
                  <a:lnTo>
                    <a:pt x="64287" y="55968"/>
                  </a:lnTo>
                  <a:lnTo>
                    <a:pt x="66319" y="49009"/>
                  </a:lnTo>
                  <a:lnTo>
                    <a:pt x="68795" y="42278"/>
                  </a:lnTo>
                  <a:lnTo>
                    <a:pt x="71729" y="35547"/>
                  </a:lnTo>
                  <a:lnTo>
                    <a:pt x="75082" y="28587"/>
                  </a:lnTo>
                  <a:lnTo>
                    <a:pt x="86906" y="11836"/>
                  </a:lnTo>
                  <a:lnTo>
                    <a:pt x="90500" y="7137"/>
                  </a:lnTo>
                  <a:lnTo>
                    <a:pt x="90500"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645" name="Google Shape;2645;p115"/>
          <p:cNvGrpSpPr/>
          <p:nvPr/>
        </p:nvGrpSpPr>
        <p:grpSpPr>
          <a:xfrm>
            <a:off x="5706011" y="5453214"/>
            <a:ext cx="262417" cy="151246"/>
            <a:chOff x="5706011" y="5453214"/>
            <a:chExt cx="262417" cy="151246"/>
          </a:xfrm>
        </p:grpSpPr>
        <p:sp>
          <p:nvSpPr>
            <p:cNvPr id="2646" name="Google Shape;2646;p115"/>
            <p:cNvSpPr/>
            <p:nvPr/>
          </p:nvSpPr>
          <p:spPr>
            <a:xfrm>
              <a:off x="5706011" y="5487748"/>
              <a:ext cx="41910" cy="114935"/>
            </a:xfrm>
            <a:custGeom>
              <a:avLst/>
              <a:gdLst/>
              <a:ahLst/>
              <a:cxnLst/>
              <a:rect l="l" t="t" r="r" b="b"/>
              <a:pathLst>
                <a:path w="41910" h="114935" extrusionOk="0">
                  <a:moveTo>
                    <a:pt x="41752" y="0"/>
                  </a:moveTo>
                  <a:lnTo>
                    <a:pt x="33337" y="0"/>
                  </a:lnTo>
                  <a:lnTo>
                    <a:pt x="30956" y="5953"/>
                  </a:lnTo>
                  <a:lnTo>
                    <a:pt x="26193" y="10714"/>
                  </a:lnTo>
                  <a:lnTo>
                    <a:pt x="20320" y="15478"/>
                  </a:lnTo>
                  <a:lnTo>
                    <a:pt x="14287" y="21431"/>
                  </a:lnTo>
                  <a:lnTo>
                    <a:pt x="8412" y="25003"/>
                  </a:lnTo>
                  <a:lnTo>
                    <a:pt x="0" y="28575"/>
                  </a:lnTo>
                  <a:lnTo>
                    <a:pt x="0" y="42862"/>
                  </a:lnTo>
                  <a:lnTo>
                    <a:pt x="14287" y="35718"/>
                  </a:lnTo>
                  <a:lnTo>
                    <a:pt x="20320" y="32146"/>
                  </a:lnTo>
                  <a:lnTo>
                    <a:pt x="28575" y="26193"/>
                  </a:lnTo>
                  <a:lnTo>
                    <a:pt x="28575" y="114331"/>
                  </a:lnTo>
                  <a:lnTo>
                    <a:pt x="41752" y="114331"/>
                  </a:lnTo>
                  <a:lnTo>
                    <a:pt x="41752"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647" name="Google Shape;2647;p115"/>
            <p:cNvPicPr preferRelativeResize="0"/>
            <p:nvPr/>
          </p:nvPicPr>
          <p:blipFill rotWithShape="1">
            <a:blip r:embed="rId8">
              <a:alphaModFix/>
            </a:blip>
            <a:srcRect/>
            <a:stretch/>
          </p:blipFill>
          <p:spPr>
            <a:xfrm>
              <a:off x="5783482" y="5487748"/>
              <a:ext cx="73819" cy="116712"/>
            </a:xfrm>
            <a:prstGeom prst="rect">
              <a:avLst/>
            </a:prstGeom>
            <a:noFill/>
            <a:ln>
              <a:noFill/>
            </a:ln>
          </p:spPr>
        </p:pic>
        <p:sp>
          <p:nvSpPr>
            <p:cNvPr id="2648" name="Google Shape;2648;p115"/>
            <p:cNvSpPr/>
            <p:nvPr/>
          </p:nvSpPr>
          <p:spPr>
            <a:xfrm>
              <a:off x="5877623" y="5453214"/>
              <a:ext cx="90805" cy="80010"/>
            </a:xfrm>
            <a:custGeom>
              <a:avLst/>
              <a:gdLst/>
              <a:ahLst/>
              <a:cxnLst/>
              <a:rect l="l" t="t" r="r" b="b"/>
              <a:pathLst>
                <a:path w="90804" h="80010" extrusionOk="0">
                  <a:moveTo>
                    <a:pt x="29667" y="44069"/>
                  </a:moveTo>
                  <a:lnTo>
                    <a:pt x="0" y="44069"/>
                  </a:lnTo>
                  <a:lnTo>
                    <a:pt x="0" y="53594"/>
                  </a:lnTo>
                  <a:lnTo>
                    <a:pt x="29667" y="53594"/>
                  </a:lnTo>
                  <a:lnTo>
                    <a:pt x="29667" y="44069"/>
                  </a:lnTo>
                  <a:close/>
                </a:path>
                <a:path w="90804" h="80010" extrusionOk="0">
                  <a:moveTo>
                    <a:pt x="90487" y="44069"/>
                  </a:moveTo>
                  <a:lnTo>
                    <a:pt x="88099" y="36918"/>
                  </a:lnTo>
                  <a:lnTo>
                    <a:pt x="78562" y="27393"/>
                  </a:lnTo>
                  <a:lnTo>
                    <a:pt x="72542" y="25019"/>
                  </a:lnTo>
                  <a:lnTo>
                    <a:pt x="60642" y="25019"/>
                  </a:lnTo>
                  <a:lnTo>
                    <a:pt x="51117" y="29781"/>
                  </a:lnTo>
                  <a:lnTo>
                    <a:pt x="54762" y="9525"/>
                  </a:lnTo>
                  <a:lnTo>
                    <a:pt x="86829" y="9525"/>
                  </a:lnTo>
                  <a:lnTo>
                    <a:pt x="86829" y="0"/>
                  </a:lnTo>
                  <a:lnTo>
                    <a:pt x="47625" y="0"/>
                  </a:lnTo>
                  <a:lnTo>
                    <a:pt x="39192" y="40487"/>
                  </a:lnTo>
                  <a:lnTo>
                    <a:pt x="48717" y="41681"/>
                  </a:lnTo>
                  <a:lnTo>
                    <a:pt x="49987" y="39306"/>
                  </a:lnTo>
                  <a:lnTo>
                    <a:pt x="52387" y="38112"/>
                  </a:lnTo>
                  <a:lnTo>
                    <a:pt x="54762" y="35725"/>
                  </a:lnTo>
                  <a:lnTo>
                    <a:pt x="57150" y="34544"/>
                  </a:lnTo>
                  <a:lnTo>
                    <a:pt x="67767" y="34544"/>
                  </a:lnTo>
                  <a:lnTo>
                    <a:pt x="72542" y="35725"/>
                  </a:lnTo>
                  <a:lnTo>
                    <a:pt x="74930" y="39306"/>
                  </a:lnTo>
                  <a:lnTo>
                    <a:pt x="78562" y="41681"/>
                  </a:lnTo>
                  <a:lnTo>
                    <a:pt x="79692" y="46443"/>
                  </a:lnTo>
                  <a:lnTo>
                    <a:pt x="79692" y="58356"/>
                  </a:lnTo>
                  <a:lnTo>
                    <a:pt x="78562" y="61925"/>
                  </a:lnTo>
                  <a:lnTo>
                    <a:pt x="74930" y="65493"/>
                  </a:lnTo>
                  <a:lnTo>
                    <a:pt x="72542" y="69062"/>
                  </a:lnTo>
                  <a:lnTo>
                    <a:pt x="67767" y="71450"/>
                  </a:lnTo>
                  <a:lnTo>
                    <a:pt x="59512" y="71450"/>
                  </a:lnTo>
                  <a:lnTo>
                    <a:pt x="55880" y="70256"/>
                  </a:lnTo>
                  <a:lnTo>
                    <a:pt x="53492" y="67881"/>
                  </a:lnTo>
                  <a:lnTo>
                    <a:pt x="49987" y="65493"/>
                  </a:lnTo>
                  <a:lnTo>
                    <a:pt x="48717" y="61925"/>
                  </a:lnTo>
                  <a:lnTo>
                    <a:pt x="47625" y="55968"/>
                  </a:lnTo>
                  <a:lnTo>
                    <a:pt x="38100" y="57162"/>
                  </a:lnTo>
                  <a:lnTo>
                    <a:pt x="38100" y="64300"/>
                  </a:lnTo>
                  <a:lnTo>
                    <a:pt x="40462" y="69062"/>
                  </a:lnTo>
                  <a:lnTo>
                    <a:pt x="45237" y="73825"/>
                  </a:lnTo>
                  <a:lnTo>
                    <a:pt x="49987" y="77406"/>
                  </a:lnTo>
                  <a:lnTo>
                    <a:pt x="55880" y="79794"/>
                  </a:lnTo>
                  <a:lnTo>
                    <a:pt x="72542" y="79794"/>
                  </a:lnTo>
                  <a:lnTo>
                    <a:pt x="78562" y="76212"/>
                  </a:lnTo>
                  <a:lnTo>
                    <a:pt x="84455" y="70256"/>
                  </a:lnTo>
                  <a:lnTo>
                    <a:pt x="88099" y="64300"/>
                  </a:lnTo>
                  <a:lnTo>
                    <a:pt x="90487" y="58356"/>
                  </a:lnTo>
                  <a:lnTo>
                    <a:pt x="90487" y="44069"/>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649" name="Google Shape;2649;p115"/>
          <p:cNvGrpSpPr/>
          <p:nvPr/>
        </p:nvGrpSpPr>
        <p:grpSpPr>
          <a:xfrm>
            <a:off x="6175286" y="5453214"/>
            <a:ext cx="261137" cy="152437"/>
            <a:chOff x="6175286" y="5453214"/>
            <a:chExt cx="261137" cy="152437"/>
          </a:xfrm>
        </p:grpSpPr>
        <p:sp>
          <p:nvSpPr>
            <p:cNvPr id="2650" name="Google Shape;2650;p115"/>
            <p:cNvSpPr/>
            <p:nvPr/>
          </p:nvSpPr>
          <p:spPr>
            <a:xfrm>
              <a:off x="6175286" y="5490130"/>
              <a:ext cx="41910" cy="113664"/>
            </a:xfrm>
            <a:custGeom>
              <a:avLst/>
              <a:gdLst/>
              <a:ahLst/>
              <a:cxnLst/>
              <a:rect l="l" t="t" r="r" b="b"/>
              <a:pathLst>
                <a:path w="41910" h="113664" extrusionOk="0">
                  <a:moveTo>
                    <a:pt x="41592" y="0"/>
                  </a:moveTo>
                  <a:lnTo>
                    <a:pt x="32067" y="0"/>
                  </a:lnTo>
                  <a:lnTo>
                    <a:pt x="29686" y="4762"/>
                  </a:lnTo>
                  <a:lnTo>
                    <a:pt x="26193" y="9525"/>
                  </a:lnTo>
                  <a:lnTo>
                    <a:pt x="20161" y="14287"/>
                  </a:lnTo>
                  <a:lnTo>
                    <a:pt x="14286" y="20239"/>
                  </a:lnTo>
                  <a:lnTo>
                    <a:pt x="7142" y="25002"/>
                  </a:lnTo>
                  <a:lnTo>
                    <a:pt x="0" y="28575"/>
                  </a:lnTo>
                  <a:lnTo>
                    <a:pt x="0" y="41671"/>
                  </a:lnTo>
                  <a:lnTo>
                    <a:pt x="3491" y="40481"/>
                  </a:lnTo>
                  <a:lnTo>
                    <a:pt x="8254" y="38100"/>
                  </a:lnTo>
                  <a:lnTo>
                    <a:pt x="14286" y="34527"/>
                  </a:lnTo>
                  <a:lnTo>
                    <a:pt x="27304" y="25002"/>
                  </a:lnTo>
                  <a:lnTo>
                    <a:pt x="27304" y="113140"/>
                  </a:lnTo>
                  <a:lnTo>
                    <a:pt x="41592" y="113140"/>
                  </a:lnTo>
                  <a:lnTo>
                    <a:pt x="41592"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651" name="Google Shape;2651;p115"/>
            <p:cNvPicPr preferRelativeResize="0"/>
            <p:nvPr/>
          </p:nvPicPr>
          <p:blipFill rotWithShape="1">
            <a:blip r:embed="rId9">
              <a:alphaModFix/>
            </a:blip>
            <a:srcRect/>
            <a:stretch/>
          </p:blipFill>
          <p:spPr>
            <a:xfrm>
              <a:off x="6252597" y="5490130"/>
              <a:ext cx="73819" cy="115521"/>
            </a:xfrm>
            <a:prstGeom prst="rect">
              <a:avLst/>
            </a:prstGeom>
            <a:noFill/>
            <a:ln>
              <a:noFill/>
            </a:ln>
          </p:spPr>
        </p:pic>
        <p:sp>
          <p:nvSpPr>
            <p:cNvPr id="2652" name="Google Shape;2652;p115"/>
            <p:cNvSpPr/>
            <p:nvPr/>
          </p:nvSpPr>
          <p:spPr>
            <a:xfrm>
              <a:off x="6345618" y="5453214"/>
              <a:ext cx="90805" cy="81280"/>
            </a:xfrm>
            <a:custGeom>
              <a:avLst/>
              <a:gdLst/>
              <a:ahLst/>
              <a:cxnLst/>
              <a:rect l="l" t="t" r="r" b="b"/>
              <a:pathLst>
                <a:path w="90804" h="81279" extrusionOk="0">
                  <a:moveTo>
                    <a:pt x="30949" y="45250"/>
                  </a:moveTo>
                  <a:lnTo>
                    <a:pt x="0" y="45250"/>
                  </a:lnTo>
                  <a:lnTo>
                    <a:pt x="0" y="55968"/>
                  </a:lnTo>
                  <a:lnTo>
                    <a:pt x="30949" y="55968"/>
                  </a:lnTo>
                  <a:lnTo>
                    <a:pt x="30949" y="45250"/>
                  </a:lnTo>
                  <a:close/>
                </a:path>
                <a:path w="90804" h="81279" extrusionOk="0">
                  <a:moveTo>
                    <a:pt x="90487" y="51206"/>
                  </a:moveTo>
                  <a:lnTo>
                    <a:pt x="89217" y="46443"/>
                  </a:lnTo>
                  <a:lnTo>
                    <a:pt x="84455" y="39306"/>
                  </a:lnTo>
                  <a:lnTo>
                    <a:pt x="80962" y="36918"/>
                  </a:lnTo>
                  <a:lnTo>
                    <a:pt x="76200" y="36918"/>
                  </a:lnTo>
                  <a:lnTo>
                    <a:pt x="79692" y="34544"/>
                  </a:lnTo>
                  <a:lnTo>
                    <a:pt x="84455" y="29781"/>
                  </a:lnTo>
                  <a:lnTo>
                    <a:pt x="85725" y="27393"/>
                  </a:lnTo>
                  <a:lnTo>
                    <a:pt x="86842" y="23825"/>
                  </a:lnTo>
                  <a:lnTo>
                    <a:pt x="86842" y="16662"/>
                  </a:lnTo>
                  <a:lnTo>
                    <a:pt x="85725" y="13093"/>
                  </a:lnTo>
                  <a:lnTo>
                    <a:pt x="83350" y="9525"/>
                  </a:lnTo>
                  <a:lnTo>
                    <a:pt x="82080" y="7137"/>
                  </a:lnTo>
                  <a:lnTo>
                    <a:pt x="71437" y="0"/>
                  </a:lnTo>
                  <a:lnTo>
                    <a:pt x="57150" y="0"/>
                  </a:lnTo>
                  <a:lnTo>
                    <a:pt x="52387" y="1181"/>
                  </a:lnTo>
                  <a:lnTo>
                    <a:pt x="42862" y="8331"/>
                  </a:lnTo>
                  <a:lnTo>
                    <a:pt x="40487" y="13093"/>
                  </a:lnTo>
                  <a:lnTo>
                    <a:pt x="39217" y="20256"/>
                  </a:lnTo>
                  <a:lnTo>
                    <a:pt x="48742" y="21437"/>
                  </a:lnTo>
                  <a:lnTo>
                    <a:pt x="50012" y="16662"/>
                  </a:lnTo>
                  <a:lnTo>
                    <a:pt x="51117" y="13093"/>
                  </a:lnTo>
                  <a:lnTo>
                    <a:pt x="53505" y="10706"/>
                  </a:lnTo>
                  <a:lnTo>
                    <a:pt x="57150" y="8331"/>
                  </a:lnTo>
                  <a:lnTo>
                    <a:pt x="59537" y="7137"/>
                  </a:lnTo>
                  <a:lnTo>
                    <a:pt x="67792" y="7137"/>
                  </a:lnTo>
                  <a:lnTo>
                    <a:pt x="70167" y="8331"/>
                  </a:lnTo>
                  <a:lnTo>
                    <a:pt x="74930" y="13093"/>
                  </a:lnTo>
                  <a:lnTo>
                    <a:pt x="76200" y="16662"/>
                  </a:lnTo>
                  <a:lnTo>
                    <a:pt x="76200" y="25019"/>
                  </a:lnTo>
                  <a:lnTo>
                    <a:pt x="74930" y="27393"/>
                  </a:lnTo>
                  <a:lnTo>
                    <a:pt x="67792" y="32156"/>
                  </a:lnTo>
                  <a:lnTo>
                    <a:pt x="64300" y="33350"/>
                  </a:lnTo>
                  <a:lnTo>
                    <a:pt x="58267" y="33350"/>
                  </a:lnTo>
                  <a:lnTo>
                    <a:pt x="57150" y="41681"/>
                  </a:lnTo>
                  <a:lnTo>
                    <a:pt x="60642" y="41681"/>
                  </a:lnTo>
                  <a:lnTo>
                    <a:pt x="63030" y="40487"/>
                  </a:lnTo>
                  <a:lnTo>
                    <a:pt x="69062" y="40487"/>
                  </a:lnTo>
                  <a:lnTo>
                    <a:pt x="72555" y="41681"/>
                  </a:lnTo>
                  <a:lnTo>
                    <a:pt x="78587" y="47637"/>
                  </a:lnTo>
                  <a:lnTo>
                    <a:pt x="79692" y="51206"/>
                  </a:lnTo>
                  <a:lnTo>
                    <a:pt x="79692" y="60731"/>
                  </a:lnTo>
                  <a:lnTo>
                    <a:pt x="78587" y="64300"/>
                  </a:lnTo>
                  <a:lnTo>
                    <a:pt x="74930" y="67881"/>
                  </a:lnTo>
                  <a:lnTo>
                    <a:pt x="72555" y="71450"/>
                  </a:lnTo>
                  <a:lnTo>
                    <a:pt x="67792" y="72644"/>
                  </a:lnTo>
                  <a:lnTo>
                    <a:pt x="59537" y="72644"/>
                  </a:lnTo>
                  <a:lnTo>
                    <a:pt x="57150" y="71450"/>
                  </a:lnTo>
                  <a:lnTo>
                    <a:pt x="53505" y="69062"/>
                  </a:lnTo>
                  <a:lnTo>
                    <a:pt x="51117" y="66687"/>
                  </a:lnTo>
                  <a:lnTo>
                    <a:pt x="48742" y="63119"/>
                  </a:lnTo>
                  <a:lnTo>
                    <a:pt x="48742" y="57162"/>
                  </a:lnTo>
                  <a:lnTo>
                    <a:pt x="38100" y="58356"/>
                  </a:lnTo>
                  <a:lnTo>
                    <a:pt x="57150" y="80987"/>
                  </a:lnTo>
                  <a:lnTo>
                    <a:pt x="71437" y="80987"/>
                  </a:lnTo>
                  <a:lnTo>
                    <a:pt x="77317" y="78587"/>
                  </a:lnTo>
                  <a:lnTo>
                    <a:pt x="83350" y="73825"/>
                  </a:lnTo>
                  <a:lnTo>
                    <a:pt x="88112" y="69062"/>
                  </a:lnTo>
                  <a:lnTo>
                    <a:pt x="90487" y="63119"/>
                  </a:lnTo>
                  <a:lnTo>
                    <a:pt x="90487" y="51206"/>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653" name="Google Shape;2653;p115"/>
          <p:cNvGrpSpPr/>
          <p:nvPr/>
        </p:nvGrpSpPr>
        <p:grpSpPr>
          <a:xfrm>
            <a:off x="6643289" y="5453214"/>
            <a:ext cx="247019" cy="152437"/>
            <a:chOff x="6643289" y="5453214"/>
            <a:chExt cx="247019" cy="152437"/>
          </a:xfrm>
        </p:grpSpPr>
        <p:sp>
          <p:nvSpPr>
            <p:cNvPr id="2654" name="Google Shape;2654;p115"/>
            <p:cNvSpPr/>
            <p:nvPr/>
          </p:nvSpPr>
          <p:spPr>
            <a:xfrm>
              <a:off x="6643289" y="5490130"/>
              <a:ext cx="41910" cy="113664"/>
            </a:xfrm>
            <a:custGeom>
              <a:avLst/>
              <a:gdLst/>
              <a:ahLst/>
              <a:cxnLst/>
              <a:rect l="l" t="t" r="r" b="b"/>
              <a:pathLst>
                <a:path w="41909" h="113664" extrusionOk="0">
                  <a:moveTo>
                    <a:pt x="41593" y="0"/>
                  </a:moveTo>
                  <a:lnTo>
                    <a:pt x="33338" y="0"/>
                  </a:lnTo>
                  <a:lnTo>
                    <a:pt x="30956" y="4762"/>
                  </a:lnTo>
                  <a:lnTo>
                    <a:pt x="26195" y="9525"/>
                  </a:lnTo>
                  <a:lnTo>
                    <a:pt x="20161" y="14287"/>
                  </a:lnTo>
                  <a:lnTo>
                    <a:pt x="14287" y="20239"/>
                  </a:lnTo>
                  <a:lnTo>
                    <a:pt x="8254" y="25002"/>
                  </a:lnTo>
                  <a:lnTo>
                    <a:pt x="0" y="28575"/>
                  </a:lnTo>
                  <a:lnTo>
                    <a:pt x="0" y="41671"/>
                  </a:lnTo>
                  <a:lnTo>
                    <a:pt x="4762" y="40481"/>
                  </a:lnTo>
                  <a:lnTo>
                    <a:pt x="9525" y="38100"/>
                  </a:lnTo>
                  <a:lnTo>
                    <a:pt x="14287" y="34527"/>
                  </a:lnTo>
                  <a:lnTo>
                    <a:pt x="20161" y="30956"/>
                  </a:lnTo>
                  <a:lnTo>
                    <a:pt x="24925" y="27383"/>
                  </a:lnTo>
                  <a:lnTo>
                    <a:pt x="28576" y="25002"/>
                  </a:lnTo>
                  <a:lnTo>
                    <a:pt x="28576" y="113140"/>
                  </a:lnTo>
                  <a:lnTo>
                    <a:pt x="41593" y="113140"/>
                  </a:lnTo>
                  <a:lnTo>
                    <a:pt x="41593"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655" name="Google Shape;2655;p115"/>
            <p:cNvPicPr preferRelativeResize="0"/>
            <p:nvPr/>
          </p:nvPicPr>
          <p:blipFill rotWithShape="1">
            <a:blip r:embed="rId10">
              <a:alphaModFix/>
            </a:blip>
            <a:srcRect/>
            <a:stretch/>
          </p:blipFill>
          <p:spPr>
            <a:xfrm>
              <a:off x="6720603" y="5490130"/>
              <a:ext cx="73977" cy="115521"/>
            </a:xfrm>
            <a:prstGeom prst="rect">
              <a:avLst/>
            </a:prstGeom>
            <a:noFill/>
            <a:ln>
              <a:noFill/>
            </a:ln>
          </p:spPr>
        </p:pic>
        <p:sp>
          <p:nvSpPr>
            <p:cNvPr id="2656" name="Google Shape;2656;p115"/>
            <p:cNvSpPr/>
            <p:nvPr/>
          </p:nvSpPr>
          <p:spPr>
            <a:xfrm>
              <a:off x="6814743" y="5453214"/>
              <a:ext cx="75565" cy="80010"/>
            </a:xfrm>
            <a:custGeom>
              <a:avLst/>
              <a:gdLst/>
              <a:ahLst/>
              <a:cxnLst/>
              <a:rect l="l" t="t" r="r" b="b"/>
              <a:pathLst>
                <a:path w="75565" h="80010" extrusionOk="0">
                  <a:moveTo>
                    <a:pt x="29845" y="45250"/>
                  </a:moveTo>
                  <a:lnTo>
                    <a:pt x="0" y="45250"/>
                  </a:lnTo>
                  <a:lnTo>
                    <a:pt x="0" y="55968"/>
                  </a:lnTo>
                  <a:lnTo>
                    <a:pt x="29845" y="55968"/>
                  </a:lnTo>
                  <a:lnTo>
                    <a:pt x="29845" y="45250"/>
                  </a:lnTo>
                  <a:close/>
                </a:path>
                <a:path w="75565" h="80010" extrusionOk="0">
                  <a:moveTo>
                    <a:pt x="75082" y="0"/>
                  </a:moveTo>
                  <a:lnTo>
                    <a:pt x="67945" y="0"/>
                  </a:lnTo>
                  <a:lnTo>
                    <a:pt x="66675" y="3568"/>
                  </a:lnTo>
                  <a:lnTo>
                    <a:pt x="64287" y="7137"/>
                  </a:lnTo>
                  <a:lnTo>
                    <a:pt x="59512" y="10706"/>
                  </a:lnTo>
                  <a:lnTo>
                    <a:pt x="56032" y="14287"/>
                  </a:lnTo>
                  <a:lnTo>
                    <a:pt x="51257" y="16662"/>
                  </a:lnTo>
                  <a:lnTo>
                    <a:pt x="45237" y="19050"/>
                  </a:lnTo>
                  <a:lnTo>
                    <a:pt x="45237" y="28587"/>
                  </a:lnTo>
                  <a:lnTo>
                    <a:pt x="52387" y="26200"/>
                  </a:lnTo>
                  <a:lnTo>
                    <a:pt x="59512" y="21437"/>
                  </a:lnTo>
                  <a:lnTo>
                    <a:pt x="61912" y="19050"/>
                  </a:lnTo>
                  <a:lnTo>
                    <a:pt x="65557" y="16662"/>
                  </a:lnTo>
                  <a:lnTo>
                    <a:pt x="65557" y="79794"/>
                  </a:lnTo>
                  <a:lnTo>
                    <a:pt x="75082" y="79794"/>
                  </a:lnTo>
                  <a:lnTo>
                    <a:pt x="75082"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657" name="Google Shape;2657;p115"/>
          <p:cNvGrpSpPr/>
          <p:nvPr/>
        </p:nvGrpSpPr>
        <p:grpSpPr>
          <a:xfrm>
            <a:off x="7127964" y="5453204"/>
            <a:ext cx="208441" cy="152446"/>
            <a:chOff x="7127964" y="5453204"/>
            <a:chExt cx="208441" cy="152446"/>
          </a:xfrm>
        </p:grpSpPr>
        <p:sp>
          <p:nvSpPr>
            <p:cNvPr id="2658" name="Google Shape;2658;p115"/>
            <p:cNvSpPr/>
            <p:nvPr/>
          </p:nvSpPr>
          <p:spPr>
            <a:xfrm>
              <a:off x="7127964" y="5490129"/>
              <a:ext cx="41910" cy="113664"/>
            </a:xfrm>
            <a:custGeom>
              <a:avLst/>
              <a:gdLst/>
              <a:ahLst/>
              <a:cxnLst/>
              <a:rect l="l" t="t" r="r" b="b"/>
              <a:pathLst>
                <a:path w="41909" h="113664" extrusionOk="0">
                  <a:moveTo>
                    <a:pt x="41593" y="0"/>
                  </a:moveTo>
                  <a:lnTo>
                    <a:pt x="33338" y="0"/>
                  </a:lnTo>
                  <a:lnTo>
                    <a:pt x="26193" y="9525"/>
                  </a:lnTo>
                  <a:lnTo>
                    <a:pt x="20161" y="14287"/>
                  </a:lnTo>
                  <a:lnTo>
                    <a:pt x="14287" y="20239"/>
                  </a:lnTo>
                  <a:lnTo>
                    <a:pt x="7142" y="25002"/>
                  </a:lnTo>
                  <a:lnTo>
                    <a:pt x="0" y="28575"/>
                  </a:lnTo>
                  <a:lnTo>
                    <a:pt x="0" y="41671"/>
                  </a:lnTo>
                  <a:lnTo>
                    <a:pt x="4761" y="40481"/>
                  </a:lnTo>
                  <a:lnTo>
                    <a:pt x="9525" y="38100"/>
                  </a:lnTo>
                  <a:lnTo>
                    <a:pt x="14287" y="34527"/>
                  </a:lnTo>
                  <a:lnTo>
                    <a:pt x="20161" y="30956"/>
                  </a:lnTo>
                  <a:lnTo>
                    <a:pt x="23812" y="27383"/>
                  </a:lnTo>
                  <a:lnTo>
                    <a:pt x="27305" y="25002"/>
                  </a:lnTo>
                  <a:lnTo>
                    <a:pt x="27305" y="113140"/>
                  </a:lnTo>
                  <a:lnTo>
                    <a:pt x="41593" y="113140"/>
                  </a:lnTo>
                  <a:lnTo>
                    <a:pt x="41593"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659" name="Google Shape;2659;p115"/>
            <p:cNvPicPr preferRelativeResize="0"/>
            <p:nvPr/>
          </p:nvPicPr>
          <p:blipFill rotWithShape="1">
            <a:blip r:embed="rId11">
              <a:alphaModFix/>
            </a:blip>
            <a:srcRect/>
            <a:stretch/>
          </p:blipFill>
          <p:spPr>
            <a:xfrm>
              <a:off x="7205276" y="5490129"/>
              <a:ext cx="73977" cy="115521"/>
            </a:xfrm>
            <a:prstGeom prst="rect">
              <a:avLst/>
            </a:prstGeom>
            <a:noFill/>
            <a:ln>
              <a:noFill/>
            </a:ln>
          </p:spPr>
        </p:pic>
        <p:sp>
          <p:nvSpPr>
            <p:cNvPr id="2660" name="Google Shape;2660;p115"/>
            <p:cNvSpPr/>
            <p:nvPr/>
          </p:nvSpPr>
          <p:spPr>
            <a:xfrm>
              <a:off x="7307830" y="5453204"/>
              <a:ext cx="28575" cy="80010"/>
            </a:xfrm>
            <a:custGeom>
              <a:avLst/>
              <a:gdLst/>
              <a:ahLst/>
              <a:cxnLst/>
              <a:rect l="l" t="t" r="r" b="b"/>
              <a:pathLst>
                <a:path w="28575" h="80010" extrusionOk="0">
                  <a:moveTo>
                    <a:pt x="28575" y="0"/>
                  </a:moveTo>
                  <a:lnTo>
                    <a:pt x="22542" y="0"/>
                  </a:lnTo>
                  <a:lnTo>
                    <a:pt x="21431" y="3571"/>
                  </a:lnTo>
                  <a:lnTo>
                    <a:pt x="14287" y="10714"/>
                  </a:lnTo>
                  <a:lnTo>
                    <a:pt x="9525" y="14287"/>
                  </a:lnTo>
                  <a:lnTo>
                    <a:pt x="0" y="19048"/>
                  </a:lnTo>
                  <a:lnTo>
                    <a:pt x="0" y="28590"/>
                  </a:lnTo>
                  <a:lnTo>
                    <a:pt x="2381" y="27400"/>
                  </a:lnTo>
                  <a:lnTo>
                    <a:pt x="5873" y="26208"/>
                  </a:lnTo>
                  <a:lnTo>
                    <a:pt x="9525" y="23827"/>
                  </a:lnTo>
                  <a:lnTo>
                    <a:pt x="14287" y="21447"/>
                  </a:lnTo>
                  <a:lnTo>
                    <a:pt x="19050" y="16668"/>
                  </a:lnTo>
                  <a:lnTo>
                    <a:pt x="19050" y="79802"/>
                  </a:lnTo>
                  <a:lnTo>
                    <a:pt x="28575" y="79802"/>
                  </a:lnTo>
                  <a:lnTo>
                    <a:pt x="28575"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661" name="Google Shape;2661;p115"/>
          <p:cNvGrpSpPr/>
          <p:nvPr/>
        </p:nvGrpSpPr>
        <p:grpSpPr>
          <a:xfrm>
            <a:off x="7595968" y="5453204"/>
            <a:ext cx="225428" cy="152446"/>
            <a:chOff x="7595968" y="5453204"/>
            <a:chExt cx="225428" cy="152446"/>
          </a:xfrm>
        </p:grpSpPr>
        <p:sp>
          <p:nvSpPr>
            <p:cNvPr id="2662" name="Google Shape;2662;p115"/>
            <p:cNvSpPr/>
            <p:nvPr/>
          </p:nvSpPr>
          <p:spPr>
            <a:xfrm>
              <a:off x="7595968" y="5490129"/>
              <a:ext cx="43180" cy="113664"/>
            </a:xfrm>
            <a:custGeom>
              <a:avLst/>
              <a:gdLst/>
              <a:ahLst/>
              <a:cxnLst/>
              <a:rect l="l" t="t" r="r" b="b"/>
              <a:pathLst>
                <a:path w="43179" h="113664" extrusionOk="0">
                  <a:moveTo>
                    <a:pt x="42863" y="0"/>
                  </a:moveTo>
                  <a:lnTo>
                    <a:pt x="33338" y="0"/>
                  </a:lnTo>
                  <a:lnTo>
                    <a:pt x="30956" y="4762"/>
                  </a:lnTo>
                  <a:lnTo>
                    <a:pt x="21431" y="14287"/>
                  </a:lnTo>
                  <a:lnTo>
                    <a:pt x="16697" y="18529"/>
                  </a:lnTo>
                  <a:lnTo>
                    <a:pt x="11549" y="22324"/>
                  </a:lnTo>
                  <a:lnTo>
                    <a:pt x="5982" y="25671"/>
                  </a:lnTo>
                  <a:lnTo>
                    <a:pt x="0" y="28575"/>
                  </a:lnTo>
                  <a:lnTo>
                    <a:pt x="0" y="41671"/>
                  </a:lnTo>
                  <a:lnTo>
                    <a:pt x="4762" y="40481"/>
                  </a:lnTo>
                  <a:lnTo>
                    <a:pt x="9525" y="38100"/>
                  </a:lnTo>
                  <a:lnTo>
                    <a:pt x="15398" y="34527"/>
                  </a:lnTo>
                  <a:lnTo>
                    <a:pt x="24925" y="27383"/>
                  </a:lnTo>
                  <a:lnTo>
                    <a:pt x="28576" y="25002"/>
                  </a:lnTo>
                  <a:lnTo>
                    <a:pt x="28576" y="113140"/>
                  </a:lnTo>
                  <a:lnTo>
                    <a:pt x="42863" y="113140"/>
                  </a:lnTo>
                  <a:lnTo>
                    <a:pt x="42863"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663" name="Google Shape;2663;p115"/>
            <p:cNvPicPr preferRelativeResize="0"/>
            <p:nvPr/>
          </p:nvPicPr>
          <p:blipFill rotWithShape="1">
            <a:blip r:embed="rId12">
              <a:alphaModFix/>
            </a:blip>
            <a:srcRect/>
            <a:stretch/>
          </p:blipFill>
          <p:spPr>
            <a:xfrm>
              <a:off x="7674550" y="5490129"/>
              <a:ext cx="73819" cy="115521"/>
            </a:xfrm>
            <a:prstGeom prst="rect">
              <a:avLst/>
            </a:prstGeom>
            <a:noFill/>
            <a:ln>
              <a:noFill/>
            </a:ln>
          </p:spPr>
        </p:pic>
        <p:sp>
          <p:nvSpPr>
            <p:cNvPr id="2664" name="Google Shape;2664;p115"/>
            <p:cNvSpPr/>
            <p:nvPr/>
          </p:nvSpPr>
          <p:spPr>
            <a:xfrm>
              <a:off x="7768691" y="5453204"/>
              <a:ext cx="52705" cy="81280"/>
            </a:xfrm>
            <a:custGeom>
              <a:avLst/>
              <a:gdLst/>
              <a:ahLst/>
              <a:cxnLst/>
              <a:rect l="l" t="t" r="r" b="b"/>
              <a:pathLst>
                <a:path w="52704" h="81279" extrusionOk="0">
                  <a:moveTo>
                    <a:pt x="33337" y="0"/>
                  </a:moveTo>
                  <a:lnTo>
                    <a:pt x="19050" y="0"/>
                  </a:lnTo>
                  <a:lnTo>
                    <a:pt x="13016" y="1189"/>
                  </a:lnTo>
                  <a:lnTo>
                    <a:pt x="9525" y="4762"/>
                  </a:lnTo>
                  <a:lnTo>
                    <a:pt x="4761" y="8333"/>
                  </a:lnTo>
                  <a:lnTo>
                    <a:pt x="2379" y="13096"/>
                  </a:lnTo>
                  <a:lnTo>
                    <a:pt x="1109" y="20256"/>
                  </a:lnTo>
                  <a:lnTo>
                    <a:pt x="10636" y="21447"/>
                  </a:lnTo>
                  <a:lnTo>
                    <a:pt x="11906" y="16668"/>
                  </a:lnTo>
                  <a:lnTo>
                    <a:pt x="13016" y="13096"/>
                  </a:lnTo>
                  <a:lnTo>
                    <a:pt x="17779" y="8333"/>
                  </a:lnTo>
                  <a:lnTo>
                    <a:pt x="21431" y="7143"/>
                  </a:lnTo>
                  <a:lnTo>
                    <a:pt x="28575" y="7143"/>
                  </a:lnTo>
                  <a:lnTo>
                    <a:pt x="32067" y="8333"/>
                  </a:lnTo>
                  <a:lnTo>
                    <a:pt x="36829" y="13096"/>
                  </a:lnTo>
                  <a:lnTo>
                    <a:pt x="38100" y="16668"/>
                  </a:lnTo>
                  <a:lnTo>
                    <a:pt x="38100" y="25019"/>
                  </a:lnTo>
                  <a:lnTo>
                    <a:pt x="36829" y="27400"/>
                  </a:lnTo>
                  <a:lnTo>
                    <a:pt x="29686" y="32162"/>
                  </a:lnTo>
                  <a:lnTo>
                    <a:pt x="26193" y="33354"/>
                  </a:lnTo>
                  <a:lnTo>
                    <a:pt x="20161" y="33354"/>
                  </a:lnTo>
                  <a:lnTo>
                    <a:pt x="19050" y="41687"/>
                  </a:lnTo>
                  <a:lnTo>
                    <a:pt x="21431" y="41687"/>
                  </a:lnTo>
                  <a:lnTo>
                    <a:pt x="23812" y="40497"/>
                  </a:lnTo>
                  <a:lnTo>
                    <a:pt x="30956" y="40497"/>
                  </a:lnTo>
                  <a:lnTo>
                    <a:pt x="34448" y="41687"/>
                  </a:lnTo>
                  <a:lnTo>
                    <a:pt x="36829" y="45260"/>
                  </a:lnTo>
                  <a:lnTo>
                    <a:pt x="40482" y="47640"/>
                  </a:lnTo>
                  <a:lnTo>
                    <a:pt x="41593" y="51212"/>
                  </a:lnTo>
                  <a:lnTo>
                    <a:pt x="41593" y="60737"/>
                  </a:lnTo>
                  <a:lnTo>
                    <a:pt x="40482" y="64310"/>
                  </a:lnTo>
                  <a:lnTo>
                    <a:pt x="33337" y="71454"/>
                  </a:lnTo>
                  <a:lnTo>
                    <a:pt x="29686" y="72644"/>
                  </a:lnTo>
                  <a:lnTo>
                    <a:pt x="21431" y="72644"/>
                  </a:lnTo>
                  <a:lnTo>
                    <a:pt x="17779" y="71454"/>
                  </a:lnTo>
                  <a:lnTo>
                    <a:pt x="13016" y="66691"/>
                  </a:lnTo>
                  <a:lnTo>
                    <a:pt x="10636" y="63119"/>
                  </a:lnTo>
                  <a:lnTo>
                    <a:pt x="9525" y="57165"/>
                  </a:lnTo>
                  <a:lnTo>
                    <a:pt x="0" y="58356"/>
                  </a:lnTo>
                  <a:lnTo>
                    <a:pt x="17779" y="80995"/>
                  </a:lnTo>
                  <a:lnTo>
                    <a:pt x="33337" y="80995"/>
                  </a:lnTo>
                  <a:lnTo>
                    <a:pt x="39212" y="78597"/>
                  </a:lnTo>
                  <a:lnTo>
                    <a:pt x="43973" y="73835"/>
                  </a:lnTo>
                  <a:lnTo>
                    <a:pt x="50007" y="69072"/>
                  </a:lnTo>
                  <a:lnTo>
                    <a:pt x="52388" y="63119"/>
                  </a:lnTo>
                  <a:lnTo>
                    <a:pt x="52388" y="51212"/>
                  </a:lnTo>
                  <a:lnTo>
                    <a:pt x="51118" y="46450"/>
                  </a:lnTo>
                  <a:lnTo>
                    <a:pt x="48737" y="42879"/>
                  </a:lnTo>
                  <a:lnTo>
                    <a:pt x="45243" y="39306"/>
                  </a:lnTo>
                  <a:lnTo>
                    <a:pt x="41593" y="36925"/>
                  </a:lnTo>
                  <a:lnTo>
                    <a:pt x="36829" y="36925"/>
                  </a:lnTo>
                  <a:lnTo>
                    <a:pt x="43973" y="32162"/>
                  </a:lnTo>
                  <a:lnTo>
                    <a:pt x="45243" y="29781"/>
                  </a:lnTo>
                  <a:lnTo>
                    <a:pt x="47625" y="27400"/>
                  </a:lnTo>
                  <a:lnTo>
                    <a:pt x="48737" y="23829"/>
                  </a:lnTo>
                  <a:lnTo>
                    <a:pt x="48737" y="16668"/>
                  </a:lnTo>
                  <a:lnTo>
                    <a:pt x="47625" y="13096"/>
                  </a:lnTo>
                  <a:lnTo>
                    <a:pt x="45243" y="9523"/>
                  </a:lnTo>
                  <a:lnTo>
                    <a:pt x="40482" y="4762"/>
                  </a:lnTo>
                  <a:lnTo>
                    <a:pt x="33337"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665" name="Google Shape;2665;p115"/>
          <p:cNvGrpSpPr/>
          <p:nvPr/>
        </p:nvGrpSpPr>
        <p:grpSpPr>
          <a:xfrm>
            <a:off x="8065082" y="5453204"/>
            <a:ext cx="225429" cy="151256"/>
            <a:chOff x="8065082" y="5453204"/>
            <a:chExt cx="225429" cy="151256"/>
          </a:xfrm>
        </p:grpSpPr>
        <p:sp>
          <p:nvSpPr>
            <p:cNvPr id="2666" name="Google Shape;2666;p115"/>
            <p:cNvSpPr/>
            <p:nvPr/>
          </p:nvSpPr>
          <p:spPr>
            <a:xfrm>
              <a:off x="8065082" y="5487748"/>
              <a:ext cx="41910" cy="114935"/>
            </a:xfrm>
            <a:custGeom>
              <a:avLst/>
              <a:gdLst/>
              <a:ahLst/>
              <a:cxnLst/>
              <a:rect l="l" t="t" r="r" b="b"/>
              <a:pathLst>
                <a:path w="41909" h="114935" extrusionOk="0">
                  <a:moveTo>
                    <a:pt x="41752" y="0"/>
                  </a:moveTo>
                  <a:lnTo>
                    <a:pt x="33338" y="0"/>
                  </a:lnTo>
                  <a:lnTo>
                    <a:pt x="29846" y="5953"/>
                  </a:lnTo>
                  <a:lnTo>
                    <a:pt x="26195" y="10714"/>
                  </a:lnTo>
                  <a:lnTo>
                    <a:pt x="20320" y="15478"/>
                  </a:lnTo>
                  <a:lnTo>
                    <a:pt x="14287" y="21431"/>
                  </a:lnTo>
                  <a:lnTo>
                    <a:pt x="0" y="28575"/>
                  </a:lnTo>
                  <a:lnTo>
                    <a:pt x="0" y="42862"/>
                  </a:lnTo>
                  <a:lnTo>
                    <a:pt x="14287" y="35718"/>
                  </a:lnTo>
                  <a:lnTo>
                    <a:pt x="20320" y="32146"/>
                  </a:lnTo>
                  <a:lnTo>
                    <a:pt x="23812" y="28575"/>
                  </a:lnTo>
                  <a:lnTo>
                    <a:pt x="27465" y="26193"/>
                  </a:lnTo>
                  <a:lnTo>
                    <a:pt x="27465" y="114331"/>
                  </a:lnTo>
                  <a:lnTo>
                    <a:pt x="41752" y="114331"/>
                  </a:lnTo>
                  <a:lnTo>
                    <a:pt x="41752"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667" name="Google Shape;2667;p115"/>
            <p:cNvPicPr preferRelativeResize="0"/>
            <p:nvPr/>
          </p:nvPicPr>
          <p:blipFill rotWithShape="1">
            <a:blip r:embed="rId13">
              <a:alphaModFix/>
            </a:blip>
            <a:srcRect/>
            <a:stretch/>
          </p:blipFill>
          <p:spPr>
            <a:xfrm>
              <a:off x="8142554" y="5487748"/>
              <a:ext cx="73819" cy="116712"/>
            </a:xfrm>
            <a:prstGeom prst="rect">
              <a:avLst/>
            </a:prstGeom>
            <a:noFill/>
            <a:ln>
              <a:noFill/>
            </a:ln>
          </p:spPr>
        </p:pic>
        <p:sp>
          <p:nvSpPr>
            <p:cNvPr id="2668" name="Google Shape;2668;p115"/>
            <p:cNvSpPr/>
            <p:nvPr/>
          </p:nvSpPr>
          <p:spPr>
            <a:xfrm>
              <a:off x="8237806" y="5453204"/>
              <a:ext cx="52705" cy="80010"/>
            </a:xfrm>
            <a:custGeom>
              <a:avLst/>
              <a:gdLst/>
              <a:ahLst/>
              <a:cxnLst/>
              <a:rect l="l" t="t" r="r" b="b"/>
              <a:pathLst>
                <a:path w="52704" h="80010" extrusionOk="0">
                  <a:moveTo>
                    <a:pt x="48896" y="0"/>
                  </a:moveTo>
                  <a:lnTo>
                    <a:pt x="8413" y="0"/>
                  </a:lnTo>
                  <a:lnTo>
                    <a:pt x="1270" y="40497"/>
                  </a:lnTo>
                  <a:lnTo>
                    <a:pt x="10795" y="41687"/>
                  </a:lnTo>
                  <a:lnTo>
                    <a:pt x="11906" y="39306"/>
                  </a:lnTo>
                  <a:lnTo>
                    <a:pt x="14287" y="38115"/>
                  </a:lnTo>
                  <a:lnTo>
                    <a:pt x="16670" y="35733"/>
                  </a:lnTo>
                  <a:lnTo>
                    <a:pt x="19050" y="34542"/>
                  </a:lnTo>
                  <a:lnTo>
                    <a:pt x="29846" y="34542"/>
                  </a:lnTo>
                  <a:lnTo>
                    <a:pt x="34608" y="35733"/>
                  </a:lnTo>
                  <a:lnTo>
                    <a:pt x="36990" y="39306"/>
                  </a:lnTo>
                  <a:lnTo>
                    <a:pt x="40482" y="41687"/>
                  </a:lnTo>
                  <a:lnTo>
                    <a:pt x="41752" y="46450"/>
                  </a:lnTo>
                  <a:lnTo>
                    <a:pt x="41752" y="58356"/>
                  </a:lnTo>
                  <a:lnTo>
                    <a:pt x="40482" y="61927"/>
                  </a:lnTo>
                  <a:lnTo>
                    <a:pt x="33338" y="69072"/>
                  </a:lnTo>
                  <a:lnTo>
                    <a:pt x="29846" y="71452"/>
                  </a:lnTo>
                  <a:lnTo>
                    <a:pt x="21431" y="71452"/>
                  </a:lnTo>
                  <a:lnTo>
                    <a:pt x="17940" y="70262"/>
                  </a:lnTo>
                  <a:lnTo>
                    <a:pt x="15557" y="67881"/>
                  </a:lnTo>
                  <a:lnTo>
                    <a:pt x="11906" y="65500"/>
                  </a:lnTo>
                  <a:lnTo>
                    <a:pt x="10795" y="61927"/>
                  </a:lnTo>
                  <a:lnTo>
                    <a:pt x="9525" y="55975"/>
                  </a:lnTo>
                  <a:lnTo>
                    <a:pt x="0" y="57165"/>
                  </a:lnTo>
                  <a:lnTo>
                    <a:pt x="0" y="64308"/>
                  </a:lnTo>
                  <a:lnTo>
                    <a:pt x="2381" y="69072"/>
                  </a:lnTo>
                  <a:lnTo>
                    <a:pt x="7143" y="73833"/>
                  </a:lnTo>
                  <a:lnTo>
                    <a:pt x="11906" y="77406"/>
                  </a:lnTo>
                  <a:lnTo>
                    <a:pt x="17940" y="79802"/>
                  </a:lnTo>
                  <a:lnTo>
                    <a:pt x="33338" y="79802"/>
                  </a:lnTo>
                  <a:lnTo>
                    <a:pt x="40482" y="76215"/>
                  </a:lnTo>
                  <a:lnTo>
                    <a:pt x="46515" y="70262"/>
                  </a:lnTo>
                  <a:lnTo>
                    <a:pt x="50007" y="64308"/>
                  </a:lnTo>
                  <a:lnTo>
                    <a:pt x="52388" y="58356"/>
                  </a:lnTo>
                  <a:lnTo>
                    <a:pt x="52388" y="44067"/>
                  </a:lnTo>
                  <a:lnTo>
                    <a:pt x="50007" y="36925"/>
                  </a:lnTo>
                  <a:lnTo>
                    <a:pt x="40482" y="27400"/>
                  </a:lnTo>
                  <a:lnTo>
                    <a:pt x="34608" y="25017"/>
                  </a:lnTo>
                  <a:lnTo>
                    <a:pt x="22701" y="25017"/>
                  </a:lnTo>
                  <a:lnTo>
                    <a:pt x="16670" y="27400"/>
                  </a:lnTo>
                  <a:lnTo>
                    <a:pt x="11906" y="29781"/>
                  </a:lnTo>
                  <a:lnTo>
                    <a:pt x="16670" y="9523"/>
                  </a:lnTo>
                  <a:lnTo>
                    <a:pt x="48896" y="9523"/>
                  </a:lnTo>
                  <a:lnTo>
                    <a:pt x="48896"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669" name="Google Shape;2669;p115"/>
          <p:cNvGrpSpPr/>
          <p:nvPr/>
        </p:nvGrpSpPr>
        <p:grpSpPr>
          <a:xfrm>
            <a:off x="8533088" y="5453204"/>
            <a:ext cx="225427" cy="151256"/>
            <a:chOff x="8533088" y="5453204"/>
            <a:chExt cx="225427" cy="151256"/>
          </a:xfrm>
        </p:grpSpPr>
        <p:sp>
          <p:nvSpPr>
            <p:cNvPr id="2670" name="Google Shape;2670;p115"/>
            <p:cNvSpPr/>
            <p:nvPr/>
          </p:nvSpPr>
          <p:spPr>
            <a:xfrm>
              <a:off x="8533088" y="5487748"/>
              <a:ext cx="43180" cy="114935"/>
            </a:xfrm>
            <a:custGeom>
              <a:avLst/>
              <a:gdLst/>
              <a:ahLst/>
              <a:cxnLst/>
              <a:rect l="l" t="t" r="r" b="b"/>
              <a:pathLst>
                <a:path w="43179" h="114935" extrusionOk="0">
                  <a:moveTo>
                    <a:pt x="42863" y="0"/>
                  </a:moveTo>
                  <a:lnTo>
                    <a:pt x="33338" y="0"/>
                  </a:lnTo>
                  <a:lnTo>
                    <a:pt x="30956" y="5953"/>
                  </a:lnTo>
                  <a:lnTo>
                    <a:pt x="15557" y="21431"/>
                  </a:lnTo>
                  <a:lnTo>
                    <a:pt x="8412" y="25003"/>
                  </a:lnTo>
                  <a:lnTo>
                    <a:pt x="0" y="28575"/>
                  </a:lnTo>
                  <a:lnTo>
                    <a:pt x="0" y="42862"/>
                  </a:lnTo>
                  <a:lnTo>
                    <a:pt x="9525" y="38100"/>
                  </a:lnTo>
                  <a:lnTo>
                    <a:pt x="15557" y="35718"/>
                  </a:lnTo>
                  <a:lnTo>
                    <a:pt x="28575" y="26193"/>
                  </a:lnTo>
                  <a:lnTo>
                    <a:pt x="28575" y="114331"/>
                  </a:lnTo>
                  <a:lnTo>
                    <a:pt x="42863" y="114331"/>
                  </a:lnTo>
                  <a:lnTo>
                    <a:pt x="42863"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671" name="Google Shape;2671;p115"/>
            <p:cNvPicPr preferRelativeResize="0"/>
            <p:nvPr/>
          </p:nvPicPr>
          <p:blipFill rotWithShape="1">
            <a:blip r:embed="rId14">
              <a:alphaModFix/>
            </a:blip>
            <a:srcRect/>
            <a:stretch/>
          </p:blipFill>
          <p:spPr>
            <a:xfrm>
              <a:off x="8611670" y="5487748"/>
              <a:ext cx="73977" cy="116712"/>
            </a:xfrm>
            <a:prstGeom prst="rect">
              <a:avLst/>
            </a:prstGeom>
            <a:noFill/>
            <a:ln>
              <a:noFill/>
            </a:ln>
          </p:spPr>
        </p:pic>
        <p:sp>
          <p:nvSpPr>
            <p:cNvPr id="2672" name="Google Shape;2672;p115"/>
            <p:cNvSpPr/>
            <p:nvPr/>
          </p:nvSpPr>
          <p:spPr>
            <a:xfrm>
              <a:off x="8707080" y="5453204"/>
              <a:ext cx="51435" cy="78740"/>
            </a:xfrm>
            <a:custGeom>
              <a:avLst/>
              <a:gdLst/>
              <a:ahLst/>
              <a:cxnLst/>
              <a:rect l="l" t="t" r="r" b="b"/>
              <a:pathLst>
                <a:path w="51434" h="78739" extrusionOk="0">
                  <a:moveTo>
                    <a:pt x="51118" y="0"/>
                  </a:moveTo>
                  <a:lnTo>
                    <a:pt x="0" y="0"/>
                  </a:lnTo>
                  <a:lnTo>
                    <a:pt x="0" y="9523"/>
                  </a:lnTo>
                  <a:lnTo>
                    <a:pt x="38101" y="9523"/>
                  </a:lnTo>
                  <a:lnTo>
                    <a:pt x="33338" y="14287"/>
                  </a:lnTo>
                  <a:lnTo>
                    <a:pt x="16267" y="49037"/>
                  </a:lnTo>
                  <a:lnTo>
                    <a:pt x="10636" y="71454"/>
                  </a:lnTo>
                  <a:lnTo>
                    <a:pt x="10636" y="78597"/>
                  </a:lnTo>
                  <a:lnTo>
                    <a:pt x="20161" y="78597"/>
                  </a:lnTo>
                  <a:lnTo>
                    <a:pt x="23812" y="55975"/>
                  </a:lnTo>
                  <a:lnTo>
                    <a:pt x="26476" y="49018"/>
                  </a:lnTo>
                  <a:lnTo>
                    <a:pt x="51118" y="7143"/>
                  </a:lnTo>
                  <a:lnTo>
                    <a:pt x="51118"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673" name="Google Shape;2673;p115"/>
          <p:cNvGrpSpPr/>
          <p:nvPr/>
        </p:nvGrpSpPr>
        <p:grpSpPr>
          <a:xfrm>
            <a:off x="9002362" y="5453214"/>
            <a:ext cx="224150" cy="152436"/>
            <a:chOff x="9002362" y="5453214"/>
            <a:chExt cx="224150" cy="152436"/>
          </a:xfrm>
        </p:grpSpPr>
        <p:sp>
          <p:nvSpPr>
            <p:cNvPr id="2674" name="Google Shape;2674;p115"/>
            <p:cNvSpPr/>
            <p:nvPr/>
          </p:nvSpPr>
          <p:spPr>
            <a:xfrm>
              <a:off x="9002362" y="5490129"/>
              <a:ext cx="41910" cy="113664"/>
            </a:xfrm>
            <a:custGeom>
              <a:avLst/>
              <a:gdLst/>
              <a:ahLst/>
              <a:cxnLst/>
              <a:rect l="l" t="t" r="r" b="b"/>
              <a:pathLst>
                <a:path w="41909" h="113664" extrusionOk="0">
                  <a:moveTo>
                    <a:pt x="41593" y="0"/>
                  </a:moveTo>
                  <a:lnTo>
                    <a:pt x="33338" y="0"/>
                  </a:lnTo>
                  <a:lnTo>
                    <a:pt x="26193" y="9525"/>
                  </a:lnTo>
                  <a:lnTo>
                    <a:pt x="20161" y="14287"/>
                  </a:lnTo>
                  <a:lnTo>
                    <a:pt x="14287" y="20239"/>
                  </a:lnTo>
                  <a:lnTo>
                    <a:pt x="7142" y="25002"/>
                  </a:lnTo>
                  <a:lnTo>
                    <a:pt x="0" y="28575"/>
                  </a:lnTo>
                  <a:lnTo>
                    <a:pt x="0" y="41671"/>
                  </a:lnTo>
                  <a:lnTo>
                    <a:pt x="4761" y="40481"/>
                  </a:lnTo>
                  <a:lnTo>
                    <a:pt x="9525" y="38100"/>
                  </a:lnTo>
                  <a:lnTo>
                    <a:pt x="14287" y="34527"/>
                  </a:lnTo>
                  <a:lnTo>
                    <a:pt x="20161" y="30956"/>
                  </a:lnTo>
                  <a:lnTo>
                    <a:pt x="23812" y="27383"/>
                  </a:lnTo>
                  <a:lnTo>
                    <a:pt x="27304" y="25002"/>
                  </a:lnTo>
                  <a:lnTo>
                    <a:pt x="27304" y="113140"/>
                  </a:lnTo>
                  <a:lnTo>
                    <a:pt x="41593" y="113140"/>
                  </a:lnTo>
                  <a:lnTo>
                    <a:pt x="41593"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675" name="Google Shape;2675;p115"/>
            <p:cNvPicPr preferRelativeResize="0"/>
            <p:nvPr/>
          </p:nvPicPr>
          <p:blipFill rotWithShape="1">
            <a:blip r:embed="rId15">
              <a:alphaModFix/>
            </a:blip>
            <a:srcRect/>
            <a:stretch/>
          </p:blipFill>
          <p:spPr>
            <a:xfrm>
              <a:off x="9079834" y="5490129"/>
              <a:ext cx="73819" cy="115521"/>
            </a:xfrm>
            <a:prstGeom prst="rect">
              <a:avLst/>
            </a:prstGeom>
            <a:noFill/>
            <a:ln>
              <a:noFill/>
            </a:ln>
          </p:spPr>
        </p:pic>
        <p:sp>
          <p:nvSpPr>
            <p:cNvPr id="2676" name="Google Shape;2676;p115"/>
            <p:cNvSpPr/>
            <p:nvPr/>
          </p:nvSpPr>
          <p:spPr>
            <a:xfrm>
              <a:off x="9175077" y="5453214"/>
              <a:ext cx="51435" cy="81280"/>
            </a:xfrm>
            <a:custGeom>
              <a:avLst/>
              <a:gdLst/>
              <a:ahLst/>
              <a:cxnLst/>
              <a:rect l="l" t="t" r="r" b="b"/>
              <a:pathLst>
                <a:path w="51434" h="81279" extrusionOk="0">
                  <a:moveTo>
                    <a:pt x="51117" y="21437"/>
                  </a:moveTo>
                  <a:lnTo>
                    <a:pt x="40487" y="4762"/>
                  </a:lnTo>
                  <a:lnTo>
                    <a:pt x="40487" y="20256"/>
                  </a:lnTo>
                  <a:lnTo>
                    <a:pt x="40487" y="30962"/>
                  </a:lnTo>
                  <a:lnTo>
                    <a:pt x="39217" y="35725"/>
                  </a:lnTo>
                  <a:lnTo>
                    <a:pt x="36830" y="39306"/>
                  </a:lnTo>
                  <a:lnTo>
                    <a:pt x="33337" y="42875"/>
                  </a:lnTo>
                  <a:lnTo>
                    <a:pt x="29692" y="44069"/>
                  </a:lnTo>
                  <a:lnTo>
                    <a:pt x="21437" y="44069"/>
                  </a:lnTo>
                  <a:lnTo>
                    <a:pt x="16675" y="42875"/>
                  </a:lnTo>
                  <a:lnTo>
                    <a:pt x="14287" y="39306"/>
                  </a:lnTo>
                  <a:lnTo>
                    <a:pt x="10642" y="35725"/>
                  </a:lnTo>
                  <a:lnTo>
                    <a:pt x="9525" y="32156"/>
                  </a:lnTo>
                  <a:lnTo>
                    <a:pt x="9525" y="21437"/>
                  </a:lnTo>
                  <a:lnTo>
                    <a:pt x="10642" y="16662"/>
                  </a:lnTo>
                  <a:lnTo>
                    <a:pt x="14287" y="13093"/>
                  </a:lnTo>
                  <a:lnTo>
                    <a:pt x="17780" y="9525"/>
                  </a:lnTo>
                  <a:lnTo>
                    <a:pt x="21437" y="7137"/>
                  </a:lnTo>
                  <a:lnTo>
                    <a:pt x="29692" y="7137"/>
                  </a:lnTo>
                  <a:lnTo>
                    <a:pt x="33337" y="9525"/>
                  </a:lnTo>
                  <a:lnTo>
                    <a:pt x="39217" y="15468"/>
                  </a:lnTo>
                  <a:lnTo>
                    <a:pt x="40487" y="20256"/>
                  </a:lnTo>
                  <a:lnTo>
                    <a:pt x="40487" y="4762"/>
                  </a:lnTo>
                  <a:lnTo>
                    <a:pt x="38100" y="3568"/>
                  </a:lnTo>
                  <a:lnTo>
                    <a:pt x="34455" y="1181"/>
                  </a:lnTo>
                  <a:lnTo>
                    <a:pt x="29692" y="0"/>
                  </a:lnTo>
                  <a:lnTo>
                    <a:pt x="17780" y="0"/>
                  </a:lnTo>
                  <a:lnTo>
                    <a:pt x="11912" y="2374"/>
                  </a:lnTo>
                  <a:lnTo>
                    <a:pt x="2387" y="11899"/>
                  </a:lnTo>
                  <a:lnTo>
                    <a:pt x="0" y="17856"/>
                  </a:lnTo>
                  <a:lnTo>
                    <a:pt x="0" y="34544"/>
                  </a:lnTo>
                  <a:lnTo>
                    <a:pt x="1117" y="40487"/>
                  </a:lnTo>
                  <a:lnTo>
                    <a:pt x="10642" y="50012"/>
                  </a:lnTo>
                  <a:lnTo>
                    <a:pt x="16675" y="52400"/>
                  </a:lnTo>
                  <a:lnTo>
                    <a:pt x="27305" y="52400"/>
                  </a:lnTo>
                  <a:lnTo>
                    <a:pt x="34455" y="50012"/>
                  </a:lnTo>
                  <a:lnTo>
                    <a:pt x="36830" y="47637"/>
                  </a:lnTo>
                  <a:lnTo>
                    <a:pt x="40487" y="45250"/>
                  </a:lnTo>
                  <a:lnTo>
                    <a:pt x="40855" y="44069"/>
                  </a:lnTo>
                  <a:lnTo>
                    <a:pt x="41592" y="41681"/>
                  </a:lnTo>
                  <a:lnTo>
                    <a:pt x="41592" y="52400"/>
                  </a:lnTo>
                  <a:lnTo>
                    <a:pt x="40487" y="55968"/>
                  </a:lnTo>
                  <a:lnTo>
                    <a:pt x="39217" y="59537"/>
                  </a:lnTo>
                  <a:lnTo>
                    <a:pt x="38100" y="63119"/>
                  </a:lnTo>
                  <a:lnTo>
                    <a:pt x="36830" y="65493"/>
                  </a:lnTo>
                  <a:lnTo>
                    <a:pt x="35725" y="67881"/>
                  </a:lnTo>
                  <a:lnTo>
                    <a:pt x="30962" y="70256"/>
                  </a:lnTo>
                  <a:lnTo>
                    <a:pt x="28575" y="72644"/>
                  </a:lnTo>
                  <a:lnTo>
                    <a:pt x="20167" y="72644"/>
                  </a:lnTo>
                  <a:lnTo>
                    <a:pt x="16675" y="71450"/>
                  </a:lnTo>
                  <a:lnTo>
                    <a:pt x="14287" y="70256"/>
                  </a:lnTo>
                  <a:lnTo>
                    <a:pt x="13017" y="67881"/>
                  </a:lnTo>
                  <a:lnTo>
                    <a:pt x="10642" y="64300"/>
                  </a:lnTo>
                  <a:lnTo>
                    <a:pt x="10642" y="60731"/>
                  </a:lnTo>
                  <a:lnTo>
                    <a:pt x="1117" y="60731"/>
                  </a:lnTo>
                  <a:lnTo>
                    <a:pt x="1117" y="67881"/>
                  </a:lnTo>
                  <a:lnTo>
                    <a:pt x="3492" y="72644"/>
                  </a:lnTo>
                  <a:lnTo>
                    <a:pt x="8255" y="75018"/>
                  </a:lnTo>
                  <a:lnTo>
                    <a:pt x="11912" y="78587"/>
                  </a:lnTo>
                  <a:lnTo>
                    <a:pt x="16675" y="80987"/>
                  </a:lnTo>
                  <a:lnTo>
                    <a:pt x="28575" y="80987"/>
                  </a:lnTo>
                  <a:lnTo>
                    <a:pt x="51117" y="55968"/>
                  </a:lnTo>
                  <a:lnTo>
                    <a:pt x="51117" y="41681"/>
                  </a:lnTo>
                  <a:lnTo>
                    <a:pt x="51117" y="21437"/>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pic>
        <p:nvPicPr>
          <p:cNvPr id="2677" name="Google Shape;2677;p115"/>
          <p:cNvPicPr preferRelativeResize="0"/>
          <p:nvPr/>
        </p:nvPicPr>
        <p:blipFill rotWithShape="1">
          <a:blip r:embed="rId16">
            <a:alphaModFix/>
          </a:blip>
          <a:srcRect/>
          <a:stretch/>
        </p:blipFill>
        <p:spPr>
          <a:xfrm>
            <a:off x="5803643" y="5722365"/>
            <a:ext cx="1090950" cy="161955"/>
          </a:xfrm>
          <a:prstGeom prst="rect">
            <a:avLst/>
          </a:prstGeom>
          <a:noFill/>
          <a:ln>
            <a:noFill/>
          </a:ln>
        </p:spPr>
      </p:pic>
      <p:pic>
        <p:nvPicPr>
          <p:cNvPr id="2678" name="Google Shape;2678;p115"/>
          <p:cNvPicPr preferRelativeResize="0"/>
          <p:nvPr/>
        </p:nvPicPr>
        <p:blipFill rotWithShape="1">
          <a:blip r:embed="rId17">
            <a:alphaModFix/>
          </a:blip>
          <a:srcRect/>
          <a:stretch/>
        </p:blipFill>
        <p:spPr>
          <a:xfrm>
            <a:off x="3483329" y="1871478"/>
            <a:ext cx="5884048" cy="3493010"/>
          </a:xfrm>
          <a:prstGeom prst="rect">
            <a:avLst/>
          </a:prstGeom>
          <a:noFill/>
          <a:ln>
            <a:noFill/>
          </a:ln>
        </p:spPr>
      </p:pic>
      <p:pic>
        <p:nvPicPr>
          <p:cNvPr id="2679" name="Google Shape;2679;p115"/>
          <p:cNvPicPr preferRelativeResize="0"/>
          <p:nvPr/>
        </p:nvPicPr>
        <p:blipFill rotWithShape="1">
          <a:blip r:embed="rId18">
            <a:alphaModFix/>
          </a:blip>
          <a:srcRect/>
          <a:stretch/>
        </p:blipFill>
        <p:spPr>
          <a:xfrm>
            <a:off x="6964764" y="5725937"/>
            <a:ext cx="86995" cy="123855"/>
          </a:xfrm>
          <a:prstGeom prst="rect">
            <a:avLst/>
          </a:prstGeom>
          <a:noFill/>
          <a:ln>
            <a:noFill/>
          </a:ln>
        </p:spPr>
      </p:pic>
      <p:grpSp>
        <p:nvGrpSpPr>
          <p:cNvPr id="2680" name="Google Shape;2680;p115"/>
          <p:cNvGrpSpPr/>
          <p:nvPr/>
        </p:nvGrpSpPr>
        <p:grpSpPr>
          <a:xfrm>
            <a:off x="3101666" y="5254332"/>
            <a:ext cx="259808" cy="152421"/>
            <a:chOff x="3101666" y="5254332"/>
            <a:chExt cx="259808" cy="152421"/>
          </a:xfrm>
        </p:grpSpPr>
        <p:sp>
          <p:nvSpPr>
            <p:cNvPr id="2681" name="Google Shape;2681;p115"/>
            <p:cNvSpPr/>
            <p:nvPr/>
          </p:nvSpPr>
          <p:spPr>
            <a:xfrm>
              <a:off x="3101666" y="5291247"/>
              <a:ext cx="41910" cy="114935"/>
            </a:xfrm>
            <a:custGeom>
              <a:avLst/>
              <a:gdLst/>
              <a:ahLst/>
              <a:cxnLst/>
              <a:rect l="l" t="t" r="r" b="b"/>
              <a:pathLst>
                <a:path w="41910" h="114935" extrusionOk="0">
                  <a:moveTo>
                    <a:pt x="41671" y="0"/>
                  </a:moveTo>
                  <a:lnTo>
                    <a:pt x="32146" y="0"/>
                  </a:lnTo>
                  <a:lnTo>
                    <a:pt x="29764" y="4762"/>
                  </a:lnTo>
                  <a:lnTo>
                    <a:pt x="26193" y="9525"/>
                  </a:lnTo>
                  <a:lnTo>
                    <a:pt x="20239" y="15477"/>
                  </a:lnTo>
                  <a:lnTo>
                    <a:pt x="14286" y="20239"/>
                  </a:lnTo>
                  <a:lnTo>
                    <a:pt x="7142" y="25002"/>
                  </a:lnTo>
                  <a:lnTo>
                    <a:pt x="0" y="28575"/>
                  </a:lnTo>
                  <a:lnTo>
                    <a:pt x="0" y="41671"/>
                  </a:lnTo>
                  <a:lnTo>
                    <a:pt x="3569" y="40481"/>
                  </a:lnTo>
                  <a:lnTo>
                    <a:pt x="8333" y="38100"/>
                  </a:lnTo>
                  <a:lnTo>
                    <a:pt x="14286" y="34527"/>
                  </a:lnTo>
                  <a:lnTo>
                    <a:pt x="19050" y="32146"/>
                  </a:lnTo>
                  <a:lnTo>
                    <a:pt x="23811" y="28575"/>
                  </a:lnTo>
                  <a:lnTo>
                    <a:pt x="27383" y="25002"/>
                  </a:lnTo>
                  <a:lnTo>
                    <a:pt x="27383" y="114315"/>
                  </a:lnTo>
                  <a:lnTo>
                    <a:pt x="41671" y="114315"/>
                  </a:lnTo>
                  <a:lnTo>
                    <a:pt x="41671"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682" name="Google Shape;2682;p115"/>
            <p:cNvPicPr preferRelativeResize="0"/>
            <p:nvPr/>
          </p:nvPicPr>
          <p:blipFill rotWithShape="1">
            <a:blip r:embed="rId19">
              <a:alphaModFix/>
            </a:blip>
            <a:srcRect/>
            <a:stretch/>
          </p:blipFill>
          <p:spPr>
            <a:xfrm>
              <a:off x="3179074" y="5291248"/>
              <a:ext cx="73819" cy="115505"/>
            </a:xfrm>
            <a:prstGeom prst="rect">
              <a:avLst/>
            </a:prstGeom>
            <a:noFill/>
            <a:ln>
              <a:noFill/>
            </a:ln>
          </p:spPr>
        </p:pic>
        <p:sp>
          <p:nvSpPr>
            <p:cNvPr id="2683" name="Google Shape;2683;p115"/>
            <p:cNvSpPr/>
            <p:nvPr/>
          </p:nvSpPr>
          <p:spPr>
            <a:xfrm>
              <a:off x="3271939" y="5254332"/>
              <a:ext cx="89535" cy="80010"/>
            </a:xfrm>
            <a:custGeom>
              <a:avLst/>
              <a:gdLst/>
              <a:ahLst/>
              <a:cxnLst/>
              <a:rect l="l" t="t" r="r" b="b"/>
              <a:pathLst>
                <a:path w="89535" h="80010" extrusionOk="0">
                  <a:moveTo>
                    <a:pt x="30962" y="46443"/>
                  </a:moveTo>
                  <a:lnTo>
                    <a:pt x="0" y="46443"/>
                  </a:lnTo>
                  <a:lnTo>
                    <a:pt x="0" y="55968"/>
                  </a:lnTo>
                  <a:lnTo>
                    <a:pt x="30962" y="55968"/>
                  </a:lnTo>
                  <a:lnTo>
                    <a:pt x="30962" y="46443"/>
                  </a:lnTo>
                  <a:close/>
                </a:path>
                <a:path w="89535" h="80010" extrusionOk="0">
                  <a:moveTo>
                    <a:pt x="89319" y="15468"/>
                  </a:moveTo>
                  <a:lnTo>
                    <a:pt x="86931" y="10706"/>
                  </a:lnTo>
                  <a:lnTo>
                    <a:pt x="83362" y="5943"/>
                  </a:lnTo>
                  <a:lnTo>
                    <a:pt x="78587" y="2374"/>
                  </a:lnTo>
                  <a:lnTo>
                    <a:pt x="72631" y="0"/>
                  </a:lnTo>
                  <a:lnTo>
                    <a:pt x="57150" y="0"/>
                  </a:lnTo>
                  <a:lnTo>
                    <a:pt x="51206" y="2374"/>
                  </a:lnTo>
                  <a:lnTo>
                    <a:pt x="46443" y="5943"/>
                  </a:lnTo>
                  <a:lnTo>
                    <a:pt x="42862" y="9525"/>
                  </a:lnTo>
                  <a:lnTo>
                    <a:pt x="39293" y="15468"/>
                  </a:lnTo>
                  <a:lnTo>
                    <a:pt x="39293" y="22618"/>
                  </a:lnTo>
                  <a:lnTo>
                    <a:pt x="48818" y="23812"/>
                  </a:lnTo>
                  <a:lnTo>
                    <a:pt x="48818" y="19050"/>
                  </a:lnTo>
                  <a:lnTo>
                    <a:pt x="50012" y="15468"/>
                  </a:lnTo>
                  <a:lnTo>
                    <a:pt x="55968" y="9525"/>
                  </a:lnTo>
                  <a:lnTo>
                    <a:pt x="59537" y="8331"/>
                  </a:lnTo>
                  <a:lnTo>
                    <a:pt x="69062" y="8331"/>
                  </a:lnTo>
                  <a:lnTo>
                    <a:pt x="72631" y="9525"/>
                  </a:lnTo>
                  <a:lnTo>
                    <a:pt x="75018" y="11899"/>
                  </a:lnTo>
                  <a:lnTo>
                    <a:pt x="78587" y="14287"/>
                  </a:lnTo>
                  <a:lnTo>
                    <a:pt x="79781" y="17856"/>
                  </a:lnTo>
                  <a:lnTo>
                    <a:pt x="79781" y="26187"/>
                  </a:lnTo>
                  <a:lnTo>
                    <a:pt x="78587" y="29756"/>
                  </a:lnTo>
                  <a:lnTo>
                    <a:pt x="75018" y="33337"/>
                  </a:lnTo>
                  <a:lnTo>
                    <a:pt x="71437" y="38112"/>
                  </a:lnTo>
                  <a:lnTo>
                    <a:pt x="66675" y="42875"/>
                  </a:lnTo>
                  <a:lnTo>
                    <a:pt x="57150" y="50012"/>
                  </a:lnTo>
                  <a:lnTo>
                    <a:pt x="41681" y="65493"/>
                  </a:lnTo>
                  <a:lnTo>
                    <a:pt x="39293" y="69062"/>
                  </a:lnTo>
                  <a:lnTo>
                    <a:pt x="38100" y="72644"/>
                  </a:lnTo>
                  <a:lnTo>
                    <a:pt x="38100" y="75018"/>
                  </a:lnTo>
                  <a:lnTo>
                    <a:pt x="36918" y="77406"/>
                  </a:lnTo>
                  <a:lnTo>
                    <a:pt x="36918" y="79781"/>
                  </a:lnTo>
                  <a:lnTo>
                    <a:pt x="89319" y="79781"/>
                  </a:lnTo>
                  <a:lnTo>
                    <a:pt x="89319" y="70256"/>
                  </a:lnTo>
                  <a:lnTo>
                    <a:pt x="51206" y="70256"/>
                  </a:lnTo>
                  <a:lnTo>
                    <a:pt x="52387" y="69062"/>
                  </a:lnTo>
                  <a:lnTo>
                    <a:pt x="53581" y="66687"/>
                  </a:lnTo>
                  <a:lnTo>
                    <a:pt x="54775" y="65493"/>
                  </a:lnTo>
                  <a:lnTo>
                    <a:pt x="55968" y="63119"/>
                  </a:lnTo>
                  <a:lnTo>
                    <a:pt x="60731" y="59537"/>
                  </a:lnTo>
                  <a:lnTo>
                    <a:pt x="66675" y="54775"/>
                  </a:lnTo>
                  <a:lnTo>
                    <a:pt x="72631" y="48831"/>
                  </a:lnTo>
                  <a:lnTo>
                    <a:pt x="78587" y="44069"/>
                  </a:lnTo>
                  <a:lnTo>
                    <a:pt x="84556" y="38112"/>
                  </a:lnTo>
                  <a:lnTo>
                    <a:pt x="85750" y="34518"/>
                  </a:lnTo>
                  <a:lnTo>
                    <a:pt x="88125" y="30949"/>
                  </a:lnTo>
                  <a:lnTo>
                    <a:pt x="89319" y="28575"/>
                  </a:lnTo>
                  <a:lnTo>
                    <a:pt x="89319" y="15468"/>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684" name="Google Shape;2684;p115"/>
          <p:cNvGrpSpPr/>
          <p:nvPr/>
        </p:nvGrpSpPr>
        <p:grpSpPr>
          <a:xfrm>
            <a:off x="3101666" y="4906568"/>
            <a:ext cx="245838" cy="152443"/>
            <a:chOff x="3101666" y="4906568"/>
            <a:chExt cx="245838" cy="152443"/>
          </a:xfrm>
        </p:grpSpPr>
        <p:sp>
          <p:nvSpPr>
            <p:cNvPr id="2685" name="Google Shape;2685;p115"/>
            <p:cNvSpPr/>
            <p:nvPr/>
          </p:nvSpPr>
          <p:spPr>
            <a:xfrm>
              <a:off x="3101666" y="4943490"/>
              <a:ext cx="41910" cy="114935"/>
            </a:xfrm>
            <a:custGeom>
              <a:avLst/>
              <a:gdLst/>
              <a:ahLst/>
              <a:cxnLst/>
              <a:rect l="l" t="t" r="r" b="b"/>
              <a:pathLst>
                <a:path w="41910" h="114935" extrusionOk="0">
                  <a:moveTo>
                    <a:pt x="41671" y="0"/>
                  </a:moveTo>
                  <a:lnTo>
                    <a:pt x="32146" y="0"/>
                  </a:lnTo>
                  <a:lnTo>
                    <a:pt x="29764" y="4761"/>
                  </a:lnTo>
                  <a:lnTo>
                    <a:pt x="26193" y="9523"/>
                  </a:lnTo>
                  <a:lnTo>
                    <a:pt x="20239" y="15477"/>
                  </a:lnTo>
                  <a:lnTo>
                    <a:pt x="14286" y="20239"/>
                  </a:lnTo>
                  <a:lnTo>
                    <a:pt x="7142" y="25002"/>
                  </a:lnTo>
                  <a:lnTo>
                    <a:pt x="0" y="28573"/>
                  </a:lnTo>
                  <a:lnTo>
                    <a:pt x="0" y="41686"/>
                  </a:lnTo>
                  <a:lnTo>
                    <a:pt x="3569" y="40479"/>
                  </a:lnTo>
                  <a:lnTo>
                    <a:pt x="8333" y="38098"/>
                  </a:lnTo>
                  <a:lnTo>
                    <a:pt x="14286" y="34527"/>
                  </a:lnTo>
                  <a:lnTo>
                    <a:pt x="19050" y="32144"/>
                  </a:lnTo>
                  <a:lnTo>
                    <a:pt x="23811" y="28573"/>
                  </a:lnTo>
                  <a:lnTo>
                    <a:pt x="27383" y="25002"/>
                  </a:lnTo>
                  <a:lnTo>
                    <a:pt x="27383" y="114330"/>
                  </a:lnTo>
                  <a:lnTo>
                    <a:pt x="41671" y="114330"/>
                  </a:lnTo>
                  <a:lnTo>
                    <a:pt x="41671"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686" name="Google Shape;2686;p115"/>
            <p:cNvPicPr preferRelativeResize="0"/>
            <p:nvPr/>
          </p:nvPicPr>
          <p:blipFill rotWithShape="1">
            <a:blip r:embed="rId20">
              <a:alphaModFix/>
            </a:blip>
            <a:srcRect/>
            <a:stretch/>
          </p:blipFill>
          <p:spPr>
            <a:xfrm>
              <a:off x="3179074" y="4943490"/>
              <a:ext cx="73819" cy="115521"/>
            </a:xfrm>
            <a:prstGeom prst="rect">
              <a:avLst/>
            </a:prstGeom>
            <a:noFill/>
            <a:ln>
              <a:noFill/>
            </a:ln>
          </p:spPr>
        </p:pic>
        <p:sp>
          <p:nvSpPr>
            <p:cNvPr id="2687" name="Google Shape;2687;p115"/>
            <p:cNvSpPr/>
            <p:nvPr/>
          </p:nvSpPr>
          <p:spPr>
            <a:xfrm>
              <a:off x="3271939" y="4906568"/>
              <a:ext cx="75565" cy="80010"/>
            </a:xfrm>
            <a:custGeom>
              <a:avLst/>
              <a:gdLst/>
              <a:ahLst/>
              <a:cxnLst/>
              <a:rect l="l" t="t" r="r" b="b"/>
              <a:pathLst>
                <a:path w="75564" h="80010" extrusionOk="0">
                  <a:moveTo>
                    <a:pt x="30962" y="46456"/>
                  </a:moveTo>
                  <a:lnTo>
                    <a:pt x="0" y="46456"/>
                  </a:lnTo>
                  <a:lnTo>
                    <a:pt x="0" y="55981"/>
                  </a:lnTo>
                  <a:lnTo>
                    <a:pt x="30962" y="55981"/>
                  </a:lnTo>
                  <a:lnTo>
                    <a:pt x="30962" y="46456"/>
                  </a:lnTo>
                  <a:close/>
                </a:path>
                <a:path w="75564" h="80010" extrusionOk="0">
                  <a:moveTo>
                    <a:pt x="75018" y="0"/>
                  </a:moveTo>
                  <a:lnTo>
                    <a:pt x="69075" y="0"/>
                  </a:lnTo>
                  <a:lnTo>
                    <a:pt x="64312" y="7150"/>
                  </a:lnTo>
                  <a:lnTo>
                    <a:pt x="60744" y="10718"/>
                  </a:lnTo>
                  <a:lnTo>
                    <a:pt x="51219" y="17881"/>
                  </a:lnTo>
                  <a:lnTo>
                    <a:pt x="46443" y="20256"/>
                  </a:lnTo>
                  <a:lnTo>
                    <a:pt x="46443" y="29781"/>
                  </a:lnTo>
                  <a:lnTo>
                    <a:pt x="48818" y="28587"/>
                  </a:lnTo>
                  <a:lnTo>
                    <a:pt x="55968" y="23825"/>
                  </a:lnTo>
                  <a:lnTo>
                    <a:pt x="59537" y="22644"/>
                  </a:lnTo>
                  <a:lnTo>
                    <a:pt x="63119" y="20256"/>
                  </a:lnTo>
                  <a:lnTo>
                    <a:pt x="65493" y="17881"/>
                  </a:lnTo>
                  <a:lnTo>
                    <a:pt x="65493" y="79806"/>
                  </a:lnTo>
                  <a:lnTo>
                    <a:pt x="75018" y="79806"/>
                  </a:lnTo>
                  <a:lnTo>
                    <a:pt x="75018"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688" name="Google Shape;2688;p115"/>
          <p:cNvGrpSpPr/>
          <p:nvPr/>
        </p:nvGrpSpPr>
        <p:grpSpPr>
          <a:xfrm>
            <a:off x="3132622" y="4558766"/>
            <a:ext cx="224102" cy="152487"/>
            <a:chOff x="3132622" y="4558766"/>
            <a:chExt cx="224102" cy="152487"/>
          </a:xfrm>
        </p:grpSpPr>
        <p:sp>
          <p:nvSpPr>
            <p:cNvPr id="2689" name="Google Shape;2689;p115"/>
            <p:cNvSpPr/>
            <p:nvPr/>
          </p:nvSpPr>
          <p:spPr>
            <a:xfrm>
              <a:off x="3132622" y="4595732"/>
              <a:ext cx="41910" cy="114935"/>
            </a:xfrm>
            <a:custGeom>
              <a:avLst/>
              <a:gdLst/>
              <a:ahLst/>
              <a:cxnLst/>
              <a:rect l="l" t="t" r="r" b="b"/>
              <a:pathLst>
                <a:path w="41910" h="114935" extrusionOk="0">
                  <a:moveTo>
                    <a:pt x="41687" y="0"/>
                  </a:moveTo>
                  <a:lnTo>
                    <a:pt x="33337" y="0"/>
                  </a:lnTo>
                  <a:lnTo>
                    <a:pt x="30954" y="4762"/>
                  </a:lnTo>
                  <a:lnTo>
                    <a:pt x="15477" y="20239"/>
                  </a:lnTo>
                  <a:lnTo>
                    <a:pt x="8333" y="25019"/>
                  </a:lnTo>
                  <a:lnTo>
                    <a:pt x="0" y="28590"/>
                  </a:lnTo>
                  <a:lnTo>
                    <a:pt x="0" y="41687"/>
                  </a:lnTo>
                  <a:lnTo>
                    <a:pt x="4761" y="40497"/>
                  </a:lnTo>
                  <a:lnTo>
                    <a:pt x="9525" y="38115"/>
                  </a:lnTo>
                  <a:lnTo>
                    <a:pt x="15477" y="34544"/>
                  </a:lnTo>
                  <a:lnTo>
                    <a:pt x="20239" y="32162"/>
                  </a:lnTo>
                  <a:lnTo>
                    <a:pt x="25002" y="28590"/>
                  </a:lnTo>
                  <a:lnTo>
                    <a:pt x="28575" y="25019"/>
                  </a:lnTo>
                  <a:lnTo>
                    <a:pt x="28575" y="114331"/>
                  </a:lnTo>
                  <a:lnTo>
                    <a:pt x="41687" y="114331"/>
                  </a:lnTo>
                  <a:lnTo>
                    <a:pt x="41687"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690" name="Google Shape;2690;p115"/>
            <p:cNvPicPr preferRelativeResize="0"/>
            <p:nvPr/>
          </p:nvPicPr>
          <p:blipFill rotWithShape="1">
            <a:blip r:embed="rId21">
              <a:alphaModFix/>
            </a:blip>
            <a:srcRect/>
            <a:stretch/>
          </p:blipFill>
          <p:spPr>
            <a:xfrm>
              <a:off x="3210030" y="4595732"/>
              <a:ext cx="75025" cy="115521"/>
            </a:xfrm>
            <a:prstGeom prst="rect">
              <a:avLst/>
            </a:prstGeom>
            <a:noFill/>
            <a:ln>
              <a:noFill/>
            </a:ln>
          </p:spPr>
        </p:pic>
        <p:sp>
          <p:nvSpPr>
            <p:cNvPr id="2691" name="Google Shape;2691;p115"/>
            <p:cNvSpPr/>
            <p:nvPr/>
          </p:nvSpPr>
          <p:spPr>
            <a:xfrm>
              <a:off x="3305289" y="4558766"/>
              <a:ext cx="51435" cy="81280"/>
            </a:xfrm>
            <a:custGeom>
              <a:avLst/>
              <a:gdLst/>
              <a:ahLst/>
              <a:cxnLst/>
              <a:rect l="l" t="t" r="r" b="b"/>
              <a:pathLst>
                <a:path w="51435" h="81279" extrusionOk="0">
                  <a:moveTo>
                    <a:pt x="51219" y="26187"/>
                  </a:moveTo>
                  <a:lnTo>
                    <a:pt x="41681" y="5956"/>
                  </a:lnTo>
                  <a:lnTo>
                    <a:pt x="41681" y="40538"/>
                  </a:lnTo>
                  <a:lnTo>
                    <a:pt x="41427" y="49491"/>
                  </a:lnTo>
                  <a:lnTo>
                    <a:pt x="29768" y="72707"/>
                  </a:lnTo>
                  <a:lnTo>
                    <a:pt x="21437" y="72707"/>
                  </a:lnTo>
                  <a:lnTo>
                    <a:pt x="17856" y="71513"/>
                  </a:lnTo>
                  <a:lnTo>
                    <a:pt x="9525" y="40538"/>
                  </a:lnTo>
                  <a:lnTo>
                    <a:pt x="9956" y="31597"/>
                  </a:lnTo>
                  <a:lnTo>
                    <a:pt x="21437" y="8407"/>
                  </a:lnTo>
                  <a:lnTo>
                    <a:pt x="29768" y="8407"/>
                  </a:lnTo>
                  <a:lnTo>
                    <a:pt x="41681" y="40538"/>
                  </a:lnTo>
                  <a:lnTo>
                    <a:pt x="41681" y="5956"/>
                  </a:lnTo>
                  <a:lnTo>
                    <a:pt x="40487" y="4762"/>
                  </a:lnTo>
                  <a:lnTo>
                    <a:pt x="36918" y="2374"/>
                  </a:lnTo>
                  <a:lnTo>
                    <a:pt x="29768" y="0"/>
                  </a:lnTo>
                  <a:lnTo>
                    <a:pt x="20243" y="0"/>
                  </a:lnTo>
                  <a:lnTo>
                    <a:pt x="15481" y="1270"/>
                  </a:lnTo>
                  <a:lnTo>
                    <a:pt x="11912" y="4762"/>
                  </a:lnTo>
                  <a:lnTo>
                    <a:pt x="7150" y="7137"/>
                  </a:lnTo>
                  <a:lnTo>
                    <a:pt x="4762" y="11899"/>
                  </a:lnTo>
                  <a:lnTo>
                    <a:pt x="2387" y="17932"/>
                  </a:lnTo>
                  <a:lnTo>
                    <a:pt x="1193" y="23812"/>
                  </a:lnTo>
                  <a:lnTo>
                    <a:pt x="0" y="31013"/>
                  </a:lnTo>
                  <a:lnTo>
                    <a:pt x="0" y="40538"/>
                  </a:lnTo>
                  <a:lnTo>
                    <a:pt x="11912" y="78663"/>
                  </a:lnTo>
                  <a:lnTo>
                    <a:pt x="17856" y="81038"/>
                  </a:lnTo>
                  <a:lnTo>
                    <a:pt x="32156" y="81038"/>
                  </a:lnTo>
                  <a:lnTo>
                    <a:pt x="36918" y="79844"/>
                  </a:lnTo>
                  <a:lnTo>
                    <a:pt x="40487" y="76276"/>
                  </a:lnTo>
                  <a:lnTo>
                    <a:pt x="44056" y="73901"/>
                  </a:lnTo>
                  <a:lnTo>
                    <a:pt x="44653" y="72707"/>
                  </a:lnTo>
                  <a:lnTo>
                    <a:pt x="46443" y="69138"/>
                  </a:lnTo>
                  <a:lnTo>
                    <a:pt x="51219" y="57213"/>
                  </a:lnTo>
                  <a:lnTo>
                    <a:pt x="51219" y="26187"/>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692" name="Google Shape;2692;p115"/>
          <p:cNvGrpSpPr/>
          <p:nvPr/>
        </p:nvGrpSpPr>
        <p:grpSpPr>
          <a:xfrm>
            <a:off x="3132622" y="4211096"/>
            <a:ext cx="209664" cy="152400"/>
            <a:chOff x="3132622" y="4211096"/>
            <a:chExt cx="209664" cy="152400"/>
          </a:xfrm>
        </p:grpSpPr>
        <p:sp>
          <p:nvSpPr>
            <p:cNvPr id="2693" name="Google Shape;2693;p115"/>
            <p:cNvSpPr/>
            <p:nvPr/>
          </p:nvSpPr>
          <p:spPr>
            <a:xfrm>
              <a:off x="3132622" y="4247926"/>
              <a:ext cx="41910" cy="114935"/>
            </a:xfrm>
            <a:custGeom>
              <a:avLst/>
              <a:gdLst/>
              <a:ahLst/>
              <a:cxnLst/>
              <a:rect l="l" t="t" r="r" b="b"/>
              <a:pathLst>
                <a:path w="41910" h="114935" extrusionOk="0">
                  <a:moveTo>
                    <a:pt x="41687" y="0"/>
                  </a:moveTo>
                  <a:lnTo>
                    <a:pt x="33337" y="0"/>
                  </a:lnTo>
                  <a:lnTo>
                    <a:pt x="30954" y="4762"/>
                  </a:lnTo>
                  <a:lnTo>
                    <a:pt x="15477" y="20320"/>
                  </a:lnTo>
                  <a:lnTo>
                    <a:pt x="8333" y="25082"/>
                  </a:lnTo>
                  <a:lnTo>
                    <a:pt x="0" y="28575"/>
                  </a:lnTo>
                  <a:lnTo>
                    <a:pt x="0" y="41751"/>
                  </a:lnTo>
                  <a:lnTo>
                    <a:pt x="4761" y="40481"/>
                  </a:lnTo>
                  <a:lnTo>
                    <a:pt x="9525" y="38100"/>
                  </a:lnTo>
                  <a:lnTo>
                    <a:pt x="15477" y="34607"/>
                  </a:lnTo>
                  <a:lnTo>
                    <a:pt x="20239" y="30956"/>
                  </a:lnTo>
                  <a:lnTo>
                    <a:pt x="25002" y="28575"/>
                  </a:lnTo>
                  <a:lnTo>
                    <a:pt x="28575" y="25082"/>
                  </a:lnTo>
                  <a:lnTo>
                    <a:pt x="28575" y="114458"/>
                  </a:lnTo>
                  <a:lnTo>
                    <a:pt x="41687" y="114458"/>
                  </a:lnTo>
                  <a:lnTo>
                    <a:pt x="41687"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694" name="Google Shape;2694;p115"/>
            <p:cNvPicPr preferRelativeResize="0"/>
            <p:nvPr/>
          </p:nvPicPr>
          <p:blipFill rotWithShape="1">
            <a:blip r:embed="rId22">
              <a:alphaModFix/>
            </a:blip>
            <a:srcRect/>
            <a:stretch/>
          </p:blipFill>
          <p:spPr>
            <a:xfrm>
              <a:off x="3210030" y="4247926"/>
              <a:ext cx="75025" cy="115570"/>
            </a:xfrm>
            <a:prstGeom prst="rect">
              <a:avLst/>
            </a:prstGeom>
            <a:noFill/>
            <a:ln>
              <a:noFill/>
            </a:ln>
          </p:spPr>
        </p:pic>
        <p:sp>
          <p:nvSpPr>
            <p:cNvPr id="2695" name="Google Shape;2695;p115"/>
            <p:cNvSpPr/>
            <p:nvPr/>
          </p:nvSpPr>
          <p:spPr>
            <a:xfrm>
              <a:off x="3312441" y="4211096"/>
              <a:ext cx="29845" cy="80010"/>
            </a:xfrm>
            <a:custGeom>
              <a:avLst/>
              <a:gdLst/>
              <a:ahLst/>
              <a:cxnLst/>
              <a:rect l="l" t="t" r="r" b="b"/>
              <a:pathLst>
                <a:path w="29845" h="80010" extrusionOk="0">
                  <a:moveTo>
                    <a:pt x="29766" y="0"/>
                  </a:moveTo>
                  <a:lnTo>
                    <a:pt x="23812" y="0"/>
                  </a:lnTo>
                  <a:lnTo>
                    <a:pt x="19050" y="7143"/>
                  </a:lnTo>
                  <a:lnTo>
                    <a:pt x="14287" y="10636"/>
                  </a:lnTo>
                  <a:lnTo>
                    <a:pt x="10714" y="14287"/>
                  </a:lnTo>
                  <a:lnTo>
                    <a:pt x="5952" y="16668"/>
                  </a:lnTo>
                  <a:lnTo>
                    <a:pt x="0" y="20161"/>
                  </a:lnTo>
                  <a:lnTo>
                    <a:pt x="0" y="29686"/>
                  </a:lnTo>
                  <a:lnTo>
                    <a:pt x="3571" y="28575"/>
                  </a:lnTo>
                  <a:lnTo>
                    <a:pt x="14287" y="21431"/>
                  </a:lnTo>
                  <a:lnTo>
                    <a:pt x="17858" y="20161"/>
                  </a:lnTo>
                  <a:lnTo>
                    <a:pt x="20241" y="17779"/>
                  </a:lnTo>
                  <a:lnTo>
                    <a:pt x="20241" y="79692"/>
                  </a:lnTo>
                  <a:lnTo>
                    <a:pt x="29766" y="79692"/>
                  </a:lnTo>
                  <a:lnTo>
                    <a:pt x="29766"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696" name="Google Shape;2696;p115"/>
          <p:cNvGrpSpPr/>
          <p:nvPr/>
        </p:nvGrpSpPr>
        <p:grpSpPr>
          <a:xfrm>
            <a:off x="3132622" y="3863276"/>
            <a:ext cx="224191" cy="152399"/>
            <a:chOff x="3132622" y="3863276"/>
            <a:chExt cx="224191" cy="152399"/>
          </a:xfrm>
        </p:grpSpPr>
        <p:sp>
          <p:nvSpPr>
            <p:cNvPr id="2697" name="Google Shape;2697;p115"/>
            <p:cNvSpPr/>
            <p:nvPr/>
          </p:nvSpPr>
          <p:spPr>
            <a:xfrm>
              <a:off x="3132622" y="3900265"/>
              <a:ext cx="41910" cy="114300"/>
            </a:xfrm>
            <a:custGeom>
              <a:avLst/>
              <a:gdLst/>
              <a:ahLst/>
              <a:cxnLst/>
              <a:rect l="l" t="t" r="r" b="b"/>
              <a:pathLst>
                <a:path w="41910" h="114300" extrusionOk="0">
                  <a:moveTo>
                    <a:pt x="41687" y="0"/>
                  </a:moveTo>
                  <a:lnTo>
                    <a:pt x="33337" y="0"/>
                  </a:lnTo>
                  <a:lnTo>
                    <a:pt x="30954" y="4761"/>
                  </a:lnTo>
                  <a:lnTo>
                    <a:pt x="15477" y="20161"/>
                  </a:lnTo>
                  <a:lnTo>
                    <a:pt x="8333" y="24922"/>
                  </a:lnTo>
                  <a:lnTo>
                    <a:pt x="0" y="28575"/>
                  </a:lnTo>
                  <a:lnTo>
                    <a:pt x="0" y="41591"/>
                  </a:lnTo>
                  <a:lnTo>
                    <a:pt x="4761" y="40481"/>
                  </a:lnTo>
                  <a:lnTo>
                    <a:pt x="9525" y="38100"/>
                  </a:lnTo>
                  <a:lnTo>
                    <a:pt x="15477" y="34447"/>
                  </a:lnTo>
                  <a:lnTo>
                    <a:pt x="20239" y="30956"/>
                  </a:lnTo>
                  <a:lnTo>
                    <a:pt x="25002" y="28575"/>
                  </a:lnTo>
                  <a:lnTo>
                    <a:pt x="28575" y="24922"/>
                  </a:lnTo>
                  <a:lnTo>
                    <a:pt x="28575" y="114300"/>
                  </a:lnTo>
                  <a:lnTo>
                    <a:pt x="41687" y="114300"/>
                  </a:lnTo>
                  <a:lnTo>
                    <a:pt x="41687"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698" name="Google Shape;2698;p115"/>
            <p:cNvPicPr preferRelativeResize="0"/>
            <p:nvPr/>
          </p:nvPicPr>
          <p:blipFill rotWithShape="1">
            <a:blip r:embed="rId23">
              <a:alphaModFix/>
            </a:blip>
            <a:srcRect/>
            <a:stretch/>
          </p:blipFill>
          <p:spPr>
            <a:xfrm>
              <a:off x="3210030" y="3900265"/>
              <a:ext cx="75025" cy="115410"/>
            </a:xfrm>
            <a:prstGeom prst="rect">
              <a:avLst/>
            </a:prstGeom>
            <a:noFill/>
            <a:ln>
              <a:noFill/>
            </a:ln>
          </p:spPr>
        </p:pic>
        <p:sp>
          <p:nvSpPr>
            <p:cNvPr id="2699" name="Google Shape;2699;p115"/>
            <p:cNvSpPr/>
            <p:nvPr/>
          </p:nvSpPr>
          <p:spPr>
            <a:xfrm>
              <a:off x="3304108" y="3863276"/>
              <a:ext cx="52705" cy="80010"/>
            </a:xfrm>
            <a:custGeom>
              <a:avLst/>
              <a:gdLst/>
              <a:ahLst/>
              <a:cxnLst/>
              <a:rect l="l" t="t" r="r" b="b"/>
              <a:pathLst>
                <a:path w="52704" h="80010" extrusionOk="0">
                  <a:moveTo>
                    <a:pt x="34528" y="0"/>
                  </a:moveTo>
                  <a:lnTo>
                    <a:pt x="20241" y="0"/>
                  </a:lnTo>
                  <a:lnTo>
                    <a:pt x="14287" y="1268"/>
                  </a:lnTo>
                  <a:lnTo>
                    <a:pt x="9525" y="6031"/>
                  </a:lnTo>
                  <a:lnTo>
                    <a:pt x="4761" y="9523"/>
                  </a:lnTo>
                  <a:lnTo>
                    <a:pt x="2381" y="15556"/>
                  </a:lnTo>
                  <a:lnTo>
                    <a:pt x="1189" y="22699"/>
                  </a:lnTo>
                  <a:lnTo>
                    <a:pt x="11906" y="23811"/>
                  </a:lnTo>
                  <a:lnTo>
                    <a:pt x="11906" y="19048"/>
                  </a:lnTo>
                  <a:lnTo>
                    <a:pt x="13097" y="15556"/>
                  </a:lnTo>
                  <a:lnTo>
                    <a:pt x="15477" y="11904"/>
                  </a:lnTo>
                  <a:lnTo>
                    <a:pt x="19050" y="9523"/>
                  </a:lnTo>
                  <a:lnTo>
                    <a:pt x="22622" y="8412"/>
                  </a:lnTo>
                  <a:lnTo>
                    <a:pt x="32147" y="8412"/>
                  </a:lnTo>
                  <a:lnTo>
                    <a:pt x="35718" y="9523"/>
                  </a:lnTo>
                  <a:lnTo>
                    <a:pt x="40482" y="14286"/>
                  </a:lnTo>
                  <a:lnTo>
                    <a:pt x="41672" y="17937"/>
                  </a:lnTo>
                  <a:lnTo>
                    <a:pt x="41672" y="25081"/>
                  </a:lnTo>
                  <a:lnTo>
                    <a:pt x="40482" y="29843"/>
                  </a:lnTo>
                  <a:lnTo>
                    <a:pt x="38100" y="33336"/>
                  </a:lnTo>
                  <a:lnTo>
                    <a:pt x="34528" y="38098"/>
                  </a:lnTo>
                  <a:lnTo>
                    <a:pt x="28575" y="42861"/>
                  </a:lnTo>
                  <a:lnTo>
                    <a:pt x="20241" y="50004"/>
                  </a:lnTo>
                  <a:lnTo>
                    <a:pt x="14287" y="54767"/>
                  </a:lnTo>
                  <a:lnTo>
                    <a:pt x="7142" y="61911"/>
                  </a:lnTo>
                  <a:lnTo>
                    <a:pt x="2381" y="69054"/>
                  </a:lnTo>
                  <a:lnTo>
                    <a:pt x="1189" y="72706"/>
                  </a:lnTo>
                  <a:lnTo>
                    <a:pt x="0" y="75087"/>
                  </a:lnTo>
                  <a:lnTo>
                    <a:pt x="0" y="79849"/>
                  </a:lnTo>
                  <a:lnTo>
                    <a:pt x="52404" y="79849"/>
                  </a:lnTo>
                  <a:lnTo>
                    <a:pt x="52404" y="70324"/>
                  </a:lnTo>
                  <a:lnTo>
                    <a:pt x="13097" y="70324"/>
                  </a:lnTo>
                  <a:lnTo>
                    <a:pt x="14287" y="69054"/>
                  </a:lnTo>
                  <a:lnTo>
                    <a:pt x="15477" y="66673"/>
                  </a:lnTo>
                  <a:lnTo>
                    <a:pt x="17858" y="65562"/>
                  </a:lnTo>
                  <a:lnTo>
                    <a:pt x="19050" y="63181"/>
                  </a:lnTo>
                  <a:lnTo>
                    <a:pt x="22622" y="59529"/>
                  </a:lnTo>
                  <a:lnTo>
                    <a:pt x="35718" y="48893"/>
                  </a:lnTo>
                  <a:lnTo>
                    <a:pt x="46435" y="38098"/>
                  </a:lnTo>
                  <a:lnTo>
                    <a:pt x="48816" y="34606"/>
                  </a:lnTo>
                  <a:lnTo>
                    <a:pt x="50024" y="30954"/>
                  </a:lnTo>
                  <a:lnTo>
                    <a:pt x="51214" y="28573"/>
                  </a:lnTo>
                  <a:lnTo>
                    <a:pt x="52404" y="25081"/>
                  </a:lnTo>
                  <a:lnTo>
                    <a:pt x="52404" y="15556"/>
                  </a:lnTo>
                  <a:lnTo>
                    <a:pt x="50024" y="10793"/>
                  </a:lnTo>
                  <a:lnTo>
                    <a:pt x="41672" y="2379"/>
                  </a:lnTo>
                  <a:lnTo>
                    <a:pt x="34528"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700" name="Google Shape;2700;p115"/>
          <p:cNvGrpSpPr/>
          <p:nvPr/>
        </p:nvGrpSpPr>
        <p:grpSpPr>
          <a:xfrm>
            <a:off x="3132622" y="3515614"/>
            <a:ext cx="225381" cy="152399"/>
            <a:chOff x="3132622" y="3515614"/>
            <a:chExt cx="225381" cy="152399"/>
          </a:xfrm>
        </p:grpSpPr>
        <p:sp>
          <p:nvSpPr>
            <p:cNvPr id="2701" name="Google Shape;2701;p115"/>
            <p:cNvSpPr/>
            <p:nvPr/>
          </p:nvSpPr>
          <p:spPr>
            <a:xfrm>
              <a:off x="3132622" y="3552444"/>
              <a:ext cx="41910" cy="114300"/>
            </a:xfrm>
            <a:custGeom>
              <a:avLst/>
              <a:gdLst/>
              <a:ahLst/>
              <a:cxnLst/>
              <a:rect l="l" t="t" r="r" b="b"/>
              <a:pathLst>
                <a:path w="41910" h="114300" extrusionOk="0">
                  <a:moveTo>
                    <a:pt x="41687" y="0"/>
                  </a:moveTo>
                  <a:lnTo>
                    <a:pt x="33337" y="0"/>
                  </a:lnTo>
                  <a:lnTo>
                    <a:pt x="30954" y="4762"/>
                  </a:lnTo>
                  <a:lnTo>
                    <a:pt x="15477" y="20319"/>
                  </a:lnTo>
                  <a:lnTo>
                    <a:pt x="8333" y="25082"/>
                  </a:lnTo>
                  <a:lnTo>
                    <a:pt x="0" y="28575"/>
                  </a:lnTo>
                  <a:lnTo>
                    <a:pt x="0" y="41751"/>
                  </a:lnTo>
                  <a:lnTo>
                    <a:pt x="4761" y="40481"/>
                  </a:lnTo>
                  <a:lnTo>
                    <a:pt x="9525" y="38100"/>
                  </a:lnTo>
                  <a:lnTo>
                    <a:pt x="15477" y="34607"/>
                  </a:lnTo>
                  <a:lnTo>
                    <a:pt x="20239" y="30956"/>
                  </a:lnTo>
                  <a:lnTo>
                    <a:pt x="25002" y="28575"/>
                  </a:lnTo>
                  <a:lnTo>
                    <a:pt x="28575" y="25082"/>
                  </a:lnTo>
                  <a:lnTo>
                    <a:pt x="28575" y="114300"/>
                  </a:lnTo>
                  <a:lnTo>
                    <a:pt x="41687" y="114300"/>
                  </a:lnTo>
                  <a:lnTo>
                    <a:pt x="41687"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702" name="Google Shape;2702;p115"/>
            <p:cNvPicPr preferRelativeResize="0"/>
            <p:nvPr/>
          </p:nvPicPr>
          <p:blipFill rotWithShape="1">
            <a:blip r:embed="rId24">
              <a:alphaModFix/>
            </a:blip>
            <a:srcRect/>
            <a:stretch/>
          </p:blipFill>
          <p:spPr>
            <a:xfrm>
              <a:off x="3210030" y="3552444"/>
              <a:ext cx="75025" cy="115569"/>
            </a:xfrm>
            <a:prstGeom prst="rect">
              <a:avLst/>
            </a:prstGeom>
            <a:noFill/>
            <a:ln>
              <a:noFill/>
            </a:ln>
          </p:spPr>
        </p:pic>
        <p:sp>
          <p:nvSpPr>
            <p:cNvPr id="2703" name="Google Shape;2703;p115"/>
            <p:cNvSpPr/>
            <p:nvPr/>
          </p:nvSpPr>
          <p:spPr>
            <a:xfrm>
              <a:off x="3305298" y="3515614"/>
              <a:ext cx="52705" cy="81280"/>
            </a:xfrm>
            <a:custGeom>
              <a:avLst/>
              <a:gdLst/>
              <a:ahLst/>
              <a:cxnLst/>
              <a:rect l="l" t="t" r="r" b="b"/>
              <a:pathLst>
                <a:path w="52704" h="81279" extrusionOk="0">
                  <a:moveTo>
                    <a:pt x="28575" y="0"/>
                  </a:moveTo>
                  <a:lnTo>
                    <a:pt x="19050" y="0"/>
                  </a:lnTo>
                  <a:lnTo>
                    <a:pt x="13097" y="1111"/>
                  </a:lnTo>
                  <a:lnTo>
                    <a:pt x="9525" y="4761"/>
                  </a:lnTo>
                  <a:lnTo>
                    <a:pt x="4762" y="8255"/>
                  </a:lnTo>
                  <a:lnTo>
                    <a:pt x="2381" y="14287"/>
                  </a:lnTo>
                  <a:lnTo>
                    <a:pt x="1189" y="20161"/>
                  </a:lnTo>
                  <a:lnTo>
                    <a:pt x="10714" y="22542"/>
                  </a:lnTo>
                  <a:lnTo>
                    <a:pt x="11906" y="17780"/>
                  </a:lnTo>
                  <a:lnTo>
                    <a:pt x="13097" y="14287"/>
                  </a:lnTo>
                  <a:lnTo>
                    <a:pt x="17858" y="9525"/>
                  </a:lnTo>
                  <a:lnTo>
                    <a:pt x="21431" y="8255"/>
                  </a:lnTo>
                  <a:lnTo>
                    <a:pt x="28575" y="8255"/>
                  </a:lnTo>
                  <a:lnTo>
                    <a:pt x="32147" y="9525"/>
                  </a:lnTo>
                  <a:lnTo>
                    <a:pt x="36910" y="14287"/>
                  </a:lnTo>
                  <a:lnTo>
                    <a:pt x="38100" y="16667"/>
                  </a:lnTo>
                  <a:lnTo>
                    <a:pt x="38100" y="24922"/>
                  </a:lnTo>
                  <a:lnTo>
                    <a:pt x="36910" y="28575"/>
                  </a:lnTo>
                  <a:lnTo>
                    <a:pt x="33338" y="29686"/>
                  </a:lnTo>
                  <a:lnTo>
                    <a:pt x="29766" y="32067"/>
                  </a:lnTo>
                  <a:lnTo>
                    <a:pt x="26195" y="33337"/>
                  </a:lnTo>
                  <a:lnTo>
                    <a:pt x="20241" y="33337"/>
                  </a:lnTo>
                  <a:lnTo>
                    <a:pt x="19050" y="41592"/>
                  </a:lnTo>
                  <a:lnTo>
                    <a:pt x="21431" y="41592"/>
                  </a:lnTo>
                  <a:lnTo>
                    <a:pt x="23812" y="40481"/>
                  </a:lnTo>
                  <a:lnTo>
                    <a:pt x="30956" y="40481"/>
                  </a:lnTo>
                  <a:lnTo>
                    <a:pt x="34528" y="42862"/>
                  </a:lnTo>
                  <a:lnTo>
                    <a:pt x="36910" y="45243"/>
                  </a:lnTo>
                  <a:lnTo>
                    <a:pt x="40482" y="47625"/>
                  </a:lnTo>
                  <a:lnTo>
                    <a:pt x="41672" y="52387"/>
                  </a:lnTo>
                  <a:lnTo>
                    <a:pt x="41672" y="60642"/>
                  </a:lnTo>
                  <a:lnTo>
                    <a:pt x="40482" y="65405"/>
                  </a:lnTo>
                  <a:lnTo>
                    <a:pt x="36910" y="67786"/>
                  </a:lnTo>
                  <a:lnTo>
                    <a:pt x="33338" y="71437"/>
                  </a:lnTo>
                  <a:lnTo>
                    <a:pt x="29766" y="72548"/>
                  </a:lnTo>
                  <a:lnTo>
                    <a:pt x="21431" y="72548"/>
                  </a:lnTo>
                  <a:lnTo>
                    <a:pt x="17858" y="71437"/>
                  </a:lnTo>
                  <a:lnTo>
                    <a:pt x="13097" y="66675"/>
                  </a:lnTo>
                  <a:lnTo>
                    <a:pt x="10714" y="63023"/>
                  </a:lnTo>
                  <a:lnTo>
                    <a:pt x="9525" y="57150"/>
                  </a:lnTo>
                  <a:lnTo>
                    <a:pt x="0" y="58261"/>
                  </a:lnTo>
                  <a:lnTo>
                    <a:pt x="0" y="65405"/>
                  </a:lnTo>
                  <a:lnTo>
                    <a:pt x="3571" y="70167"/>
                  </a:lnTo>
                  <a:lnTo>
                    <a:pt x="11906" y="78581"/>
                  </a:lnTo>
                  <a:lnTo>
                    <a:pt x="17858" y="80962"/>
                  </a:lnTo>
                  <a:lnTo>
                    <a:pt x="33338" y="80962"/>
                  </a:lnTo>
                  <a:lnTo>
                    <a:pt x="39291" y="78581"/>
                  </a:lnTo>
                  <a:lnTo>
                    <a:pt x="44055" y="73818"/>
                  </a:lnTo>
                  <a:lnTo>
                    <a:pt x="50024" y="69056"/>
                  </a:lnTo>
                  <a:lnTo>
                    <a:pt x="52405" y="63023"/>
                  </a:lnTo>
                  <a:lnTo>
                    <a:pt x="52405" y="51117"/>
                  </a:lnTo>
                  <a:lnTo>
                    <a:pt x="51214" y="46355"/>
                  </a:lnTo>
                  <a:lnTo>
                    <a:pt x="45245" y="40481"/>
                  </a:lnTo>
                  <a:lnTo>
                    <a:pt x="41672" y="38100"/>
                  </a:lnTo>
                  <a:lnTo>
                    <a:pt x="36910" y="36830"/>
                  </a:lnTo>
                  <a:lnTo>
                    <a:pt x="44055" y="32067"/>
                  </a:lnTo>
                  <a:lnTo>
                    <a:pt x="45245" y="29686"/>
                  </a:lnTo>
                  <a:lnTo>
                    <a:pt x="47626" y="27305"/>
                  </a:lnTo>
                  <a:lnTo>
                    <a:pt x="47626" y="13017"/>
                  </a:lnTo>
                  <a:lnTo>
                    <a:pt x="45245" y="10636"/>
                  </a:lnTo>
                  <a:lnTo>
                    <a:pt x="42863" y="7142"/>
                  </a:lnTo>
                  <a:lnTo>
                    <a:pt x="40482" y="4761"/>
                  </a:lnTo>
                  <a:lnTo>
                    <a:pt x="36910" y="2381"/>
                  </a:lnTo>
                  <a:lnTo>
                    <a:pt x="33338" y="1111"/>
                  </a:lnTo>
                  <a:lnTo>
                    <a:pt x="28575"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704" name="Google Shape;2704;p115"/>
          <p:cNvGrpSpPr/>
          <p:nvPr/>
        </p:nvGrpSpPr>
        <p:grpSpPr>
          <a:xfrm>
            <a:off x="3132622" y="3167791"/>
            <a:ext cx="223888" cy="152399"/>
            <a:chOff x="3132622" y="3167791"/>
            <a:chExt cx="223888" cy="152399"/>
          </a:xfrm>
        </p:grpSpPr>
        <p:sp>
          <p:nvSpPr>
            <p:cNvPr id="2705" name="Google Shape;2705;p115"/>
            <p:cNvSpPr/>
            <p:nvPr/>
          </p:nvSpPr>
          <p:spPr>
            <a:xfrm>
              <a:off x="3132622" y="3203510"/>
              <a:ext cx="41910" cy="114300"/>
            </a:xfrm>
            <a:custGeom>
              <a:avLst/>
              <a:gdLst/>
              <a:ahLst/>
              <a:cxnLst/>
              <a:rect l="l" t="t" r="r" b="b"/>
              <a:pathLst>
                <a:path w="41910" h="114300" extrusionOk="0">
                  <a:moveTo>
                    <a:pt x="41687" y="0"/>
                  </a:moveTo>
                  <a:lnTo>
                    <a:pt x="33337" y="0"/>
                  </a:lnTo>
                  <a:lnTo>
                    <a:pt x="30954" y="6032"/>
                  </a:lnTo>
                  <a:lnTo>
                    <a:pt x="26193" y="10795"/>
                  </a:lnTo>
                  <a:lnTo>
                    <a:pt x="20239" y="15557"/>
                  </a:lnTo>
                  <a:lnTo>
                    <a:pt x="15477" y="21431"/>
                  </a:lnTo>
                  <a:lnTo>
                    <a:pt x="8333" y="25082"/>
                  </a:lnTo>
                  <a:lnTo>
                    <a:pt x="0" y="28575"/>
                  </a:lnTo>
                  <a:lnTo>
                    <a:pt x="0" y="42862"/>
                  </a:lnTo>
                  <a:lnTo>
                    <a:pt x="9525" y="38100"/>
                  </a:lnTo>
                  <a:lnTo>
                    <a:pt x="15477" y="35718"/>
                  </a:lnTo>
                  <a:lnTo>
                    <a:pt x="25002" y="28575"/>
                  </a:lnTo>
                  <a:lnTo>
                    <a:pt x="28575" y="26193"/>
                  </a:lnTo>
                  <a:lnTo>
                    <a:pt x="28575" y="114299"/>
                  </a:lnTo>
                  <a:lnTo>
                    <a:pt x="41687" y="114299"/>
                  </a:lnTo>
                  <a:lnTo>
                    <a:pt x="41687"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706" name="Google Shape;2706;p115"/>
            <p:cNvPicPr preferRelativeResize="0"/>
            <p:nvPr/>
          </p:nvPicPr>
          <p:blipFill rotWithShape="1">
            <a:blip r:embed="rId25">
              <a:alphaModFix/>
            </a:blip>
            <a:srcRect/>
            <a:stretch/>
          </p:blipFill>
          <p:spPr>
            <a:xfrm>
              <a:off x="3210030" y="3167791"/>
              <a:ext cx="146480" cy="152399"/>
            </a:xfrm>
            <a:prstGeom prst="rect">
              <a:avLst/>
            </a:prstGeom>
            <a:noFill/>
            <a:ln>
              <a:noFill/>
            </a:ln>
          </p:spPr>
        </p:pic>
      </p:grpSp>
      <p:grpSp>
        <p:nvGrpSpPr>
          <p:cNvPr id="2707" name="Google Shape;2707;p115"/>
          <p:cNvGrpSpPr/>
          <p:nvPr/>
        </p:nvGrpSpPr>
        <p:grpSpPr>
          <a:xfrm>
            <a:off x="3132622" y="2820130"/>
            <a:ext cx="225381" cy="151127"/>
            <a:chOff x="3132622" y="2820130"/>
            <a:chExt cx="225381" cy="151127"/>
          </a:xfrm>
        </p:grpSpPr>
        <p:sp>
          <p:nvSpPr>
            <p:cNvPr id="2708" name="Google Shape;2708;p115"/>
            <p:cNvSpPr/>
            <p:nvPr/>
          </p:nvSpPr>
          <p:spPr>
            <a:xfrm>
              <a:off x="3132622" y="2854577"/>
              <a:ext cx="41910" cy="114300"/>
            </a:xfrm>
            <a:custGeom>
              <a:avLst/>
              <a:gdLst/>
              <a:ahLst/>
              <a:cxnLst/>
              <a:rect l="l" t="t" r="r" b="b"/>
              <a:pathLst>
                <a:path w="41910" h="114300" extrusionOk="0">
                  <a:moveTo>
                    <a:pt x="41687" y="0"/>
                  </a:moveTo>
                  <a:lnTo>
                    <a:pt x="33337" y="0"/>
                  </a:lnTo>
                  <a:lnTo>
                    <a:pt x="30954" y="6032"/>
                  </a:lnTo>
                  <a:lnTo>
                    <a:pt x="26193" y="10795"/>
                  </a:lnTo>
                  <a:lnTo>
                    <a:pt x="20239" y="15557"/>
                  </a:lnTo>
                  <a:lnTo>
                    <a:pt x="15477" y="21431"/>
                  </a:lnTo>
                  <a:lnTo>
                    <a:pt x="8333" y="25082"/>
                  </a:lnTo>
                  <a:lnTo>
                    <a:pt x="0" y="28575"/>
                  </a:lnTo>
                  <a:lnTo>
                    <a:pt x="0" y="42862"/>
                  </a:lnTo>
                  <a:lnTo>
                    <a:pt x="9525" y="38100"/>
                  </a:lnTo>
                  <a:lnTo>
                    <a:pt x="15477" y="35718"/>
                  </a:lnTo>
                  <a:lnTo>
                    <a:pt x="25002" y="28575"/>
                  </a:lnTo>
                  <a:lnTo>
                    <a:pt x="28575" y="26193"/>
                  </a:lnTo>
                  <a:lnTo>
                    <a:pt x="28575" y="114300"/>
                  </a:lnTo>
                  <a:lnTo>
                    <a:pt x="41687" y="114300"/>
                  </a:lnTo>
                  <a:lnTo>
                    <a:pt x="41687"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709" name="Google Shape;2709;p115"/>
            <p:cNvPicPr preferRelativeResize="0"/>
            <p:nvPr/>
          </p:nvPicPr>
          <p:blipFill rotWithShape="1">
            <a:blip r:embed="rId26">
              <a:alphaModFix/>
            </a:blip>
            <a:srcRect/>
            <a:stretch/>
          </p:blipFill>
          <p:spPr>
            <a:xfrm>
              <a:off x="3210030" y="2854577"/>
              <a:ext cx="75025" cy="116680"/>
            </a:xfrm>
            <a:prstGeom prst="rect">
              <a:avLst/>
            </a:prstGeom>
            <a:noFill/>
            <a:ln>
              <a:noFill/>
            </a:ln>
          </p:spPr>
        </p:pic>
        <p:sp>
          <p:nvSpPr>
            <p:cNvPr id="2710" name="Google Shape;2710;p115"/>
            <p:cNvSpPr/>
            <p:nvPr/>
          </p:nvSpPr>
          <p:spPr>
            <a:xfrm>
              <a:off x="3305298" y="2820130"/>
              <a:ext cx="52705" cy="80010"/>
            </a:xfrm>
            <a:custGeom>
              <a:avLst/>
              <a:gdLst/>
              <a:ahLst/>
              <a:cxnLst/>
              <a:rect l="l" t="t" r="r" b="b"/>
              <a:pathLst>
                <a:path w="52704" h="80010" extrusionOk="0">
                  <a:moveTo>
                    <a:pt x="48832" y="0"/>
                  </a:moveTo>
                  <a:lnTo>
                    <a:pt x="9525" y="0"/>
                  </a:lnTo>
                  <a:lnTo>
                    <a:pt x="1189" y="40481"/>
                  </a:lnTo>
                  <a:lnTo>
                    <a:pt x="10714" y="41591"/>
                  </a:lnTo>
                  <a:lnTo>
                    <a:pt x="11906" y="39211"/>
                  </a:lnTo>
                  <a:lnTo>
                    <a:pt x="14287" y="38100"/>
                  </a:lnTo>
                  <a:lnTo>
                    <a:pt x="16668" y="35717"/>
                  </a:lnTo>
                  <a:lnTo>
                    <a:pt x="19050" y="34447"/>
                  </a:lnTo>
                  <a:lnTo>
                    <a:pt x="29766" y="34447"/>
                  </a:lnTo>
                  <a:lnTo>
                    <a:pt x="34528" y="35717"/>
                  </a:lnTo>
                  <a:lnTo>
                    <a:pt x="36910" y="39211"/>
                  </a:lnTo>
                  <a:lnTo>
                    <a:pt x="40482" y="41591"/>
                  </a:lnTo>
                  <a:lnTo>
                    <a:pt x="41672" y="46353"/>
                  </a:lnTo>
                  <a:lnTo>
                    <a:pt x="41672" y="58261"/>
                  </a:lnTo>
                  <a:lnTo>
                    <a:pt x="40482" y="63022"/>
                  </a:lnTo>
                  <a:lnTo>
                    <a:pt x="36910" y="66675"/>
                  </a:lnTo>
                  <a:lnTo>
                    <a:pt x="34528" y="70166"/>
                  </a:lnTo>
                  <a:lnTo>
                    <a:pt x="29766" y="71436"/>
                  </a:lnTo>
                  <a:lnTo>
                    <a:pt x="21431" y="71436"/>
                  </a:lnTo>
                  <a:lnTo>
                    <a:pt x="17858" y="70166"/>
                  </a:lnTo>
                  <a:lnTo>
                    <a:pt x="13097" y="65403"/>
                  </a:lnTo>
                  <a:lnTo>
                    <a:pt x="10714" y="61911"/>
                  </a:lnTo>
                  <a:lnTo>
                    <a:pt x="10714" y="55879"/>
                  </a:lnTo>
                  <a:lnTo>
                    <a:pt x="0" y="57150"/>
                  </a:lnTo>
                  <a:lnTo>
                    <a:pt x="0" y="64292"/>
                  </a:lnTo>
                  <a:lnTo>
                    <a:pt x="7142" y="73817"/>
                  </a:lnTo>
                  <a:lnTo>
                    <a:pt x="11906" y="77311"/>
                  </a:lnTo>
                  <a:lnTo>
                    <a:pt x="17858" y="79691"/>
                  </a:lnTo>
                  <a:lnTo>
                    <a:pt x="34528" y="79691"/>
                  </a:lnTo>
                  <a:lnTo>
                    <a:pt x="41672" y="76200"/>
                  </a:lnTo>
                  <a:lnTo>
                    <a:pt x="46436" y="70166"/>
                  </a:lnTo>
                  <a:lnTo>
                    <a:pt x="50024" y="64292"/>
                  </a:lnTo>
                  <a:lnTo>
                    <a:pt x="52405" y="58261"/>
                  </a:lnTo>
                  <a:lnTo>
                    <a:pt x="52405" y="43972"/>
                  </a:lnTo>
                  <a:lnTo>
                    <a:pt x="50024" y="36828"/>
                  </a:lnTo>
                  <a:lnTo>
                    <a:pt x="40482" y="27303"/>
                  </a:lnTo>
                  <a:lnTo>
                    <a:pt x="34528" y="24922"/>
                  </a:lnTo>
                  <a:lnTo>
                    <a:pt x="22622" y="24922"/>
                  </a:lnTo>
                  <a:lnTo>
                    <a:pt x="13097" y="29686"/>
                  </a:lnTo>
                  <a:lnTo>
                    <a:pt x="16668" y="9525"/>
                  </a:lnTo>
                  <a:lnTo>
                    <a:pt x="48832" y="9525"/>
                  </a:lnTo>
                  <a:lnTo>
                    <a:pt x="48832"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711" name="Google Shape;2711;p115"/>
          <p:cNvGrpSpPr/>
          <p:nvPr/>
        </p:nvGrpSpPr>
        <p:grpSpPr>
          <a:xfrm>
            <a:off x="3132622" y="2472308"/>
            <a:ext cx="225486" cy="152399"/>
            <a:chOff x="3132622" y="2472308"/>
            <a:chExt cx="225486" cy="152399"/>
          </a:xfrm>
        </p:grpSpPr>
        <p:sp>
          <p:nvSpPr>
            <p:cNvPr id="2712" name="Google Shape;2712;p115"/>
            <p:cNvSpPr/>
            <p:nvPr/>
          </p:nvSpPr>
          <p:spPr>
            <a:xfrm>
              <a:off x="3132622" y="2509139"/>
              <a:ext cx="41910" cy="113664"/>
            </a:xfrm>
            <a:custGeom>
              <a:avLst/>
              <a:gdLst/>
              <a:ahLst/>
              <a:cxnLst/>
              <a:rect l="l" t="t" r="r" b="b"/>
              <a:pathLst>
                <a:path w="41910" h="113664" extrusionOk="0">
                  <a:moveTo>
                    <a:pt x="41687" y="0"/>
                  </a:moveTo>
                  <a:lnTo>
                    <a:pt x="33337" y="0"/>
                  </a:lnTo>
                  <a:lnTo>
                    <a:pt x="30954" y="4762"/>
                  </a:lnTo>
                  <a:lnTo>
                    <a:pt x="26193" y="9682"/>
                  </a:lnTo>
                  <a:lnTo>
                    <a:pt x="20239" y="14446"/>
                  </a:lnTo>
                  <a:lnTo>
                    <a:pt x="15477" y="20319"/>
                  </a:lnTo>
                  <a:lnTo>
                    <a:pt x="8333" y="25082"/>
                  </a:lnTo>
                  <a:lnTo>
                    <a:pt x="0" y="28732"/>
                  </a:lnTo>
                  <a:lnTo>
                    <a:pt x="0" y="41751"/>
                  </a:lnTo>
                  <a:lnTo>
                    <a:pt x="4761" y="40638"/>
                  </a:lnTo>
                  <a:lnTo>
                    <a:pt x="9525" y="38257"/>
                  </a:lnTo>
                  <a:lnTo>
                    <a:pt x="15477" y="34607"/>
                  </a:lnTo>
                  <a:lnTo>
                    <a:pt x="25002" y="27462"/>
                  </a:lnTo>
                  <a:lnTo>
                    <a:pt x="28575" y="25082"/>
                  </a:lnTo>
                  <a:lnTo>
                    <a:pt x="28575" y="113187"/>
                  </a:lnTo>
                  <a:lnTo>
                    <a:pt x="41687" y="113187"/>
                  </a:lnTo>
                  <a:lnTo>
                    <a:pt x="41687"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713" name="Google Shape;2713;p115"/>
            <p:cNvPicPr preferRelativeResize="0"/>
            <p:nvPr/>
          </p:nvPicPr>
          <p:blipFill rotWithShape="1">
            <a:blip r:embed="rId27">
              <a:alphaModFix/>
            </a:blip>
            <a:srcRect/>
            <a:stretch/>
          </p:blipFill>
          <p:spPr>
            <a:xfrm>
              <a:off x="3210030" y="2509137"/>
              <a:ext cx="75025" cy="115570"/>
            </a:xfrm>
            <a:prstGeom prst="rect">
              <a:avLst/>
            </a:prstGeom>
            <a:noFill/>
            <a:ln>
              <a:noFill/>
            </a:ln>
          </p:spPr>
        </p:pic>
        <p:sp>
          <p:nvSpPr>
            <p:cNvPr id="2714" name="Google Shape;2714;p115"/>
            <p:cNvSpPr/>
            <p:nvPr/>
          </p:nvSpPr>
          <p:spPr>
            <a:xfrm>
              <a:off x="3305403" y="2472308"/>
              <a:ext cx="52705" cy="81280"/>
            </a:xfrm>
            <a:custGeom>
              <a:avLst/>
              <a:gdLst/>
              <a:ahLst/>
              <a:cxnLst/>
              <a:rect l="l" t="t" r="r" b="b"/>
              <a:pathLst>
                <a:path w="52704" h="81280" extrusionOk="0">
                  <a:moveTo>
                    <a:pt x="52298" y="46520"/>
                  </a:moveTo>
                  <a:lnTo>
                    <a:pt x="49911" y="40487"/>
                  </a:lnTo>
                  <a:lnTo>
                    <a:pt x="47015" y="36830"/>
                  </a:lnTo>
                  <a:lnTo>
                    <a:pt x="45135" y="34455"/>
                  </a:lnTo>
                  <a:lnTo>
                    <a:pt x="41567" y="30886"/>
                  </a:lnTo>
                  <a:lnTo>
                    <a:pt x="41567" y="48895"/>
                  </a:lnTo>
                  <a:lnTo>
                    <a:pt x="41516" y="59728"/>
                  </a:lnTo>
                  <a:lnTo>
                    <a:pt x="40373" y="64300"/>
                  </a:lnTo>
                  <a:lnTo>
                    <a:pt x="36804" y="67945"/>
                  </a:lnTo>
                  <a:lnTo>
                    <a:pt x="34417" y="71437"/>
                  </a:lnTo>
                  <a:lnTo>
                    <a:pt x="30848" y="72707"/>
                  </a:lnTo>
                  <a:lnTo>
                    <a:pt x="23698" y="72707"/>
                  </a:lnTo>
                  <a:lnTo>
                    <a:pt x="16560" y="69062"/>
                  </a:lnTo>
                  <a:lnTo>
                    <a:pt x="14173" y="66675"/>
                  </a:lnTo>
                  <a:lnTo>
                    <a:pt x="12979" y="63182"/>
                  </a:lnTo>
                  <a:lnTo>
                    <a:pt x="11798" y="60807"/>
                  </a:lnTo>
                  <a:lnTo>
                    <a:pt x="10604" y="57150"/>
                  </a:lnTo>
                  <a:lnTo>
                    <a:pt x="10604" y="48895"/>
                  </a:lnTo>
                  <a:lnTo>
                    <a:pt x="11798" y="44132"/>
                  </a:lnTo>
                  <a:lnTo>
                    <a:pt x="15367" y="41592"/>
                  </a:lnTo>
                  <a:lnTo>
                    <a:pt x="17741" y="38100"/>
                  </a:lnTo>
                  <a:lnTo>
                    <a:pt x="22517" y="36830"/>
                  </a:lnTo>
                  <a:lnTo>
                    <a:pt x="30848" y="36830"/>
                  </a:lnTo>
                  <a:lnTo>
                    <a:pt x="34417" y="38100"/>
                  </a:lnTo>
                  <a:lnTo>
                    <a:pt x="36804" y="41592"/>
                  </a:lnTo>
                  <a:lnTo>
                    <a:pt x="40373" y="44132"/>
                  </a:lnTo>
                  <a:lnTo>
                    <a:pt x="41567" y="48895"/>
                  </a:lnTo>
                  <a:lnTo>
                    <a:pt x="41567" y="30886"/>
                  </a:lnTo>
                  <a:lnTo>
                    <a:pt x="40373" y="29692"/>
                  </a:lnTo>
                  <a:lnTo>
                    <a:pt x="34417" y="27305"/>
                  </a:lnTo>
                  <a:lnTo>
                    <a:pt x="24892" y="27305"/>
                  </a:lnTo>
                  <a:lnTo>
                    <a:pt x="21323" y="28575"/>
                  </a:lnTo>
                  <a:lnTo>
                    <a:pt x="17741" y="30962"/>
                  </a:lnTo>
                  <a:lnTo>
                    <a:pt x="14173" y="32067"/>
                  </a:lnTo>
                  <a:lnTo>
                    <a:pt x="11798" y="34455"/>
                  </a:lnTo>
                  <a:lnTo>
                    <a:pt x="9410" y="38100"/>
                  </a:lnTo>
                  <a:lnTo>
                    <a:pt x="9410" y="30962"/>
                  </a:lnTo>
                  <a:lnTo>
                    <a:pt x="10604" y="23812"/>
                  </a:lnTo>
                  <a:lnTo>
                    <a:pt x="11798" y="20167"/>
                  </a:lnTo>
                  <a:lnTo>
                    <a:pt x="14173" y="15405"/>
                  </a:lnTo>
                  <a:lnTo>
                    <a:pt x="15367" y="11912"/>
                  </a:lnTo>
                  <a:lnTo>
                    <a:pt x="18935" y="10642"/>
                  </a:lnTo>
                  <a:lnTo>
                    <a:pt x="21323" y="8255"/>
                  </a:lnTo>
                  <a:lnTo>
                    <a:pt x="23698" y="7150"/>
                  </a:lnTo>
                  <a:lnTo>
                    <a:pt x="30848" y="7150"/>
                  </a:lnTo>
                  <a:lnTo>
                    <a:pt x="34417" y="9525"/>
                  </a:lnTo>
                  <a:lnTo>
                    <a:pt x="36804" y="11912"/>
                  </a:lnTo>
                  <a:lnTo>
                    <a:pt x="39179" y="13017"/>
                  </a:lnTo>
                  <a:lnTo>
                    <a:pt x="40373" y="16675"/>
                  </a:lnTo>
                  <a:lnTo>
                    <a:pt x="40373" y="20167"/>
                  </a:lnTo>
                  <a:lnTo>
                    <a:pt x="49911" y="19050"/>
                  </a:lnTo>
                  <a:lnTo>
                    <a:pt x="49911" y="13017"/>
                  </a:lnTo>
                  <a:lnTo>
                    <a:pt x="47510" y="8255"/>
                  </a:lnTo>
                  <a:lnTo>
                    <a:pt x="45999" y="7150"/>
                  </a:lnTo>
                  <a:lnTo>
                    <a:pt x="42748" y="4762"/>
                  </a:lnTo>
                  <a:lnTo>
                    <a:pt x="39179" y="1117"/>
                  </a:lnTo>
                  <a:lnTo>
                    <a:pt x="34417" y="0"/>
                  </a:lnTo>
                  <a:lnTo>
                    <a:pt x="18935" y="0"/>
                  </a:lnTo>
                  <a:lnTo>
                    <a:pt x="12979" y="2387"/>
                  </a:lnTo>
                  <a:lnTo>
                    <a:pt x="0" y="44132"/>
                  </a:lnTo>
                  <a:lnTo>
                    <a:pt x="330" y="51523"/>
                  </a:lnTo>
                  <a:lnTo>
                    <a:pt x="18935" y="80962"/>
                  </a:lnTo>
                  <a:lnTo>
                    <a:pt x="32042" y="80962"/>
                  </a:lnTo>
                  <a:lnTo>
                    <a:pt x="35610" y="79857"/>
                  </a:lnTo>
                  <a:lnTo>
                    <a:pt x="39179" y="77470"/>
                  </a:lnTo>
                  <a:lnTo>
                    <a:pt x="43942" y="75095"/>
                  </a:lnTo>
                  <a:lnTo>
                    <a:pt x="45491" y="72707"/>
                  </a:lnTo>
                  <a:lnTo>
                    <a:pt x="48717" y="67945"/>
                  </a:lnTo>
                  <a:lnTo>
                    <a:pt x="51104" y="63182"/>
                  </a:lnTo>
                  <a:lnTo>
                    <a:pt x="52298" y="58420"/>
                  </a:lnTo>
                  <a:lnTo>
                    <a:pt x="52298" y="4652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715" name="Google Shape;2715;p115"/>
          <p:cNvGrpSpPr/>
          <p:nvPr/>
        </p:nvGrpSpPr>
        <p:grpSpPr>
          <a:xfrm>
            <a:off x="3132622" y="2124486"/>
            <a:ext cx="225381" cy="151289"/>
            <a:chOff x="3132622" y="2124486"/>
            <a:chExt cx="225381" cy="151289"/>
          </a:xfrm>
        </p:grpSpPr>
        <p:sp>
          <p:nvSpPr>
            <p:cNvPr id="2716" name="Google Shape;2716;p115"/>
            <p:cNvSpPr/>
            <p:nvPr/>
          </p:nvSpPr>
          <p:spPr>
            <a:xfrm>
              <a:off x="3132622" y="2159095"/>
              <a:ext cx="41910" cy="114300"/>
            </a:xfrm>
            <a:custGeom>
              <a:avLst/>
              <a:gdLst/>
              <a:ahLst/>
              <a:cxnLst/>
              <a:rect l="l" t="t" r="r" b="b"/>
              <a:pathLst>
                <a:path w="41910" h="114300" extrusionOk="0">
                  <a:moveTo>
                    <a:pt x="41687" y="0"/>
                  </a:moveTo>
                  <a:lnTo>
                    <a:pt x="33337" y="0"/>
                  </a:lnTo>
                  <a:lnTo>
                    <a:pt x="30954" y="5872"/>
                  </a:lnTo>
                  <a:lnTo>
                    <a:pt x="26193" y="10636"/>
                  </a:lnTo>
                  <a:lnTo>
                    <a:pt x="20239" y="15397"/>
                  </a:lnTo>
                  <a:lnTo>
                    <a:pt x="15477" y="21431"/>
                  </a:lnTo>
                  <a:lnTo>
                    <a:pt x="8333" y="24922"/>
                  </a:lnTo>
                  <a:lnTo>
                    <a:pt x="0" y="28573"/>
                  </a:lnTo>
                  <a:lnTo>
                    <a:pt x="0" y="42861"/>
                  </a:lnTo>
                  <a:lnTo>
                    <a:pt x="9525" y="38098"/>
                  </a:lnTo>
                  <a:lnTo>
                    <a:pt x="15477" y="35717"/>
                  </a:lnTo>
                  <a:lnTo>
                    <a:pt x="20239" y="32066"/>
                  </a:lnTo>
                  <a:lnTo>
                    <a:pt x="28575" y="26192"/>
                  </a:lnTo>
                  <a:lnTo>
                    <a:pt x="28575" y="114298"/>
                  </a:lnTo>
                  <a:lnTo>
                    <a:pt x="41687" y="114298"/>
                  </a:lnTo>
                  <a:lnTo>
                    <a:pt x="41687"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717" name="Google Shape;2717;p115"/>
            <p:cNvPicPr preferRelativeResize="0"/>
            <p:nvPr/>
          </p:nvPicPr>
          <p:blipFill rotWithShape="1">
            <a:blip r:embed="rId28">
              <a:alphaModFix/>
            </a:blip>
            <a:srcRect/>
            <a:stretch/>
          </p:blipFill>
          <p:spPr>
            <a:xfrm>
              <a:off x="3210030" y="2159095"/>
              <a:ext cx="75025" cy="116680"/>
            </a:xfrm>
            <a:prstGeom prst="rect">
              <a:avLst/>
            </a:prstGeom>
            <a:noFill/>
            <a:ln>
              <a:noFill/>
            </a:ln>
          </p:spPr>
        </p:pic>
        <p:sp>
          <p:nvSpPr>
            <p:cNvPr id="2718" name="Google Shape;2718;p115"/>
            <p:cNvSpPr/>
            <p:nvPr/>
          </p:nvSpPr>
          <p:spPr>
            <a:xfrm>
              <a:off x="3305298" y="2124486"/>
              <a:ext cx="52705" cy="78740"/>
            </a:xfrm>
            <a:custGeom>
              <a:avLst/>
              <a:gdLst/>
              <a:ahLst/>
              <a:cxnLst/>
              <a:rect l="l" t="t" r="r" b="b"/>
              <a:pathLst>
                <a:path w="52704" h="78739" extrusionOk="0">
                  <a:moveTo>
                    <a:pt x="52405" y="0"/>
                  </a:moveTo>
                  <a:lnTo>
                    <a:pt x="0" y="0"/>
                  </a:lnTo>
                  <a:lnTo>
                    <a:pt x="0" y="8413"/>
                  </a:lnTo>
                  <a:lnTo>
                    <a:pt x="39291" y="8413"/>
                  </a:lnTo>
                  <a:lnTo>
                    <a:pt x="35720" y="13058"/>
                  </a:lnTo>
                  <a:lnTo>
                    <a:pt x="17468" y="48553"/>
                  </a:lnTo>
                  <a:lnTo>
                    <a:pt x="11906" y="71438"/>
                  </a:lnTo>
                  <a:lnTo>
                    <a:pt x="11906" y="78582"/>
                  </a:lnTo>
                  <a:lnTo>
                    <a:pt x="21431" y="78582"/>
                  </a:lnTo>
                  <a:lnTo>
                    <a:pt x="22622" y="70327"/>
                  </a:lnTo>
                  <a:lnTo>
                    <a:pt x="25003" y="56038"/>
                  </a:lnTo>
                  <a:lnTo>
                    <a:pt x="44204" y="17025"/>
                  </a:lnTo>
                  <a:lnTo>
                    <a:pt x="52405" y="7143"/>
                  </a:lnTo>
                  <a:lnTo>
                    <a:pt x="52405"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719" name="Google Shape;2719;p115"/>
          <p:cNvGrpSpPr/>
          <p:nvPr/>
        </p:nvGrpSpPr>
        <p:grpSpPr>
          <a:xfrm>
            <a:off x="3132622" y="1776831"/>
            <a:ext cx="225372" cy="152394"/>
            <a:chOff x="3132622" y="1776831"/>
            <a:chExt cx="225372" cy="152394"/>
          </a:xfrm>
        </p:grpSpPr>
        <p:sp>
          <p:nvSpPr>
            <p:cNvPr id="2720" name="Google Shape;2720;p115"/>
            <p:cNvSpPr/>
            <p:nvPr/>
          </p:nvSpPr>
          <p:spPr>
            <a:xfrm>
              <a:off x="3132622" y="1813655"/>
              <a:ext cx="41910" cy="113664"/>
            </a:xfrm>
            <a:custGeom>
              <a:avLst/>
              <a:gdLst/>
              <a:ahLst/>
              <a:cxnLst/>
              <a:rect l="l" t="t" r="r" b="b"/>
              <a:pathLst>
                <a:path w="41910" h="113664" extrusionOk="0">
                  <a:moveTo>
                    <a:pt x="41687" y="0"/>
                  </a:moveTo>
                  <a:lnTo>
                    <a:pt x="33337" y="0"/>
                  </a:lnTo>
                  <a:lnTo>
                    <a:pt x="30954" y="4761"/>
                  </a:lnTo>
                  <a:lnTo>
                    <a:pt x="26193" y="9525"/>
                  </a:lnTo>
                  <a:lnTo>
                    <a:pt x="20239" y="14286"/>
                  </a:lnTo>
                  <a:lnTo>
                    <a:pt x="15477" y="20320"/>
                  </a:lnTo>
                  <a:lnTo>
                    <a:pt x="8333" y="23811"/>
                  </a:lnTo>
                  <a:lnTo>
                    <a:pt x="0" y="28575"/>
                  </a:lnTo>
                  <a:lnTo>
                    <a:pt x="0" y="41751"/>
                  </a:lnTo>
                  <a:lnTo>
                    <a:pt x="4761" y="40481"/>
                  </a:lnTo>
                  <a:lnTo>
                    <a:pt x="9525" y="38100"/>
                  </a:lnTo>
                  <a:lnTo>
                    <a:pt x="15477" y="34606"/>
                  </a:lnTo>
                  <a:lnTo>
                    <a:pt x="20239" y="30956"/>
                  </a:lnTo>
                  <a:lnTo>
                    <a:pt x="28575" y="25081"/>
                  </a:lnTo>
                  <a:lnTo>
                    <a:pt x="28575" y="113187"/>
                  </a:lnTo>
                  <a:lnTo>
                    <a:pt x="41687" y="113187"/>
                  </a:lnTo>
                  <a:lnTo>
                    <a:pt x="41687"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721" name="Google Shape;2721;p115"/>
            <p:cNvPicPr preferRelativeResize="0"/>
            <p:nvPr/>
          </p:nvPicPr>
          <p:blipFill rotWithShape="1">
            <a:blip r:embed="rId29">
              <a:alphaModFix/>
            </a:blip>
            <a:srcRect/>
            <a:stretch/>
          </p:blipFill>
          <p:spPr>
            <a:xfrm>
              <a:off x="3210030" y="1813655"/>
              <a:ext cx="75025" cy="115570"/>
            </a:xfrm>
            <a:prstGeom prst="rect">
              <a:avLst/>
            </a:prstGeom>
            <a:noFill/>
            <a:ln>
              <a:noFill/>
            </a:ln>
          </p:spPr>
        </p:pic>
        <p:sp>
          <p:nvSpPr>
            <p:cNvPr id="2722" name="Google Shape;2722;p115"/>
            <p:cNvSpPr/>
            <p:nvPr/>
          </p:nvSpPr>
          <p:spPr>
            <a:xfrm>
              <a:off x="3305289" y="1776831"/>
              <a:ext cx="52705" cy="81280"/>
            </a:xfrm>
            <a:custGeom>
              <a:avLst/>
              <a:gdLst/>
              <a:ahLst/>
              <a:cxnLst/>
              <a:rect l="l" t="t" r="r" b="b"/>
              <a:pathLst>
                <a:path w="52704" h="81280" extrusionOk="0">
                  <a:moveTo>
                    <a:pt x="52412" y="51117"/>
                  </a:moveTo>
                  <a:lnTo>
                    <a:pt x="51219" y="47625"/>
                  </a:lnTo>
                  <a:lnTo>
                    <a:pt x="48831" y="43967"/>
                  </a:lnTo>
                  <a:lnTo>
                    <a:pt x="45250" y="40474"/>
                  </a:lnTo>
                  <a:lnTo>
                    <a:pt x="41681" y="38100"/>
                  </a:lnTo>
                  <a:lnTo>
                    <a:pt x="41681" y="52387"/>
                  </a:lnTo>
                  <a:lnTo>
                    <a:pt x="41681" y="61912"/>
                  </a:lnTo>
                  <a:lnTo>
                    <a:pt x="40487" y="65405"/>
                  </a:lnTo>
                  <a:lnTo>
                    <a:pt x="34531" y="71437"/>
                  </a:lnTo>
                  <a:lnTo>
                    <a:pt x="30962" y="72542"/>
                  </a:lnTo>
                  <a:lnTo>
                    <a:pt x="20243" y="72542"/>
                  </a:lnTo>
                  <a:lnTo>
                    <a:pt x="17856" y="70167"/>
                  </a:lnTo>
                  <a:lnTo>
                    <a:pt x="15481" y="69049"/>
                  </a:lnTo>
                  <a:lnTo>
                    <a:pt x="13106" y="66675"/>
                  </a:lnTo>
                  <a:lnTo>
                    <a:pt x="9525" y="59524"/>
                  </a:lnTo>
                  <a:lnTo>
                    <a:pt x="9525" y="52387"/>
                  </a:lnTo>
                  <a:lnTo>
                    <a:pt x="10718" y="47625"/>
                  </a:lnTo>
                  <a:lnTo>
                    <a:pt x="14287" y="45237"/>
                  </a:lnTo>
                  <a:lnTo>
                    <a:pt x="16675" y="41592"/>
                  </a:lnTo>
                  <a:lnTo>
                    <a:pt x="21437" y="40474"/>
                  </a:lnTo>
                  <a:lnTo>
                    <a:pt x="30962" y="40474"/>
                  </a:lnTo>
                  <a:lnTo>
                    <a:pt x="34531" y="41592"/>
                  </a:lnTo>
                  <a:lnTo>
                    <a:pt x="36918" y="45237"/>
                  </a:lnTo>
                  <a:lnTo>
                    <a:pt x="40487" y="48729"/>
                  </a:lnTo>
                  <a:lnTo>
                    <a:pt x="41681" y="52387"/>
                  </a:lnTo>
                  <a:lnTo>
                    <a:pt x="41681" y="38100"/>
                  </a:lnTo>
                  <a:lnTo>
                    <a:pt x="36918" y="35712"/>
                  </a:lnTo>
                  <a:lnTo>
                    <a:pt x="41681" y="34442"/>
                  </a:lnTo>
                  <a:lnTo>
                    <a:pt x="44056" y="32067"/>
                  </a:lnTo>
                  <a:lnTo>
                    <a:pt x="46443" y="29679"/>
                  </a:lnTo>
                  <a:lnTo>
                    <a:pt x="47625" y="27305"/>
                  </a:lnTo>
                  <a:lnTo>
                    <a:pt x="48831" y="23812"/>
                  </a:lnTo>
                  <a:lnTo>
                    <a:pt x="48831" y="14287"/>
                  </a:lnTo>
                  <a:lnTo>
                    <a:pt x="46443" y="9525"/>
                  </a:lnTo>
                  <a:lnTo>
                    <a:pt x="44107" y="7137"/>
                  </a:lnTo>
                  <a:lnTo>
                    <a:pt x="39293" y="2311"/>
                  </a:lnTo>
                  <a:lnTo>
                    <a:pt x="39293" y="16662"/>
                  </a:lnTo>
                  <a:lnTo>
                    <a:pt x="39293" y="23812"/>
                  </a:lnTo>
                  <a:lnTo>
                    <a:pt x="38100" y="26187"/>
                  </a:lnTo>
                  <a:lnTo>
                    <a:pt x="33337" y="30949"/>
                  </a:lnTo>
                  <a:lnTo>
                    <a:pt x="29768" y="32067"/>
                  </a:lnTo>
                  <a:lnTo>
                    <a:pt x="22631" y="32067"/>
                  </a:lnTo>
                  <a:lnTo>
                    <a:pt x="19050" y="30949"/>
                  </a:lnTo>
                  <a:lnTo>
                    <a:pt x="14287" y="26187"/>
                  </a:lnTo>
                  <a:lnTo>
                    <a:pt x="13106" y="23812"/>
                  </a:lnTo>
                  <a:lnTo>
                    <a:pt x="13106" y="16662"/>
                  </a:lnTo>
                  <a:lnTo>
                    <a:pt x="14287" y="13017"/>
                  </a:lnTo>
                  <a:lnTo>
                    <a:pt x="19050" y="8255"/>
                  </a:lnTo>
                  <a:lnTo>
                    <a:pt x="22631" y="7137"/>
                  </a:lnTo>
                  <a:lnTo>
                    <a:pt x="29768" y="7137"/>
                  </a:lnTo>
                  <a:lnTo>
                    <a:pt x="32156" y="8255"/>
                  </a:lnTo>
                  <a:lnTo>
                    <a:pt x="35725" y="10629"/>
                  </a:lnTo>
                  <a:lnTo>
                    <a:pt x="38100" y="14287"/>
                  </a:lnTo>
                  <a:lnTo>
                    <a:pt x="39293" y="16662"/>
                  </a:lnTo>
                  <a:lnTo>
                    <a:pt x="39293" y="2311"/>
                  </a:lnTo>
                  <a:lnTo>
                    <a:pt x="38100" y="1104"/>
                  </a:lnTo>
                  <a:lnTo>
                    <a:pt x="32156" y="0"/>
                  </a:lnTo>
                  <a:lnTo>
                    <a:pt x="19050" y="0"/>
                  </a:lnTo>
                  <a:lnTo>
                    <a:pt x="13106" y="1104"/>
                  </a:lnTo>
                  <a:lnTo>
                    <a:pt x="9525" y="5867"/>
                  </a:lnTo>
                  <a:lnTo>
                    <a:pt x="4762" y="9525"/>
                  </a:lnTo>
                  <a:lnTo>
                    <a:pt x="2387" y="14287"/>
                  </a:lnTo>
                  <a:lnTo>
                    <a:pt x="2387" y="23812"/>
                  </a:lnTo>
                  <a:lnTo>
                    <a:pt x="3568" y="27305"/>
                  </a:lnTo>
                  <a:lnTo>
                    <a:pt x="10718" y="34442"/>
                  </a:lnTo>
                  <a:lnTo>
                    <a:pt x="15481" y="35712"/>
                  </a:lnTo>
                  <a:lnTo>
                    <a:pt x="9525" y="38100"/>
                  </a:lnTo>
                  <a:lnTo>
                    <a:pt x="5956" y="40474"/>
                  </a:lnTo>
                  <a:lnTo>
                    <a:pt x="3568" y="42862"/>
                  </a:lnTo>
                  <a:lnTo>
                    <a:pt x="1193" y="46355"/>
                  </a:lnTo>
                  <a:lnTo>
                    <a:pt x="0" y="51117"/>
                  </a:lnTo>
                  <a:lnTo>
                    <a:pt x="0" y="63017"/>
                  </a:lnTo>
                  <a:lnTo>
                    <a:pt x="2387" y="69049"/>
                  </a:lnTo>
                  <a:lnTo>
                    <a:pt x="11912" y="78574"/>
                  </a:lnTo>
                  <a:lnTo>
                    <a:pt x="17856" y="80962"/>
                  </a:lnTo>
                  <a:lnTo>
                    <a:pt x="33337" y="80962"/>
                  </a:lnTo>
                  <a:lnTo>
                    <a:pt x="40487" y="78574"/>
                  </a:lnTo>
                  <a:lnTo>
                    <a:pt x="46532" y="72542"/>
                  </a:lnTo>
                  <a:lnTo>
                    <a:pt x="50025" y="69049"/>
                  </a:lnTo>
                  <a:lnTo>
                    <a:pt x="52412" y="63017"/>
                  </a:lnTo>
                  <a:lnTo>
                    <a:pt x="52412" y="51117"/>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pic>
        <p:nvPicPr>
          <p:cNvPr id="2723" name="Google Shape;2723;p115"/>
          <p:cNvPicPr preferRelativeResize="0"/>
          <p:nvPr/>
        </p:nvPicPr>
        <p:blipFill rotWithShape="1">
          <a:blip r:embed="rId30">
            <a:alphaModFix/>
          </a:blip>
          <a:srcRect/>
          <a:stretch/>
        </p:blipFill>
        <p:spPr>
          <a:xfrm>
            <a:off x="2840865" y="3160648"/>
            <a:ext cx="163150" cy="1346992"/>
          </a:xfrm>
          <a:prstGeom prst="rect">
            <a:avLst/>
          </a:prstGeom>
          <a:noFill/>
          <a:ln>
            <a:noFill/>
          </a:ln>
        </p:spPr>
      </p:pic>
      <p:pic>
        <p:nvPicPr>
          <p:cNvPr id="2724" name="Google Shape;2724;p115"/>
          <p:cNvPicPr preferRelativeResize="0"/>
          <p:nvPr/>
        </p:nvPicPr>
        <p:blipFill rotWithShape="1">
          <a:blip r:embed="rId31">
            <a:alphaModFix/>
          </a:blip>
          <a:srcRect/>
          <a:stretch/>
        </p:blipFill>
        <p:spPr>
          <a:xfrm>
            <a:off x="2843246" y="2737897"/>
            <a:ext cx="126223" cy="348486"/>
          </a:xfrm>
          <a:prstGeom prst="rect">
            <a:avLst/>
          </a:prstGeom>
          <a:noFill/>
          <a:ln>
            <a:noFill/>
          </a:ln>
        </p:spPr>
      </p:pic>
      <p:sp>
        <p:nvSpPr>
          <p:cNvPr id="2725" name="Google Shape;2725;p115"/>
          <p:cNvSpPr txBox="1">
            <a:spLocks noGrp="1"/>
          </p:cNvSpPr>
          <p:nvPr>
            <p:ph type="sldNum" idx="12"/>
          </p:nvPr>
        </p:nvSpPr>
        <p:spPr>
          <a:xfrm>
            <a:off x="11282426" y="6440594"/>
            <a:ext cx="250825" cy="200659"/>
          </a:xfrm>
          <a:prstGeom prst="rect">
            <a:avLst/>
          </a:prstGeom>
          <a:noFill/>
          <a:ln>
            <a:noFill/>
          </a:ln>
        </p:spPr>
        <p:txBody>
          <a:bodyPr spcFirstLastPara="1" wrap="square" lIns="0" tIns="2525" rIns="0" bIns="0" anchor="t" anchorCtr="0">
            <a:spAutoFit/>
          </a:bodyPr>
          <a:lstStyle/>
          <a:p>
            <a:pPr marL="38100" lvl="0" indent="0" algn="l" rtl="0">
              <a:lnSpc>
                <a:spcPct val="100000"/>
              </a:lnSpc>
              <a:spcBef>
                <a:spcPts val="0"/>
              </a:spcBef>
              <a:spcAft>
                <a:spcPts val="0"/>
              </a:spcAft>
              <a:buNone/>
            </a:pPr>
            <a:r>
              <a:rPr lang="en-US"/>
              <a:t>36</a:t>
            </a:r>
            <a:endParaRPr/>
          </a:p>
        </p:txBody>
      </p:sp>
    </p:spTree>
    <p:extLst>
      <p:ext uri="{BB962C8B-B14F-4D97-AF65-F5344CB8AC3E}">
        <p14:creationId xmlns:p14="http://schemas.microsoft.com/office/powerpoint/2010/main" val="17289548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29"/>
        <p:cNvGrpSpPr/>
        <p:nvPr/>
      </p:nvGrpSpPr>
      <p:grpSpPr>
        <a:xfrm>
          <a:off x="0" y="0"/>
          <a:ext cx="0" cy="0"/>
          <a:chOff x="0" y="0"/>
          <a:chExt cx="0" cy="0"/>
        </a:xfrm>
      </p:grpSpPr>
      <p:sp>
        <p:nvSpPr>
          <p:cNvPr id="2730" name="Google Shape;2730;p116" descr="$PPTXTitle"/>
          <p:cNvSpPr txBox="1">
            <a:spLocks noGrp="1"/>
          </p:cNvSpPr>
          <p:nvPr>
            <p:ph type="title"/>
          </p:nvPr>
        </p:nvSpPr>
        <p:spPr>
          <a:xfrm>
            <a:off x="707542" y="494791"/>
            <a:ext cx="11589715" cy="985519"/>
          </a:xfrm>
          <a:prstGeom prst="rect">
            <a:avLst/>
          </a:prstGeom>
          <a:noFill/>
          <a:ln>
            <a:noFill/>
          </a:ln>
        </p:spPr>
        <p:txBody>
          <a:bodyPr spcFirstLastPara="1" wrap="square" lIns="0" tIns="12700" rIns="0" bIns="0" anchor="t" anchorCtr="0">
            <a:spAutoFit/>
          </a:bodyPr>
          <a:lstStyle/>
          <a:p>
            <a:pPr marL="188595" lvl="0" indent="0" algn="l" rtl="0">
              <a:lnSpc>
                <a:spcPct val="100000"/>
              </a:lnSpc>
              <a:spcBef>
                <a:spcPts val="0"/>
              </a:spcBef>
              <a:spcAft>
                <a:spcPts val="0"/>
              </a:spcAft>
              <a:buNone/>
            </a:pPr>
            <a:r>
              <a:rPr lang="en-US"/>
              <a:t>Training/cross-validation loss by regularization</a:t>
            </a:r>
            <a:endParaRPr/>
          </a:p>
        </p:txBody>
      </p:sp>
      <p:grpSp>
        <p:nvGrpSpPr>
          <p:cNvPr id="2731" name="Google Shape;2731;p116"/>
          <p:cNvGrpSpPr/>
          <p:nvPr/>
        </p:nvGrpSpPr>
        <p:grpSpPr>
          <a:xfrm>
            <a:off x="3497025" y="1879219"/>
            <a:ext cx="5720080" cy="3477895"/>
            <a:chOff x="3497025" y="1879219"/>
            <a:chExt cx="5720080" cy="3477895"/>
          </a:xfrm>
        </p:grpSpPr>
        <p:sp>
          <p:nvSpPr>
            <p:cNvPr id="2732" name="Google Shape;2732;p116"/>
            <p:cNvSpPr/>
            <p:nvPr/>
          </p:nvSpPr>
          <p:spPr>
            <a:xfrm>
              <a:off x="3497025" y="1879219"/>
              <a:ext cx="5720080" cy="3477895"/>
            </a:xfrm>
            <a:custGeom>
              <a:avLst/>
              <a:gdLst/>
              <a:ahLst/>
              <a:cxnLst/>
              <a:rect l="l" t="t" r="r" b="b"/>
              <a:pathLst>
                <a:path w="5720080" h="3477895" extrusionOk="0">
                  <a:moveTo>
                    <a:pt x="5719653" y="0"/>
                  </a:moveTo>
                  <a:lnTo>
                    <a:pt x="0" y="0"/>
                  </a:lnTo>
                  <a:lnTo>
                    <a:pt x="0" y="3477529"/>
                  </a:lnTo>
                  <a:lnTo>
                    <a:pt x="5719653" y="3477529"/>
                  </a:lnTo>
                  <a:lnTo>
                    <a:pt x="5719653" y="0"/>
                  </a:lnTo>
                  <a:close/>
                </a:path>
              </a:pathLst>
            </a:custGeom>
            <a:solidFill>
              <a:srgbClr val="EAEAF1"/>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733" name="Google Shape;2733;p116"/>
            <p:cNvSpPr/>
            <p:nvPr/>
          </p:nvSpPr>
          <p:spPr>
            <a:xfrm>
              <a:off x="3497025" y="1879219"/>
              <a:ext cx="5720080" cy="3477895"/>
            </a:xfrm>
            <a:custGeom>
              <a:avLst/>
              <a:gdLst/>
              <a:ahLst/>
              <a:cxnLst/>
              <a:rect l="l" t="t" r="r" b="b"/>
              <a:pathLst>
                <a:path w="5720080" h="3477895" extrusionOk="0">
                  <a:moveTo>
                    <a:pt x="0" y="3477529"/>
                  </a:moveTo>
                  <a:lnTo>
                    <a:pt x="0" y="3477529"/>
                  </a:lnTo>
                  <a:lnTo>
                    <a:pt x="0" y="0"/>
                  </a:lnTo>
                </a:path>
                <a:path w="5720080" h="3477895" extrusionOk="0">
                  <a:moveTo>
                    <a:pt x="714516" y="3477529"/>
                  </a:moveTo>
                  <a:lnTo>
                    <a:pt x="714516" y="3477529"/>
                  </a:lnTo>
                  <a:lnTo>
                    <a:pt x="714516" y="0"/>
                  </a:lnTo>
                </a:path>
                <a:path w="5720080" h="3477895" extrusionOk="0">
                  <a:moveTo>
                    <a:pt x="1430143" y="3477529"/>
                  </a:moveTo>
                  <a:lnTo>
                    <a:pt x="1430143" y="3477529"/>
                  </a:lnTo>
                  <a:lnTo>
                    <a:pt x="1430143" y="0"/>
                  </a:lnTo>
                </a:path>
                <a:path w="5720080" h="3477895" extrusionOk="0">
                  <a:moveTo>
                    <a:pt x="2144691" y="3477529"/>
                  </a:moveTo>
                  <a:lnTo>
                    <a:pt x="2144691" y="3477529"/>
                  </a:lnTo>
                  <a:lnTo>
                    <a:pt x="2144691" y="0"/>
                  </a:lnTo>
                </a:path>
                <a:path w="5720080" h="3477895" extrusionOk="0">
                  <a:moveTo>
                    <a:pt x="2860509" y="3477529"/>
                  </a:moveTo>
                  <a:lnTo>
                    <a:pt x="2860509" y="3477529"/>
                  </a:lnTo>
                  <a:lnTo>
                    <a:pt x="2860509" y="0"/>
                  </a:lnTo>
                </a:path>
                <a:path w="5720080" h="3477895" extrusionOk="0">
                  <a:moveTo>
                    <a:pt x="3574899" y="3477529"/>
                  </a:moveTo>
                  <a:lnTo>
                    <a:pt x="3574899" y="3477529"/>
                  </a:lnTo>
                  <a:lnTo>
                    <a:pt x="3574899" y="0"/>
                  </a:lnTo>
                </a:path>
                <a:path w="5720080" h="3477895" extrusionOk="0">
                  <a:moveTo>
                    <a:pt x="4289446" y="3477529"/>
                  </a:moveTo>
                  <a:lnTo>
                    <a:pt x="4289446" y="3477529"/>
                  </a:lnTo>
                  <a:lnTo>
                    <a:pt x="4289446" y="0"/>
                  </a:lnTo>
                </a:path>
                <a:path w="5720080" h="3477895" extrusionOk="0">
                  <a:moveTo>
                    <a:pt x="5005106" y="3477529"/>
                  </a:moveTo>
                  <a:lnTo>
                    <a:pt x="5005106" y="3477529"/>
                  </a:lnTo>
                  <a:lnTo>
                    <a:pt x="5005106" y="0"/>
                  </a:lnTo>
                </a:path>
                <a:path w="5720080" h="3477895" extrusionOk="0">
                  <a:moveTo>
                    <a:pt x="5719654" y="3477529"/>
                  </a:moveTo>
                  <a:lnTo>
                    <a:pt x="5719654" y="3477529"/>
                  </a:lnTo>
                  <a:lnTo>
                    <a:pt x="5719654" y="0"/>
                  </a:lnTo>
                </a:path>
                <a:path w="5720080" h="3477895" extrusionOk="0">
                  <a:moveTo>
                    <a:pt x="0" y="3477529"/>
                  </a:moveTo>
                  <a:lnTo>
                    <a:pt x="0" y="3477529"/>
                  </a:lnTo>
                  <a:lnTo>
                    <a:pt x="5719654" y="3477529"/>
                  </a:lnTo>
                </a:path>
                <a:path w="5720080" h="3477895" extrusionOk="0">
                  <a:moveTo>
                    <a:pt x="0" y="1738788"/>
                  </a:moveTo>
                  <a:lnTo>
                    <a:pt x="0" y="1738788"/>
                  </a:lnTo>
                  <a:lnTo>
                    <a:pt x="5719654" y="1738788"/>
                  </a:lnTo>
                </a:path>
                <a:path w="5720080" h="3477895" extrusionOk="0">
                  <a:moveTo>
                    <a:pt x="0" y="0"/>
                  </a:moveTo>
                  <a:lnTo>
                    <a:pt x="0" y="0"/>
                  </a:lnTo>
                  <a:lnTo>
                    <a:pt x="5719654" y="0"/>
                  </a:lnTo>
                </a:path>
              </a:pathLst>
            </a:custGeom>
            <a:noFill/>
            <a:ln w="1547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734" name="Google Shape;2734;p116"/>
            <p:cNvSpPr/>
            <p:nvPr/>
          </p:nvSpPr>
          <p:spPr>
            <a:xfrm>
              <a:off x="3497025" y="2826004"/>
              <a:ext cx="5720080" cy="2386965"/>
            </a:xfrm>
            <a:custGeom>
              <a:avLst/>
              <a:gdLst/>
              <a:ahLst/>
              <a:cxnLst/>
              <a:rect l="l" t="t" r="r" b="b"/>
              <a:pathLst>
                <a:path w="5720080" h="2386965" extrusionOk="0">
                  <a:moveTo>
                    <a:pt x="0" y="2386631"/>
                  </a:moveTo>
                  <a:lnTo>
                    <a:pt x="2934329" y="2383059"/>
                  </a:lnTo>
                  <a:lnTo>
                    <a:pt x="3328514" y="2379487"/>
                  </a:lnTo>
                  <a:lnTo>
                    <a:pt x="3562992" y="2373534"/>
                  </a:lnTo>
                  <a:lnTo>
                    <a:pt x="3735715" y="2366391"/>
                  </a:lnTo>
                  <a:lnTo>
                    <a:pt x="3878593" y="2356866"/>
                  </a:lnTo>
                  <a:lnTo>
                    <a:pt x="4009565" y="2343769"/>
                  </a:lnTo>
                  <a:lnTo>
                    <a:pt x="4123867" y="2329465"/>
                  </a:lnTo>
                  <a:lnTo>
                    <a:pt x="4227533" y="2313987"/>
                  </a:lnTo>
                  <a:lnTo>
                    <a:pt x="4313259" y="2297318"/>
                  </a:lnTo>
                  <a:lnTo>
                    <a:pt x="4387080" y="2279443"/>
                  </a:lnTo>
                  <a:lnTo>
                    <a:pt x="4456137" y="2259203"/>
                  </a:lnTo>
                  <a:lnTo>
                    <a:pt x="4519321" y="2236581"/>
                  </a:lnTo>
                  <a:lnTo>
                    <a:pt x="4576472" y="2212752"/>
                  </a:lnTo>
                  <a:lnTo>
                    <a:pt x="4627591" y="2187749"/>
                  </a:lnTo>
                  <a:lnTo>
                    <a:pt x="4678868" y="2157968"/>
                  </a:lnTo>
                  <a:lnTo>
                    <a:pt x="4725383" y="2128202"/>
                  </a:lnTo>
                  <a:lnTo>
                    <a:pt x="4770627" y="2094849"/>
                  </a:lnTo>
                  <a:lnTo>
                    <a:pt x="4815872" y="2055558"/>
                  </a:lnTo>
                  <a:lnTo>
                    <a:pt x="4862228" y="2011489"/>
                  </a:lnTo>
                  <a:lnTo>
                    <a:pt x="4901599" y="1968611"/>
                  </a:lnTo>
                  <a:lnTo>
                    <a:pt x="4942081" y="1920986"/>
                  </a:lnTo>
                  <a:lnTo>
                    <a:pt x="4982563" y="1867392"/>
                  </a:lnTo>
                  <a:lnTo>
                    <a:pt x="5021775" y="1807845"/>
                  </a:lnTo>
                  <a:lnTo>
                    <a:pt x="5062257" y="1742281"/>
                  </a:lnTo>
                  <a:lnTo>
                    <a:pt x="5102739" y="1670843"/>
                  </a:lnTo>
                  <a:lnTo>
                    <a:pt x="5142110" y="1592262"/>
                  </a:lnTo>
                  <a:lnTo>
                    <a:pt x="5188624" y="1494631"/>
                  </a:lnTo>
                  <a:lnTo>
                    <a:pt x="5233869" y="1388586"/>
                  </a:lnTo>
                  <a:lnTo>
                    <a:pt x="5284988" y="1258887"/>
                  </a:lnTo>
                  <a:lnTo>
                    <a:pt x="5342139" y="1105217"/>
                  </a:lnTo>
                  <a:lnTo>
                    <a:pt x="5411196" y="908685"/>
                  </a:lnTo>
                  <a:lnTo>
                    <a:pt x="5508830" y="619283"/>
                  </a:lnTo>
                  <a:lnTo>
                    <a:pt x="5651866" y="194151"/>
                  </a:lnTo>
                  <a:lnTo>
                    <a:pt x="5719654" y="0"/>
                  </a:lnTo>
                </a:path>
              </a:pathLst>
            </a:custGeom>
            <a:noFill/>
            <a:ln w="27375" cap="flat" cmpd="sng">
              <a:solidFill>
                <a:srgbClr val="4B71A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735" name="Google Shape;2735;p116"/>
            <p:cNvSpPr/>
            <p:nvPr/>
          </p:nvSpPr>
          <p:spPr>
            <a:xfrm>
              <a:off x="3497025" y="2809335"/>
              <a:ext cx="5720080" cy="2419350"/>
            </a:xfrm>
            <a:custGeom>
              <a:avLst/>
              <a:gdLst/>
              <a:ahLst/>
              <a:cxnLst/>
              <a:rect l="l" t="t" r="r" b="b"/>
              <a:pathLst>
                <a:path w="5720080" h="2419350" extrusionOk="0">
                  <a:moveTo>
                    <a:pt x="0" y="404971"/>
                  </a:moveTo>
                  <a:lnTo>
                    <a:pt x="165531" y="1109980"/>
                  </a:lnTo>
                  <a:lnTo>
                    <a:pt x="239368" y="1411287"/>
                  </a:lnTo>
                  <a:lnTo>
                    <a:pt x="297709" y="1630362"/>
                  </a:lnTo>
                  <a:lnTo>
                    <a:pt x="342970" y="1793541"/>
                  </a:lnTo>
                  <a:lnTo>
                    <a:pt x="383452" y="1924542"/>
                  </a:lnTo>
                  <a:lnTo>
                    <a:pt x="416806" y="2026967"/>
                  </a:lnTo>
                  <a:lnTo>
                    <a:pt x="451335" y="2117486"/>
                  </a:lnTo>
                  <a:lnTo>
                    <a:pt x="479910" y="2184177"/>
                  </a:lnTo>
                  <a:lnTo>
                    <a:pt x="508502" y="2241343"/>
                  </a:lnTo>
                  <a:lnTo>
                    <a:pt x="537077" y="2290159"/>
                  </a:lnTo>
                  <a:lnTo>
                    <a:pt x="559700" y="2322322"/>
                  </a:lnTo>
                  <a:lnTo>
                    <a:pt x="606151" y="2371153"/>
                  </a:lnTo>
                  <a:lnTo>
                    <a:pt x="651395" y="2402109"/>
                  </a:lnTo>
                  <a:lnTo>
                    <a:pt x="697847" y="2416397"/>
                  </a:lnTo>
                  <a:lnTo>
                    <a:pt x="726422" y="2418794"/>
                  </a:lnTo>
                  <a:lnTo>
                    <a:pt x="754998" y="2417587"/>
                  </a:lnTo>
                  <a:lnTo>
                    <a:pt x="789574" y="2412825"/>
                  </a:lnTo>
                  <a:lnTo>
                    <a:pt x="834819" y="2402109"/>
                  </a:lnTo>
                  <a:lnTo>
                    <a:pt x="920546" y="2378297"/>
                  </a:lnTo>
                  <a:lnTo>
                    <a:pt x="995477" y="2358040"/>
                  </a:lnTo>
                  <a:lnTo>
                    <a:pt x="1052787" y="2346134"/>
                  </a:lnTo>
                  <a:lnTo>
                    <a:pt x="1103906" y="2338990"/>
                  </a:lnTo>
                  <a:lnTo>
                    <a:pt x="1155183" y="2335418"/>
                  </a:lnTo>
                  <a:lnTo>
                    <a:pt x="1206301" y="2335418"/>
                  </a:lnTo>
                  <a:lnTo>
                    <a:pt x="1263452" y="2338990"/>
                  </a:lnTo>
                  <a:lnTo>
                    <a:pt x="1320604" y="2346134"/>
                  </a:lnTo>
                  <a:lnTo>
                    <a:pt x="1389661" y="2358040"/>
                  </a:lnTo>
                  <a:lnTo>
                    <a:pt x="1504122" y="2383059"/>
                  </a:lnTo>
                  <a:lnTo>
                    <a:pt x="1601755" y="2403300"/>
                  </a:lnTo>
                  <a:lnTo>
                    <a:pt x="1664780" y="2412825"/>
                  </a:lnTo>
                  <a:lnTo>
                    <a:pt x="1721932" y="2417587"/>
                  </a:lnTo>
                  <a:lnTo>
                    <a:pt x="1779083" y="2418794"/>
                  </a:lnTo>
                  <a:lnTo>
                    <a:pt x="1836234" y="2417587"/>
                  </a:lnTo>
                  <a:lnTo>
                    <a:pt x="1904180" y="2410444"/>
                  </a:lnTo>
                  <a:lnTo>
                    <a:pt x="2007846" y="2397347"/>
                  </a:lnTo>
                  <a:lnTo>
                    <a:pt x="2116116" y="2383059"/>
                  </a:lnTo>
                  <a:lnTo>
                    <a:pt x="2185173" y="2378297"/>
                  </a:lnTo>
                  <a:lnTo>
                    <a:pt x="2253120" y="2377106"/>
                  </a:lnTo>
                  <a:lnTo>
                    <a:pt x="2328051" y="2378297"/>
                  </a:lnTo>
                  <a:lnTo>
                    <a:pt x="2424573" y="2385441"/>
                  </a:lnTo>
                  <a:lnTo>
                    <a:pt x="2642541" y="2400919"/>
                  </a:lnTo>
                  <a:lnTo>
                    <a:pt x="2756843" y="2405681"/>
                  </a:lnTo>
                  <a:lnTo>
                    <a:pt x="2889085" y="2405681"/>
                  </a:lnTo>
                  <a:lnTo>
                    <a:pt x="3093876" y="2403300"/>
                  </a:lnTo>
                  <a:lnTo>
                    <a:pt x="3277236" y="2402109"/>
                  </a:lnTo>
                  <a:lnTo>
                    <a:pt x="3477265" y="2400919"/>
                  </a:lnTo>
                  <a:lnTo>
                    <a:pt x="3569025" y="2396156"/>
                  </a:lnTo>
                  <a:lnTo>
                    <a:pt x="3672532" y="2386631"/>
                  </a:lnTo>
                  <a:lnTo>
                    <a:pt x="3866687" y="2369962"/>
                  </a:lnTo>
                  <a:lnTo>
                    <a:pt x="3997658" y="2362819"/>
                  </a:lnTo>
                  <a:lnTo>
                    <a:pt x="4117993" y="2354468"/>
                  </a:lnTo>
                  <a:lnTo>
                    <a:pt x="4198957" y="2346134"/>
                  </a:lnTo>
                  <a:lnTo>
                    <a:pt x="4272777" y="2335418"/>
                  </a:lnTo>
                  <a:lnTo>
                    <a:pt x="4346598" y="2319940"/>
                  </a:lnTo>
                  <a:lnTo>
                    <a:pt x="4421688" y="2302081"/>
                  </a:lnTo>
                  <a:lnTo>
                    <a:pt x="4490746" y="2280634"/>
                  </a:lnTo>
                  <a:lnTo>
                    <a:pt x="4547897" y="2260393"/>
                  </a:lnTo>
                  <a:lnTo>
                    <a:pt x="4599015" y="2237771"/>
                  </a:lnTo>
                  <a:lnTo>
                    <a:pt x="4644260" y="2215134"/>
                  </a:lnTo>
                  <a:lnTo>
                    <a:pt x="4690774" y="2187749"/>
                  </a:lnTo>
                  <a:lnTo>
                    <a:pt x="4736019" y="2156777"/>
                  </a:lnTo>
                  <a:lnTo>
                    <a:pt x="4776501" y="2124630"/>
                  </a:lnTo>
                  <a:lnTo>
                    <a:pt x="4815872" y="2088896"/>
                  </a:lnTo>
                  <a:lnTo>
                    <a:pt x="4856354" y="2049589"/>
                  </a:lnTo>
                  <a:lnTo>
                    <a:pt x="4896836" y="2004345"/>
                  </a:lnTo>
                  <a:lnTo>
                    <a:pt x="4936048" y="1954323"/>
                  </a:lnTo>
                  <a:lnTo>
                    <a:pt x="4976530" y="1899539"/>
                  </a:lnTo>
                  <a:lnTo>
                    <a:pt x="5017012" y="1838801"/>
                  </a:lnTo>
                  <a:lnTo>
                    <a:pt x="5056383" y="1770856"/>
                  </a:lnTo>
                  <a:lnTo>
                    <a:pt x="5096865" y="1697037"/>
                  </a:lnTo>
                  <a:lnTo>
                    <a:pt x="5142110" y="1605438"/>
                  </a:lnTo>
                  <a:lnTo>
                    <a:pt x="5188624" y="1505267"/>
                  </a:lnTo>
                  <a:lnTo>
                    <a:pt x="5233869" y="1395730"/>
                  </a:lnTo>
                  <a:lnTo>
                    <a:pt x="5284988" y="1264761"/>
                  </a:lnTo>
                  <a:lnTo>
                    <a:pt x="5342139" y="1108710"/>
                  </a:lnTo>
                  <a:lnTo>
                    <a:pt x="5411196" y="911066"/>
                  </a:lnTo>
                  <a:lnTo>
                    <a:pt x="5519625" y="585946"/>
                  </a:lnTo>
                  <a:lnTo>
                    <a:pt x="5645834" y="210820"/>
                  </a:lnTo>
                  <a:lnTo>
                    <a:pt x="5719654" y="0"/>
                  </a:lnTo>
                </a:path>
              </a:pathLst>
            </a:custGeom>
            <a:noFill/>
            <a:ln w="27375" cap="flat" cmpd="sng">
              <a:solidFill>
                <a:srgbClr val="54A868"/>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736" name="Google Shape;2736;p116"/>
            <p:cNvSpPr/>
            <p:nvPr/>
          </p:nvSpPr>
          <p:spPr>
            <a:xfrm>
              <a:off x="7799647" y="2080514"/>
              <a:ext cx="318135" cy="0"/>
            </a:xfrm>
            <a:custGeom>
              <a:avLst/>
              <a:gdLst/>
              <a:ahLst/>
              <a:cxnLst/>
              <a:rect l="l" t="t" r="r" b="b"/>
              <a:pathLst>
                <a:path w="318134" h="120000" extrusionOk="0">
                  <a:moveTo>
                    <a:pt x="0" y="0"/>
                  </a:moveTo>
                  <a:lnTo>
                    <a:pt x="0" y="0"/>
                  </a:lnTo>
                  <a:lnTo>
                    <a:pt x="317824" y="0"/>
                  </a:lnTo>
                </a:path>
              </a:pathLst>
            </a:custGeom>
            <a:noFill/>
            <a:ln w="27375" cap="flat" cmpd="sng">
              <a:solidFill>
                <a:srgbClr val="4B71A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737" name="Google Shape;2737;p116"/>
            <p:cNvPicPr preferRelativeResize="0"/>
            <p:nvPr/>
          </p:nvPicPr>
          <p:blipFill rotWithShape="1">
            <a:blip r:embed="rId3">
              <a:alphaModFix/>
            </a:blip>
            <a:srcRect/>
            <a:stretch/>
          </p:blipFill>
          <p:spPr>
            <a:xfrm>
              <a:off x="8248601" y="2022094"/>
              <a:ext cx="258290" cy="115570"/>
            </a:xfrm>
            <a:prstGeom prst="rect">
              <a:avLst/>
            </a:prstGeom>
            <a:noFill/>
            <a:ln>
              <a:noFill/>
            </a:ln>
          </p:spPr>
        </p:pic>
        <p:pic>
          <p:nvPicPr>
            <p:cNvPr id="2738" name="Google Shape;2738;p116"/>
            <p:cNvPicPr preferRelativeResize="0"/>
            <p:nvPr/>
          </p:nvPicPr>
          <p:blipFill rotWithShape="1">
            <a:blip r:embed="rId4">
              <a:alphaModFix/>
            </a:blip>
            <a:srcRect/>
            <a:stretch/>
          </p:blipFill>
          <p:spPr>
            <a:xfrm>
              <a:off x="8528324" y="2051939"/>
              <a:ext cx="66676" cy="83342"/>
            </a:xfrm>
            <a:prstGeom prst="rect">
              <a:avLst/>
            </a:prstGeom>
            <a:noFill/>
            <a:ln>
              <a:noFill/>
            </a:ln>
          </p:spPr>
        </p:pic>
        <p:sp>
          <p:nvSpPr>
            <p:cNvPr id="2739" name="Google Shape;2739;p116"/>
            <p:cNvSpPr/>
            <p:nvPr/>
          </p:nvSpPr>
          <p:spPr>
            <a:xfrm>
              <a:off x="8616582" y="2022093"/>
              <a:ext cx="14604" cy="113664"/>
            </a:xfrm>
            <a:custGeom>
              <a:avLst/>
              <a:gdLst/>
              <a:ahLst/>
              <a:cxnLst/>
              <a:rect l="l" t="t" r="r" b="b"/>
              <a:pathLst>
                <a:path w="14604" h="113664" extrusionOk="0">
                  <a:moveTo>
                    <a:pt x="14274" y="30962"/>
                  </a:moveTo>
                  <a:lnTo>
                    <a:pt x="0" y="30962"/>
                  </a:lnTo>
                  <a:lnTo>
                    <a:pt x="0" y="113195"/>
                  </a:lnTo>
                  <a:lnTo>
                    <a:pt x="14274" y="113195"/>
                  </a:lnTo>
                  <a:lnTo>
                    <a:pt x="14274" y="30962"/>
                  </a:lnTo>
                  <a:close/>
                </a:path>
                <a:path w="14604" h="113664" extrusionOk="0">
                  <a:moveTo>
                    <a:pt x="14274" y="0"/>
                  </a:moveTo>
                  <a:lnTo>
                    <a:pt x="0" y="0"/>
                  </a:lnTo>
                  <a:lnTo>
                    <a:pt x="0" y="15557"/>
                  </a:lnTo>
                  <a:lnTo>
                    <a:pt x="14274" y="15557"/>
                  </a:lnTo>
                  <a:lnTo>
                    <a:pt x="14274"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740" name="Google Shape;2740;p116"/>
            <p:cNvPicPr preferRelativeResize="0"/>
            <p:nvPr/>
          </p:nvPicPr>
          <p:blipFill rotWithShape="1">
            <a:blip r:embed="rId5">
              <a:alphaModFix/>
            </a:blip>
            <a:srcRect/>
            <a:stretch/>
          </p:blipFill>
          <p:spPr>
            <a:xfrm>
              <a:off x="8652310" y="2051938"/>
              <a:ext cx="154784" cy="116680"/>
            </a:xfrm>
            <a:prstGeom prst="rect">
              <a:avLst/>
            </a:prstGeom>
            <a:noFill/>
            <a:ln>
              <a:noFill/>
            </a:ln>
          </p:spPr>
        </p:pic>
        <p:pic>
          <p:nvPicPr>
            <p:cNvPr id="2741" name="Google Shape;2741;p116"/>
            <p:cNvPicPr preferRelativeResize="0"/>
            <p:nvPr/>
          </p:nvPicPr>
          <p:blipFill rotWithShape="1">
            <a:blip r:embed="rId6">
              <a:alphaModFix/>
            </a:blip>
            <a:srcRect/>
            <a:stretch/>
          </p:blipFill>
          <p:spPr>
            <a:xfrm>
              <a:off x="8866628" y="2024475"/>
              <a:ext cx="206061" cy="113187"/>
            </a:xfrm>
            <a:prstGeom prst="rect">
              <a:avLst/>
            </a:prstGeom>
            <a:noFill/>
            <a:ln>
              <a:noFill/>
            </a:ln>
          </p:spPr>
        </p:pic>
        <p:sp>
          <p:nvSpPr>
            <p:cNvPr id="2742" name="Google Shape;2742;p116"/>
            <p:cNvSpPr/>
            <p:nvPr/>
          </p:nvSpPr>
          <p:spPr>
            <a:xfrm>
              <a:off x="7799647" y="2306731"/>
              <a:ext cx="318135" cy="0"/>
            </a:xfrm>
            <a:custGeom>
              <a:avLst/>
              <a:gdLst/>
              <a:ahLst/>
              <a:cxnLst/>
              <a:rect l="l" t="t" r="r" b="b"/>
              <a:pathLst>
                <a:path w="318134" h="120000" extrusionOk="0">
                  <a:moveTo>
                    <a:pt x="0" y="0"/>
                  </a:moveTo>
                  <a:lnTo>
                    <a:pt x="0" y="0"/>
                  </a:lnTo>
                  <a:lnTo>
                    <a:pt x="317824" y="0"/>
                  </a:lnTo>
                </a:path>
              </a:pathLst>
            </a:custGeom>
            <a:noFill/>
            <a:ln w="27375" cap="flat" cmpd="sng">
              <a:solidFill>
                <a:srgbClr val="54A868"/>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743" name="Google Shape;2743;p116"/>
            <p:cNvSpPr/>
            <p:nvPr/>
          </p:nvSpPr>
          <p:spPr>
            <a:xfrm>
              <a:off x="8256854" y="2247899"/>
              <a:ext cx="534035" cy="116205"/>
            </a:xfrm>
            <a:custGeom>
              <a:avLst/>
              <a:gdLst/>
              <a:ahLst/>
              <a:cxnLst/>
              <a:rect l="l" t="t" r="r" b="b"/>
              <a:pathLst>
                <a:path w="534034" h="116205" extrusionOk="0">
                  <a:moveTo>
                    <a:pt x="89357" y="0"/>
                  </a:moveTo>
                  <a:lnTo>
                    <a:pt x="75082" y="0"/>
                  </a:lnTo>
                  <a:lnTo>
                    <a:pt x="75082" y="46990"/>
                  </a:lnTo>
                  <a:lnTo>
                    <a:pt x="15544" y="46990"/>
                  </a:lnTo>
                  <a:lnTo>
                    <a:pt x="15544" y="0"/>
                  </a:lnTo>
                  <a:lnTo>
                    <a:pt x="0" y="0"/>
                  </a:lnTo>
                  <a:lnTo>
                    <a:pt x="0" y="46990"/>
                  </a:lnTo>
                  <a:lnTo>
                    <a:pt x="0" y="60960"/>
                  </a:lnTo>
                  <a:lnTo>
                    <a:pt x="0" y="114300"/>
                  </a:lnTo>
                  <a:lnTo>
                    <a:pt x="15544" y="114300"/>
                  </a:lnTo>
                  <a:lnTo>
                    <a:pt x="15544" y="60960"/>
                  </a:lnTo>
                  <a:lnTo>
                    <a:pt x="75082" y="60960"/>
                  </a:lnTo>
                  <a:lnTo>
                    <a:pt x="75082" y="114300"/>
                  </a:lnTo>
                  <a:lnTo>
                    <a:pt x="89357" y="114300"/>
                  </a:lnTo>
                  <a:lnTo>
                    <a:pt x="89357" y="60960"/>
                  </a:lnTo>
                  <a:lnTo>
                    <a:pt x="89357" y="46990"/>
                  </a:lnTo>
                  <a:lnTo>
                    <a:pt x="89357" y="0"/>
                  </a:lnTo>
                  <a:close/>
                </a:path>
                <a:path w="534034" h="116205" extrusionOk="0">
                  <a:moveTo>
                    <a:pt x="184632" y="72009"/>
                  </a:moveTo>
                  <a:lnTo>
                    <a:pt x="170345" y="38227"/>
                  </a:lnTo>
                  <a:lnTo>
                    <a:pt x="170345" y="83921"/>
                  </a:lnTo>
                  <a:lnTo>
                    <a:pt x="167957" y="92176"/>
                  </a:lnTo>
                  <a:lnTo>
                    <a:pt x="158432" y="101701"/>
                  </a:lnTo>
                  <a:lnTo>
                    <a:pt x="153670" y="105346"/>
                  </a:lnTo>
                  <a:lnTo>
                    <a:pt x="139382" y="105346"/>
                  </a:lnTo>
                  <a:lnTo>
                    <a:pt x="133350" y="101701"/>
                  </a:lnTo>
                  <a:lnTo>
                    <a:pt x="123825" y="92176"/>
                  </a:lnTo>
                  <a:lnTo>
                    <a:pt x="121437" y="83921"/>
                  </a:lnTo>
                  <a:lnTo>
                    <a:pt x="121450" y="62420"/>
                  </a:lnTo>
                  <a:lnTo>
                    <a:pt x="123825" y="55346"/>
                  </a:lnTo>
                  <a:lnTo>
                    <a:pt x="128587" y="49314"/>
                  </a:lnTo>
                  <a:lnTo>
                    <a:pt x="133350" y="44551"/>
                  </a:lnTo>
                  <a:lnTo>
                    <a:pt x="139382" y="42164"/>
                  </a:lnTo>
                  <a:lnTo>
                    <a:pt x="152400" y="42164"/>
                  </a:lnTo>
                  <a:lnTo>
                    <a:pt x="170345" y="83921"/>
                  </a:lnTo>
                  <a:lnTo>
                    <a:pt x="170345" y="38227"/>
                  </a:lnTo>
                  <a:lnTo>
                    <a:pt x="168046" y="36360"/>
                  </a:lnTo>
                  <a:lnTo>
                    <a:pt x="161493" y="32981"/>
                  </a:lnTo>
                  <a:lnTo>
                    <a:pt x="154279" y="30949"/>
                  </a:lnTo>
                  <a:lnTo>
                    <a:pt x="146507" y="30264"/>
                  </a:lnTo>
                  <a:lnTo>
                    <a:pt x="138607" y="30949"/>
                  </a:lnTo>
                  <a:lnTo>
                    <a:pt x="138861" y="30949"/>
                  </a:lnTo>
                  <a:lnTo>
                    <a:pt x="108026" y="62420"/>
                  </a:lnTo>
                  <a:lnTo>
                    <a:pt x="107238" y="72009"/>
                  </a:lnTo>
                  <a:lnTo>
                    <a:pt x="107137" y="73126"/>
                  </a:lnTo>
                  <a:lnTo>
                    <a:pt x="107823" y="83185"/>
                  </a:lnTo>
                  <a:lnTo>
                    <a:pt x="138049" y="115328"/>
                  </a:lnTo>
                  <a:lnTo>
                    <a:pt x="146507" y="115989"/>
                  </a:lnTo>
                  <a:lnTo>
                    <a:pt x="153670" y="115989"/>
                  </a:lnTo>
                  <a:lnTo>
                    <a:pt x="159550" y="114871"/>
                  </a:lnTo>
                  <a:lnTo>
                    <a:pt x="171450" y="107734"/>
                  </a:lnTo>
                  <a:lnTo>
                    <a:pt x="173837" y="105346"/>
                  </a:lnTo>
                  <a:lnTo>
                    <a:pt x="176212" y="102971"/>
                  </a:lnTo>
                  <a:lnTo>
                    <a:pt x="179870" y="96939"/>
                  </a:lnTo>
                  <a:lnTo>
                    <a:pt x="183362" y="91059"/>
                  </a:lnTo>
                  <a:lnTo>
                    <a:pt x="184429" y="83921"/>
                  </a:lnTo>
                  <a:lnTo>
                    <a:pt x="184543" y="83185"/>
                  </a:lnTo>
                  <a:lnTo>
                    <a:pt x="184632" y="72009"/>
                  </a:lnTo>
                  <a:close/>
                </a:path>
                <a:path w="534034" h="116205" extrusionOk="0">
                  <a:moveTo>
                    <a:pt x="214299" y="571"/>
                  </a:moveTo>
                  <a:lnTo>
                    <a:pt x="201295" y="571"/>
                  </a:lnTo>
                  <a:lnTo>
                    <a:pt x="201295" y="114871"/>
                  </a:lnTo>
                  <a:lnTo>
                    <a:pt x="214299" y="114871"/>
                  </a:lnTo>
                  <a:lnTo>
                    <a:pt x="214299" y="571"/>
                  </a:lnTo>
                  <a:close/>
                </a:path>
                <a:path w="534034" h="116205" extrusionOk="0">
                  <a:moveTo>
                    <a:pt x="302425" y="571"/>
                  </a:moveTo>
                  <a:lnTo>
                    <a:pt x="290512" y="571"/>
                  </a:lnTo>
                  <a:lnTo>
                    <a:pt x="290512" y="85026"/>
                  </a:lnTo>
                  <a:lnTo>
                    <a:pt x="288137" y="92176"/>
                  </a:lnTo>
                  <a:lnTo>
                    <a:pt x="283375" y="96939"/>
                  </a:lnTo>
                  <a:lnTo>
                    <a:pt x="278612" y="102971"/>
                  </a:lnTo>
                  <a:lnTo>
                    <a:pt x="273850" y="105346"/>
                  </a:lnTo>
                  <a:lnTo>
                    <a:pt x="261937" y="105346"/>
                  </a:lnTo>
                  <a:lnTo>
                    <a:pt x="257175" y="101701"/>
                  </a:lnTo>
                  <a:lnTo>
                    <a:pt x="247650" y="92176"/>
                  </a:lnTo>
                  <a:lnTo>
                    <a:pt x="245275" y="83921"/>
                  </a:lnTo>
                  <a:lnTo>
                    <a:pt x="245275" y="62484"/>
                  </a:lnTo>
                  <a:lnTo>
                    <a:pt x="247650" y="54076"/>
                  </a:lnTo>
                  <a:lnTo>
                    <a:pt x="252412" y="49314"/>
                  </a:lnTo>
                  <a:lnTo>
                    <a:pt x="256070" y="44551"/>
                  </a:lnTo>
                  <a:lnTo>
                    <a:pt x="260832" y="42164"/>
                  </a:lnTo>
                  <a:lnTo>
                    <a:pt x="273850" y="42164"/>
                  </a:lnTo>
                  <a:lnTo>
                    <a:pt x="290512" y="85026"/>
                  </a:lnTo>
                  <a:lnTo>
                    <a:pt x="290512" y="571"/>
                  </a:lnTo>
                  <a:lnTo>
                    <a:pt x="288137" y="571"/>
                  </a:lnTo>
                  <a:lnTo>
                    <a:pt x="288137" y="41059"/>
                  </a:lnTo>
                  <a:lnTo>
                    <a:pt x="285750" y="38671"/>
                  </a:lnTo>
                  <a:lnTo>
                    <a:pt x="283375" y="35026"/>
                  </a:lnTo>
                  <a:lnTo>
                    <a:pt x="279882" y="33909"/>
                  </a:lnTo>
                  <a:lnTo>
                    <a:pt x="275120" y="31534"/>
                  </a:lnTo>
                  <a:lnTo>
                    <a:pt x="271462" y="30264"/>
                  </a:lnTo>
                  <a:lnTo>
                    <a:pt x="259562" y="30264"/>
                  </a:lnTo>
                  <a:lnTo>
                    <a:pt x="252412" y="32639"/>
                  </a:lnTo>
                  <a:lnTo>
                    <a:pt x="247650" y="36296"/>
                  </a:lnTo>
                  <a:lnTo>
                    <a:pt x="241782" y="38671"/>
                  </a:lnTo>
                  <a:lnTo>
                    <a:pt x="238125" y="44551"/>
                  </a:lnTo>
                  <a:lnTo>
                    <a:pt x="235750" y="50584"/>
                  </a:lnTo>
                  <a:lnTo>
                    <a:pt x="232257" y="57721"/>
                  </a:lnTo>
                  <a:lnTo>
                    <a:pt x="230987" y="64871"/>
                  </a:lnTo>
                  <a:lnTo>
                    <a:pt x="230987" y="81534"/>
                  </a:lnTo>
                  <a:lnTo>
                    <a:pt x="232257" y="89789"/>
                  </a:lnTo>
                  <a:lnTo>
                    <a:pt x="235750" y="95821"/>
                  </a:lnTo>
                  <a:lnTo>
                    <a:pt x="238125" y="101701"/>
                  </a:lnTo>
                  <a:lnTo>
                    <a:pt x="242887" y="107734"/>
                  </a:lnTo>
                  <a:lnTo>
                    <a:pt x="248920" y="111226"/>
                  </a:lnTo>
                  <a:lnTo>
                    <a:pt x="253682" y="114871"/>
                  </a:lnTo>
                  <a:lnTo>
                    <a:pt x="259562" y="115989"/>
                  </a:lnTo>
                  <a:lnTo>
                    <a:pt x="266700" y="115989"/>
                  </a:lnTo>
                  <a:lnTo>
                    <a:pt x="273596" y="115316"/>
                  </a:lnTo>
                  <a:lnTo>
                    <a:pt x="279844" y="113195"/>
                  </a:lnTo>
                  <a:lnTo>
                    <a:pt x="285191" y="109486"/>
                  </a:lnTo>
                  <a:lnTo>
                    <a:pt x="288417" y="105346"/>
                  </a:lnTo>
                  <a:lnTo>
                    <a:pt x="289407" y="104076"/>
                  </a:lnTo>
                  <a:lnTo>
                    <a:pt x="289407" y="114871"/>
                  </a:lnTo>
                  <a:lnTo>
                    <a:pt x="302425" y="114871"/>
                  </a:lnTo>
                  <a:lnTo>
                    <a:pt x="302425" y="104076"/>
                  </a:lnTo>
                  <a:lnTo>
                    <a:pt x="302425" y="571"/>
                  </a:lnTo>
                  <a:close/>
                </a:path>
                <a:path w="534034" h="116205" extrusionOk="0">
                  <a:moveTo>
                    <a:pt x="396557" y="72009"/>
                  </a:moveTo>
                  <a:lnTo>
                    <a:pt x="382270" y="38100"/>
                  </a:lnTo>
                  <a:lnTo>
                    <a:pt x="382270" y="83921"/>
                  </a:lnTo>
                  <a:lnTo>
                    <a:pt x="379895" y="92176"/>
                  </a:lnTo>
                  <a:lnTo>
                    <a:pt x="370370" y="101701"/>
                  </a:lnTo>
                  <a:lnTo>
                    <a:pt x="364490" y="105346"/>
                  </a:lnTo>
                  <a:lnTo>
                    <a:pt x="351320" y="105346"/>
                  </a:lnTo>
                  <a:lnTo>
                    <a:pt x="345287" y="101701"/>
                  </a:lnTo>
                  <a:lnTo>
                    <a:pt x="335762" y="92176"/>
                  </a:lnTo>
                  <a:lnTo>
                    <a:pt x="333375" y="83921"/>
                  </a:lnTo>
                  <a:lnTo>
                    <a:pt x="333400" y="62420"/>
                  </a:lnTo>
                  <a:lnTo>
                    <a:pt x="335762" y="55346"/>
                  </a:lnTo>
                  <a:lnTo>
                    <a:pt x="340525" y="49314"/>
                  </a:lnTo>
                  <a:lnTo>
                    <a:pt x="345287" y="44551"/>
                  </a:lnTo>
                  <a:lnTo>
                    <a:pt x="351320" y="42164"/>
                  </a:lnTo>
                  <a:lnTo>
                    <a:pt x="364490" y="42164"/>
                  </a:lnTo>
                  <a:lnTo>
                    <a:pt x="382270" y="83921"/>
                  </a:lnTo>
                  <a:lnTo>
                    <a:pt x="382270" y="38100"/>
                  </a:lnTo>
                  <a:lnTo>
                    <a:pt x="380136" y="36360"/>
                  </a:lnTo>
                  <a:lnTo>
                    <a:pt x="373557" y="32981"/>
                  </a:lnTo>
                  <a:lnTo>
                    <a:pt x="366306" y="30949"/>
                  </a:lnTo>
                  <a:lnTo>
                    <a:pt x="358457" y="30264"/>
                  </a:lnTo>
                  <a:lnTo>
                    <a:pt x="350545" y="30949"/>
                  </a:lnTo>
                  <a:lnTo>
                    <a:pt x="350799" y="30949"/>
                  </a:lnTo>
                  <a:lnTo>
                    <a:pt x="319963" y="62420"/>
                  </a:lnTo>
                  <a:lnTo>
                    <a:pt x="319176" y="72009"/>
                  </a:lnTo>
                  <a:lnTo>
                    <a:pt x="319087" y="73126"/>
                  </a:lnTo>
                  <a:lnTo>
                    <a:pt x="319773" y="83185"/>
                  </a:lnTo>
                  <a:lnTo>
                    <a:pt x="349973" y="115328"/>
                  </a:lnTo>
                  <a:lnTo>
                    <a:pt x="358457" y="115989"/>
                  </a:lnTo>
                  <a:lnTo>
                    <a:pt x="365607" y="115989"/>
                  </a:lnTo>
                  <a:lnTo>
                    <a:pt x="371640" y="114871"/>
                  </a:lnTo>
                  <a:lnTo>
                    <a:pt x="377507" y="111226"/>
                  </a:lnTo>
                  <a:lnTo>
                    <a:pt x="383540" y="107734"/>
                  </a:lnTo>
                  <a:lnTo>
                    <a:pt x="385927" y="105346"/>
                  </a:lnTo>
                  <a:lnTo>
                    <a:pt x="388302" y="102971"/>
                  </a:lnTo>
                  <a:lnTo>
                    <a:pt x="391795" y="96939"/>
                  </a:lnTo>
                  <a:lnTo>
                    <a:pt x="395452" y="91059"/>
                  </a:lnTo>
                  <a:lnTo>
                    <a:pt x="396392" y="83921"/>
                  </a:lnTo>
                  <a:lnTo>
                    <a:pt x="396494" y="83185"/>
                  </a:lnTo>
                  <a:lnTo>
                    <a:pt x="396557" y="72009"/>
                  </a:lnTo>
                  <a:close/>
                </a:path>
                <a:path w="534034" h="116205" extrusionOk="0">
                  <a:moveTo>
                    <a:pt x="478802" y="31534"/>
                  </a:moveTo>
                  <a:lnTo>
                    <a:pt x="465620" y="31534"/>
                  </a:lnTo>
                  <a:lnTo>
                    <a:pt x="465620" y="83921"/>
                  </a:lnTo>
                  <a:lnTo>
                    <a:pt x="464502" y="88684"/>
                  </a:lnTo>
                  <a:lnTo>
                    <a:pt x="463232" y="92176"/>
                  </a:lnTo>
                  <a:lnTo>
                    <a:pt x="462127" y="95821"/>
                  </a:lnTo>
                  <a:lnTo>
                    <a:pt x="458470" y="99314"/>
                  </a:lnTo>
                  <a:lnTo>
                    <a:pt x="454977" y="100584"/>
                  </a:lnTo>
                  <a:lnTo>
                    <a:pt x="451332" y="102971"/>
                  </a:lnTo>
                  <a:lnTo>
                    <a:pt x="447840" y="104076"/>
                  </a:lnTo>
                  <a:lnTo>
                    <a:pt x="439420" y="104076"/>
                  </a:lnTo>
                  <a:lnTo>
                    <a:pt x="435927" y="102971"/>
                  </a:lnTo>
                  <a:lnTo>
                    <a:pt x="433552" y="100584"/>
                  </a:lnTo>
                  <a:lnTo>
                    <a:pt x="429895" y="99314"/>
                  </a:lnTo>
                  <a:lnTo>
                    <a:pt x="427520" y="92176"/>
                  </a:lnTo>
                  <a:lnTo>
                    <a:pt x="426402" y="89789"/>
                  </a:lnTo>
                  <a:lnTo>
                    <a:pt x="426402" y="31534"/>
                  </a:lnTo>
                  <a:lnTo>
                    <a:pt x="412115" y="31534"/>
                  </a:lnTo>
                  <a:lnTo>
                    <a:pt x="412115" y="88684"/>
                  </a:lnTo>
                  <a:lnTo>
                    <a:pt x="413232" y="93446"/>
                  </a:lnTo>
                  <a:lnTo>
                    <a:pt x="413232" y="95821"/>
                  </a:lnTo>
                  <a:lnTo>
                    <a:pt x="414502" y="100584"/>
                  </a:lnTo>
                  <a:lnTo>
                    <a:pt x="415607" y="104076"/>
                  </a:lnTo>
                  <a:lnTo>
                    <a:pt x="417995" y="106464"/>
                  </a:lnTo>
                  <a:lnTo>
                    <a:pt x="419265" y="108839"/>
                  </a:lnTo>
                  <a:lnTo>
                    <a:pt x="422757" y="111226"/>
                  </a:lnTo>
                  <a:lnTo>
                    <a:pt x="427520" y="113601"/>
                  </a:lnTo>
                  <a:lnTo>
                    <a:pt x="431165" y="114871"/>
                  </a:lnTo>
                  <a:lnTo>
                    <a:pt x="435927" y="115989"/>
                  </a:lnTo>
                  <a:lnTo>
                    <a:pt x="440690" y="115989"/>
                  </a:lnTo>
                  <a:lnTo>
                    <a:pt x="448424" y="115112"/>
                  </a:lnTo>
                  <a:lnTo>
                    <a:pt x="455523" y="112572"/>
                  </a:lnTo>
                  <a:lnTo>
                    <a:pt x="461746" y="108483"/>
                  </a:lnTo>
                  <a:lnTo>
                    <a:pt x="466890" y="102971"/>
                  </a:lnTo>
                  <a:lnTo>
                    <a:pt x="466890" y="114871"/>
                  </a:lnTo>
                  <a:lnTo>
                    <a:pt x="478802" y="114871"/>
                  </a:lnTo>
                  <a:lnTo>
                    <a:pt x="478802" y="31534"/>
                  </a:lnTo>
                  <a:close/>
                </a:path>
                <a:path w="534034" h="116205" extrusionOk="0">
                  <a:moveTo>
                    <a:pt x="533565" y="114871"/>
                  </a:moveTo>
                  <a:lnTo>
                    <a:pt x="531190" y="101701"/>
                  </a:lnTo>
                  <a:lnTo>
                    <a:pt x="528802" y="102971"/>
                  </a:lnTo>
                  <a:lnTo>
                    <a:pt x="524040" y="102971"/>
                  </a:lnTo>
                  <a:lnTo>
                    <a:pt x="521665" y="101701"/>
                  </a:lnTo>
                  <a:lnTo>
                    <a:pt x="520395" y="101701"/>
                  </a:lnTo>
                  <a:lnTo>
                    <a:pt x="518007" y="99314"/>
                  </a:lnTo>
                  <a:lnTo>
                    <a:pt x="518007" y="43434"/>
                  </a:lnTo>
                  <a:lnTo>
                    <a:pt x="531190" y="43434"/>
                  </a:lnTo>
                  <a:lnTo>
                    <a:pt x="531190" y="31534"/>
                  </a:lnTo>
                  <a:lnTo>
                    <a:pt x="518007" y="31534"/>
                  </a:lnTo>
                  <a:lnTo>
                    <a:pt x="518007" y="2959"/>
                  </a:lnTo>
                  <a:lnTo>
                    <a:pt x="503720" y="11214"/>
                  </a:lnTo>
                  <a:lnTo>
                    <a:pt x="503720" y="31534"/>
                  </a:lnTo>
                  <a:lnTo>
                    <a:pt x="493090" y="31534"/>
                  </a:lnTo>
                  <a:lnTo>
                    <a:pt x="493090" y="43434"/>
                  </a:lnTo>
                  <a:lnTo>
                    <a:pt x="503720" y="43434"/>
                  </a:lnTo>
                  <a:lnTo>
                    <a:pt x="503720" y="104076"/>
                  </a:lnTo>
                  <a:lnTo>
                    <a:pt x="504990" y="106464"/>
                  </a:lnTo>
                  <a:lnTo>
                    <a:pt x="506107" y="110109"/>
                  </a:lnTo>
                  <a:lnTo>
                    <a:pt x="508482" y="111226"/>
                  </a:lnTo>
                  <a:lnTo>
                    <a:pt x="510870" y="113601"/>
                  </a:lnTo>
                  <a:lnTo>
                    <a:pt x="514515" y="114871"/>
                  </a:lnTo>
                  <a:lnTo>
                    <a:pt x="533565" y="114871"/>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744" name="Google Shape;2744;p116"/>
            <p:cNvPicPr preferRelativeResize="0"/>
            <p:nvPr/>
          </p:nvPicPr>
          <p:blipFill rotWithShape="1">
            <a:blip r:embed="rId7">
              <a:alphaModFix/>
            </a:blip>
            <a:srcRect/>
            <a:stretch/>
          </p:blipFill>
          <p:spPr>
            <a:xfrm>
              <a:off x="8840433" y="2250851"/>
              <a:ext cx="205902" cy="113029"/>
            </a:xfrm>
            <a:prstGeom prst="rect">
              <a:avLst/>
            </a:prstGeom>
            <a:noFill/>
            <a:ln>
              <a:noFill/>
            </a:ln>
          </p:spPr>
        </p:pic>
      </p:grpSp>
      <p:grpSp>
        <p:nvGrpSpPr>
          <p:cNvPr id="2745" name="Google Shape;2745;p116"/>
          <p:cNvGrpSpPr/>
          <p:nvPr/>
        </p:nvGrpSpPr>
        <p:grpSpPr>
          <a:xfrm>
            <a:off x="3363655" y="5453214"/>
            <a:ext cx="262347" cy="151246"/>
            <a:chOff x="3363655" y="5453214"/>
            <a:chExt cx="262347" cy="151246"/>
          </a:xfrm>
        </p:grpSpPr>
        <p:sp>
          <p:nvSpPr>
            <p:cNvPr id="2746" name="Google Shape;2746;p116"/>
            <p:cNvSpPr/>
            <p:nvPr/>
          </p:nvSpPr>
          <p:spPr>
            <a:xfrm>
              <a:off x="3363655" y="5487748"/>
              <a:ext cx="41910" cy="114935"/>
            </a:xfrm>
            <a:custGeom>
              <a:avLst/>
              <a:gdLst/>
              <a:ahLst/>
              <a:cxnLst/>
              <a:rect l="l" t="t" r="r" b="b"/>
              <a:pathLst>
                <a:path w="41910" h="114935" extrusionOk="0">
                  <a:moveTo>
                    <a:pt x="41671" y="0"/>
                  </a:moveTo>
                  <a:lnTo>
                    <a:pt x="32146" y="0"/>
                  </a:lnTo>
                  <a:lnTo>
                    <a:pt x="29766" y="5953"/>
                  </a:lnTo>
                  <a:lnTo>
                    <a:pt x="26193" y="10714"/>
                  </a:lnTo>
                  <a:lnTo>
                    <a:pt x="20241" y="15478"/>
                  </a:lnTo>
                  <a:lnTo>
                    <a:pt x="14286" y="21431"/>
                  </a:lnTo>
                  <a:lnTo>
                    <a:pt x="0" y="28575"/>
                  </a:lnTo>
                  <a:lnTo>
                    <a:pt x="0" y="42862"/>
                  </a:lnTo>
                  <a:lnTo>
                    <a:pt x="3571" y="40481"/>
                  </a:lnTo>
                  <a:lnTo>
                    <a:pt x="8333" y="38100"/>
                  </a:lnTo>
                  <a:lnTo>
                    <a:pt x="14286" y="35718"/>
                  </a:lnTo>
                  <a:lnTo>
                    <a:pt x="23811" y="28575"/>
                  </a:lnTo>
                  <a:lnTo>
                    <a:pt x="27383" y="26193"/>
                  </a:lnTo>
                  <a:lnTo>
                    <a:pt x="27383" y="114331"/>
                  </a:lnTo>
                  <a:lnTo>
                    <a:pt x="41671" y="114331"/>
                  </a:lnTo>
                  <a:lnTo>
                    <a:pt x="41671"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747" name="Google Shape;2747;p116"/>
            <p:cNvPicPr preferRelativeResize="0"/>
            <p:nvPr/>
          </p:nvPicPr>
          <p:blipFill rotWithShape="1">
            <a:blip r:embed="rId8">
              <a:alphaModFix/>
            </a:blip>
            <a:srcRect/>
            <a:stretch/>
          </p:blipFill>
          <p:spPr>
            <a:xfrm>
              <a:off x="3441048" y="5487748"/>
              <a:ext cx="73835" cy="116712"/>
            </a:xfrm>
            <a:prstGeom prst="rect">
              <a:avLst/>
            </a:prstGeom>
            <a:noFill/>
            <a:ln>
              <a:noFill/>
            </a:ln>
          </p:spPr>
        </p:pic>
        <p:sp>
          <p:nvSpPr>
            <p:cNvPr id="2748" name="Google Shape;2748;p116"/>
            <p:cNvSpPr/>
            <p:nvPr/>
          </p:nvSpPr>
          <p:spPr>
            <a:xfrm>
              <a:off x="3533927" y="5453214"/>
              <a:ext cx="92075" cy="80010"/>
            </a:xfrm>
            <a:custGeom>
              <a:avLst/>
              <a:gdLst/>
              <a:ahLst/>
              <a:cxnLst/>
              <a:rect l="l" t="t" r="r" b="b"/>
              <a:pathLst>
                <a:path w="92075" h="80010" extrusionOk="0">
                  <a:moveTo>
                    <a:pt x="30962" y="44069"/>
                  </a:moveTo>
                  <a:lnTo>
                    <a:pt x="0" y="44069"/>
                  </a:lnTo>
                  <a:lnTo>
                    <a:pt x="0" y="53594"/>
                  </a:lnTo>
                  <a:lnTo>
                    <a:pt x="30962" y="53594"/>
                  </a:lnTo>
                  <a:lnTo>
                    <a:pt x="30962" y="44069"/>
                  </a:lnTo>
                  <a:close/>
                </a:path>
                <a:path w="92075" h="80010" extrusionOk="0">
                  <a:moveTo>
                    <a:pt x="91694" y="44069"/>
                  </a:moveTo>
                  <a:lnTo>
                    <a:pt x="89319" y="36918"/>
                  </a:lnTo>
                  <a:lnTo>
                    <a:pt x="79794" y="27393"/>
                  </a:lnTo>
                  <a:lnTo>
                    <a:pt x="73825" y="25019"/>
                  </a:lnTo>
                  <a:lnTo>
                    <a:pt x="60744" y="25019"/>
                  </a:lnTo>
                  <a:lnTo>
                    <a:pt x="51219" y="29781"/>
                  </a:lnTo>
                  <a:lnTo>
                    <a:pt x="55968" y="9525"/>
                  </a:lnTo>
                  <a:lnTo>
                    <a:pt x="86918" y="9525"/>
                  </a:lnTo>
                  <a:lnTo>
                    <a:pt x="86918" y="0"/>
                  </a:lnTo>
                  <a:lnTo>
                    <a:pt x="47625" y="0"/>
                  </a:lnTo>
                  <a:lnTo>
                    <a:pt x="40500" y="40487"/>
                  </a:lnTo>
                  <a:lnTo>
                    <a:pt x="48818" y="41681"/>
                  </a:lnTo>
                  <a:lnTo>
                    <a:pt x="54775" y="35725"/>
                  </a:lnTo>
                  <a:lnTo>
                    <a:pt x="58343" y="34544"/>
                  </a:lnTo>
                  <a:lnTo>
                    <a:pt x="69075" y="34544"/>
                  </a:lnTo>
                  <a:lnTo>
                    <a:pt x="72644" y="35725"/>
                  </a:lnTo>
                  <a:lnTo>
                    <a:pt x="76200" y="39306"/>
                  </a:lnTo>
                  <a:lnTo>
                    <a:pt x="79794" y="41681"/>
                  </a:lnTo>
                  <a:lnTo>
                    <a:pt x="80975" y="46443"/>
                  </a:lnTo>
                  <a:lnTo>
                    <a:pt x="80975" y="58356"/>
                  </a:lnTo>
                  <a:lnTo>
                    <a:pt x="79794" y="61925"/>
                  </a:lnTo>
                  <a:lnTo>
                    <a:pt x="72644" y="69062"/>
                  </a:lnTo>
                  <a:lnTo>
                    <a:pt x="69075" y="71450"/>
                  </a:lnTo>
                  <a:lnTo>
                    <a:pt x="59550" y="71450"/>
                  </a:lnTo>
                  <a:lnTo>
                    <a:pt x="57150" y="70256"/>
                  </a:lnTo>
                  <a:lnTo>
                    <a:pt x="53594" y="67881"/>
                  </a:lnTo>
                  <a:lnTo>
                    <a:pt x="51219" y="65493"/>
                  </a:lnTo>
                  <a:lnTo>
                    <a:pt x="48818" y="61925"/>
                  </a:lnTo>
                  <a:lnTo>
                    <a:pt x="48818" y="55968"/>
                  </a:lnTo>
                  <a:lnTo>
                    <a:pt x="38100" y="57162"/>
                  </a:lnTo>
                  <a:lnTo>
                    <a:pt x="57150" y="79794"/>
                  </a:lnTo>
                  <a:lnTo>
                    <a:pt x="72644" y="79794"/>
                  </a:lnTo>
                  <a:lnTo>
                    <a:pt x="79794" y="76212"/>
                  </a:lnTo>
                  <a:lnTo>
                    <a:pt x="89319" y="64300"/>
                  </a:lnTo>
                  <a:lnTo>
                    <a:pt x="91694" y="58356"/>
                  </a:lnTo>
                  <a:lnTo>
                    <a:pt x="91694" y="44069"/>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749" name="Google Shape;2749;p116"/>
          <p:cNvGrpSpPr/>
          <p:nvPr/>
        </p:nvGrpSpPr>
        <p:grpSpPr>
          <a:xfrm>
            <a:off x="4078155" y="5453214"/>
            <a:ext cx="261016" cy="152438"/>
            <a:chOff x="4078155" y="5453214"/>
            <a:chExt cx="261016" cy="152438"/>
          </a:xfrm>
        </p:grpSpPr>
        <p:sp>
          <p:nvSpPr>
            <p:cNvPr id="2750" name="Google Shape;2750;p116"/>
            <p:cNvSpPr/>
            <p:nvPr/>
          </p:nvSpPr>
          <p:spPr>
            <a:xfrm>
              <a:off x="4078155" y="5488940"/>
              <a:ext cx="41910" cy="114935"/>
            </a:xfrm>
            <a:custGeom>
              <a:avLst/>
              <a:gdLst/>
              <a:ahLst/>
              <a:cxnLst/>
              <a:rect l="l" t="t" r="r" b="b"/>
              <a:pathLst>
                <a:path w="41910" h="114935" extrusionOk="0">
                  <a:moveTo>
                    <a:pt x="41689" y="0"/>
                  </a:moveTo>
                  <a:lnTo>
                    <a:pt x="33354" y="0"/>
                  </a:lnTo>
                  <a:lnTo>
                    <a:pt x="30972" y="5952"/>
                  </a:lnTo>
                  <a:lnTo>
                    <a:pt x="26210" y="10714"/>
                  </a:lnTo>
                  <a:lnTo>
                    <a:pt x="20256" y="15477"/>
                  </a:lnTo>
                  <a:lnTo>
                    <a:pt x="14304" y="21431"/>
                  </a:lnTo>
                  <a:lnTo>
                    <a:pt x="8350" y="25002"/>
                  </a:lnTo>
                  <a:lnTo>
                    <a:pt x="0" y="28575"/>
                  </a:lnTo>
                  <a:lnTo>
                    <a:pt x="0" y="42862"/>
                  </a:lnTo>
                  <a:lnTo>
                    <a:pt x="14304" y="35717"/>
                  </a:lnTo>
                  <a:lnTo>
                    <a:pt x="20256" y="32146"/>
                  </a:lnTo>
                  <a:lnTo>
                    <a:pt x="25019" y="28575"/>
                  </a:lnTo>
                  <a:lnTo>
                    <a:pt x="28591" y="26192"/>
                  </a:lnTo>
                  <a:lnTo>
                    <a:pt x="28591" y="114330"/>
                  </a:lnTo>
                  <a:lnTo>
                    <a:pt x="41689" y="114330"/>
                  </a:lnTo>
                  <a:lnTo>
                    <a:pt x="41689"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751" name="Google Shape;2751;p116"/>
            <p:cNvPicPr preferRelativeResize="0"/>
            <p:nvPr/>
          </p:nvPicPr>
          <p:blipFill rotWithShape="1">
            <a:blip r:embed="rId9">
              <a:alphaModFix/>
            </a:blip>
            <a:srcRect/>
            <a:stretch/>
          </p:blipFill>
          <p:spPr>
            <a:xfrm>
              <a:off x="4155564" y="5488940"/>
              <a:ext cx="73835" cy="116712"/>
            </a:xfrm>
            <a:prstGeom prst="rect">
              <a:avLst/>
            </a:prstGeom>
            <a:noFill/>
            <a:ln>
              <a:noFill/>
            </a:ln>
          </p:spPr>
        </p:pic>
        <p:sp>
          <p:nvSpPr>
            <p:cNvPr id="2752" name="Google Shape;2752;p116"/>
            <p:cNvSpPr/>
            <p:nvPr/>
          </p:nvSpPr>
          <p:spPr>
            <a:xfrm>
              <a:off x="4249636" y="5453214"/>
              <a:ext cx="89535" cy="78740"/>
            </a:xfrm>
            <a:custGeom>
              <a:avLst/>
              <a:gdLst/>
              <a:ahLst/>
              <a:cxnLst/>
              <a:rect l="l" t="t" r="r" b="b"/>
              <a:pathLst>
                <a:path w="89535" h="78739" extrusionOk="0">
                  <a:moveTo>
                    <a:pt x="29806" y="45250"/>
                  </a:moveTo>
                  <a:lnTo>
                    <a:pt x="0" y="45250"/>
                  </a:lnTo>
                  <a:lnTo>
                    <a:pt x="0" y="54775"/>
                  </a:lnTo>
                  <a:lnTo>
                    <a:pt x="29806" y="54775"/>
                  </a:lnTo>
                  <a:lnTo>
                    <a:pt x="29806" y="45250"/>
                  </a:lnTo>
                  <a:close/>
                </a:path>
                <a:path w="89535" h="78739" extrusionOk="0">
                  <a:moveTo>
                    <a:pt x="89344" y="51206"/>
                  </a:moveTo>
                  <a:lnTo>
                    <a:pt x="78549" y="51206"/>
                  </a:lnTo>
                  <a:lnTo>
                    <a:pt x="78549" y="0"/>
                  </a:lnTo>
                  <a:lnTo>
                    <a:pt x="71412" y="0"/>
                  </a:lnTo>
                  <a:lnTo>
                    <a:pt x="69024" y="3327"/>
                  </a:lnTo>
                  <a:lnTo>
                    <a:pt x="69024" y="15468"/>
                  </a:lnTo>
                  <a:lnTo>
                    <a:pt x="69024" y="51206"/>
                  </a:lnTo>
                  <a:lnTo>
                    <a:pt x="44107" y="51206"/>
                  </a:lnTo>
                  <a:lnTo>
                    <a:pt x="69024" y="15468"/>
                  </a:lnTo>
                  <a:lnTo>
                    <a:pt x="69024" y="3327"/>
                  </a:lnTo>
                  <a:lnTo>
                    <a:pt x="34582" y="51206"/>
                  </a:lnTo>
                  <a:lnTo>
                    <a:pt x="34582" y="59537"/>
                  </a:lnTo>
                  <a:lnTo>
                    <a:pt x="69024" y="59537"/>
                  </a:lnTo>
                  <a:lnTo>
                    <a:pt x="69024" y="78587"/>
                  </a:lnTo>
                  <a:lnTo>
                    <a:pt x="78549" y="78587"/>
                  </a:lnTo>
                  <a:lnTo>
                    <a:pt x="78549" y="59537"/>
                  </a:lnTo>
                  <a:lnTo>
                    <a:pt x="89344" y="59537"/>
                  </a:lnTo>
                  <a:lnTo>
                    <a:pt x="89344" y="51206"/>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753" name="Google Shape;2753;p116"/>
          <p:cNvGrpSpPr/>
          <p:nvPr/>
        </p:nvGrpSpPr>
        <p:grpSpPr>
          <a:xfrm>
            <a:off x="4793815" y="5453214"/>
            <a:ext cx="261140" cy="152437"/>
            <a:chOff x="4793815" y="5453214"/>
            <a:chExt cx="261140" cy="152437"/>
          </a:xfrm>
        </p:grpSpPr>
        <p:sp>
          <p:nvSpPr>
            <p:cNvPr id="2754" name="Google Shape;2754;p116"/>
            <p:cNvSpPr/>
            <p:nvPr/>
          </p:nvSpPr>
          <p:spPr>
            <a:xfrm>
              <a:off x="4793815" y="5490130"/>
              <a:ext cx="41910" cy="113664"/>
            </a:xfrm>
            <a:custGeom>
              <a:avLst/>
              <a:gdLst/>
              <a:ahLst/>
              <a:cxnLst/>
              <a:rect l="l" t="t" r="r" b="b"/>
              <a:pathLst>
                <a:path w="41910" h="113664" extrusionOk="0">
                  <a:moveTo>
                    <a:pt x="41752" y="0"/>
                  </a:moveTo>
                  <a:lnTo>
                    <a:pt x="32226" y="0"/>
                  </a:lnTo>
                  <a:lnTo>
                    <a:pt x="29845" y="4762"/>
                  </a:lnTo>
                  <a:lnTo>
                    <a:pt x="26193" y="9525"/>
                  </a:lnTo>
                  <a:lnTo>
                    <a:pt x="20320" y="14287"/>
                  </a:lnTo>
                  <a:lnTo>
                    <a:pt x="14287" y="20239"/>
                  </a:lnTo>
                  <a:lnTo>
                    <a:pt x="7143" y="25002"/>
                  </a:lnTo>
                  <a:lnTo>
                    <a:pt x="0" y="28575"/>
                  </a:lnTo>
                  <a:lnTo>
                    <a:pt x="0" y="41671"/>
                  </a:lnTo>
                  <a:lnTo>
                    <a:pt x="3651" y="40481"/>
                  </a:lnTo>
                  <a:lnTo>
                    <a:pt x="8413" y="38100"/>
                  </a:lnTo>
                  <a:lnTo>
                    <a:pt x="14287" y="34527"/>
                  </a:lnTo>
                  <a:lnTo>
                    <a:pt x="23812" y="27383"/>
                  </a:lnTo>
                  <a:lnTo>
                    <a:pt x="27463" y="25002"/>
                  </a:lnTo>
                  <a:lnTo>
                    <a:pt x="27463" y="113140"/>
                  </a:lnTo>
                  <a:lnTo>
                    <a:pt x="41752" y="113140"/>
                  </a:lnTo>
                  <a:lnTo>
                    <a:pt x="41752"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755" name="Google Shape;2755;p116"/>
            <p:cNvPicPr preferRelativeResize="0"/>
            <p:nvPr/>
          </p:nvPicPr>
          <p:blipFill rotWithShape="1">
            <a:blip r:embed="rId10">
              <a:alphaModFix/>
            </a:blip>
            <a:srcRect/>
            <a:stretch/>
          </p:blipFill>
          <p:spPr>
            <a:xfrm>
              <a:off x="4871286" y="5490130"/>
              <a:ext cx="73819" cy="115521"/>
            </a:xfrm>
            <a:prstGeom prst="rect">
              <a:avLst/>
            </a:prstGeom>
            <a:noFill/>
            <a:ln>
              <a:noFill/>
            </a:ln>
          </p:spPr>
        </p:pic>
        <p:sp>
          <p:nvSpPr>
            <p:cNvPr id="2756" name="Google Shape;2756;p116"/>
            <p:cNvSpPr/>
            <p:nvPr/>
          </p:nvSpPr>
          <p:spPr>
            <a:xfrm>
              <a:off x="4964150" y="5453214"/>
              <a:ext cx="90805" cy="81280"/>
            </a:xfrm>
            <a:custGeom>
              <a:avLst/>
              <a:gdLst/>
              <a:ahLst/>
              <a:cxnLst/>
              <a:rect l="l" t="t" r="r" b="b"/>
              <a:pathLst>
                <a:path w="90804" h="81279" extrusionOk="0">
                  <a:moveTo>
                    <a:pt x="29845" y="45250"/>
                  </a:moveTo>
                  <a:lnTo>
                    <a:pt x="0" y="45250"/>
                  </a:lnTo>
                  <a:lnTo>
                    <a:pt x="0" y="55968"/>
                  </a:lnTo>
                  <a:lnTo>
                    <a:pt x="29845" y="55968"/>
                  </a:lnTo>
                  <a:lnTo>
                    <a:pt x="29845" y="45250"/>
                  </a:lnTo>
                  <a:close/>
                </a:path>
                <a:path w="90804" h="81279" extrusionOk="0">
                  <a:moveTo>
                    <a:pt x="90487" y="51206"/>
                  </a:moveTo>
                  <a:lnTo>
                    <a:pt x="89382" y="46443"/>
                  </a:lnTo>
                  <a:lnTo>
                    <a:pt x="86995" y="42875"/>
                  </a:lnTo>
                  <a:lnTo>
                    <a:pt x="83350" y="39306"/>
                  </a:lnTo>
                  <a:lnTo>
                    <a:pt x="79857" y="36918"/>
                  </a:lnTo>
                  <a:lnTo>
                    <a:pt x="76200" y="36918"/>
                  </a:lnTo>
                  <a:lnTo>
                    <a:pt x="79857" y="34544"/>
                  </a:lnTo>
                  <a:lnTo>
                    <a:pt x="82232" y="32156"/>
                  </a:lnTo>
                  <a:lnTo>
                    <a:pt x="83350" y="29781"/>
                  </a:lnTo>
                  <a:lnTo>
                    <a:pt x="85725" y="27393"/>
                  </a:lnTo>
                  <a:lnTo>
                    <a:pt x="86995" y="23825"/>
                  </a:lnTo>
                  <a:lnTo>
                    <a:pt x="86995" y="16662"/>
                  </a:lnTo>
                  <a:lnTo>
                    <a:pt x="85725" y="13093"/>
                  </a:lnTo>
                  <a:lnTo>
                    <a:pt x="83350" y="9525"/>
                  </a:lnTo>
                  <a:lnTo>
                    <a:pt x="82232" y="7137"/>
                  </a:lnTo>
                  <a:lnTo>
                    <a:pt x="71437" y="0"/>
                  </a:lnTo>
                  <a:lnTo>
                    <a:pt x="57150" y="0"/>
                  </a:lnTo>
                  <a:lnTo>
                    <a:pt x="51282" y="1181"/>
                  </a:lnTo>
                  <a:lnTo>
                    <a:pt x="47625" y="4762"/>
                  </a:lnTo>
                  <a:lnTo>
                    <a:pt x="42862" y="8331"/>
                  </a:lnTo>
                  <a:lnTo>
                    <a:pt x="40487" y="13093"/>
                  </a:lnTo>
                  <a:lnTo>
                    <a:pt x="39370" y="20256"/>
                  </a:lnTo>
                  <a:lnTo>
                    <a:pt x="48895" y="21437"/>
                  </a:lnTo>
                  <a:lnTo>
                    <a:pt x="50012" y="16662"/>
                  </a:lnTo>
                  <a:lnTo>
                    <a:pt x="51282" y="13093"/>
                  </a:lnTo>
                  <a:lnTo>
                    <a:pt x="56045" y="8331"/>
                  </a:lnTo>
                  <a:lnTo>
                    <a:pt x="59537" y="7137"/>
                  </a:lnTo>
                  <a:lnTo>
                    <a:pt x="67945" y="7137"/>
                  </a:lnTo>
                  <a:lnTo>
                    <a:pt x="70332" y="8331"/>
                  </a:lnTo>
                  <a:lnTo>
                    <a:pt x="75095" y="13093"/>
                  </a:lnTo>
                  <a:lnTo>
                    <a:pt x="76200" y="16662"/>
                  </a:lnTo>
                  <a:lnTo>
                    <a:pt x="76200" y="25019"/>
                  </a:lnTo>
                  <a:lnTo>
                    <a:pt x="75095" y="27393"/>
                  </a:lnTo>
                  <a:lnTo>
                    <a:pt x="67945" y="32156"/>
                  </a:lnTo>
                  <a:lnTo>
                    <a:pt x="64300" y="33350"/>
                  </a:lnTo>
                  <a:lnTo>
                    <a:pt x="58420" y="33350"/>
                  </a:lnTo>
                  <a:lnTo>
                    <a:pt x="57150" y="41681"/>
                  </a:lnTo>
                  <a:lnTo>
                    <a:pt x="60807" y="41681"/>
                  </a:lnTo>
                  <a:lnTo>
                    <a:pt x="63182" y="40487"/>
                  </a:lnTo>
                  <a:lnTo>
                    <a:pt x="69062" y="40487"/>
                  </a:lnTo>
                  <a:lnTo>
                    <a:pt x="72707" y="41681"/>
                  </a:lnTo>
                  <a:lnTo>
                    <a:pt x="78587" y="47637"/>
                  </a:lnTo>
                  <a:lnTo>
                    <a:pt x="79857" y="51206"/>
                  </a:lnTo>
                  <a:lnTo>
                    <a:pt x="79857" y="60731"/>
                  </a:lnTo>
                  <a:lnTo>
                    <a:pt x="78587" y="64300"/>
                  </a:lnTo>
                  <a:lnTo>
                    <a:pt x="75095" y="67881"/>
                  </a:lnTo>
                  <a:lnTo>
                    <a:pt x="72707" y="71450"/>
                  </a:lnTo>
                  <a:lnTo>
                    <a:pt x="67945" y="72644"/>
                  </a:lnTo>
                  <a:lnTo>
                    <a:pt x="59537" y="72644"/>
                  </a:lnTo>
                  <a:lnTo>
                    <a:pt x="56045" y="71450"/>
                  </a:lnTo>
                  <a:lnTo>
                    <a:pt x="51282" y="66687"/>
                  </a:lnTo>
                  <a:lnTo>
                    <a:pt x="48895" y="63119"/>
                  </a:lnTo>
                  <a:lnTo>
                    <a:pt x="47625" y="57162"/>
                  </a:lnTo>
                  <a:lnTo>
                    <a:pt x="38100" y="58356"/>
                  </a:lnTo>
                  <a:lnTo>
                    <a:pt x="57150" y="80987"/>
                  </a:lnTo>
                  <a:lnTo>
                    <a:pt x="71437" y="80987"/>
                  </a:lnTo>
                  <a:lnTo>
                    <a:pt x="77470" y="78587"/>
                  </a:lnTo>
                  <a:lnTo>
                    <a:pt x="83350" y="73825"/>
                  </a:lnTo>
                  <a:lnTo>
                    <a:pt x="88112" y="69062"/>
                  </a:lnTo>
                  <a:lnTo>
                    <a:pt x="90487" y="63119"/>
                  </a:lnTo>
                  <a:lnTo>
                    <a:pt x="90487" y="51206"/>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757" name="Google Shape;2757;p116"/>
          <p:cNvGrpSpPr/>
          <p:nvPr/>
        </p:nvGrpSpPr>
        <p:grpSpPr>
          <a:xfrm>
            <a:off x="5508363" y="5453214"/>
            <a:ext cx="260980" cy="152437"/>
            <a:chOff x="5508363" y="5453214"/>
            <a:chExt cx="260980" cy="152437"/>
          </a:xfrm>
        </p:grpSpPr>
        <p:sp>
          <p:nvSpPr>
            <p:cNvPr id="2758" name="Google Shape;2758;p116"/>
            <p:cNvSpPr/>
            <p:nvPr/>
          </p:nvSpPr>
          <p:spPr>
            <a:xfrm>
              <a:off x="5508363" y="5490130"/>
              <a:ext cx="41910" cy="113664"/>
            </a:xfrm>
            <a:custGeom>
              <a:avLst/>
              <a:gdLst/>
              <a:ahLst/>
              <a:cxnLst/>
              <a:rect l="l" t="t" r="r" b="b"/>
              <a:pathLst>
                <a:path w="41910" h="113664" extrusionOk="0">
                  <a:moveTo>
                    <a:pt x="41752" y="0"/>
                  </a:moveTo>
                  <a:lnTo>
                    <a:pt x="33338" y="0"/>
                  </a:lnTo>
                  <a:lnTo>
                    <a:pt x="26195" y="9525"/>
                  </a:lnTo>
                  <a:lnTo>
                    <a:pt x="20320" y="14287"/>
                  </a:lnTo>
                  <a:lnTo>
                    <a:pt x="14287" y="20239"/>
                  </a:lnTo>
                  <a:lnTo>
                    <a:pt x="7143" y="25002"/>
                  </a:lnTo>
                  <a:lnTo>
                    <a:pt x="0" y="28575"/>
                  </a:lnTo>
                  <a:lnTo>
                    <a:pt x="0" y="41671"/>
                  </a:lnTo>
                  <a:lnTo>
                    <a:pt x="4762" y="40481"/>
                  </a:lnTo>
                  <a:lnTo>
                    <a:pt x="9525" y="38100"/>
                  </a:lnTo>
                  <a:lnTo>
                    <a:pt x="14287" y="34527"/>
                  </a:lnTo>
                  <a:lnTo>
                    <a:pt x="20320" y="30956"/>
                  </a:lnTo>
                  <a:lnTo>
                    <a:pt x="23812" y="27383"/>
                  </a:lnTo>
                  <a:lnTo>
                    <a:pt x="27465" y="25002"/>
                  </a:lnTo>
                  <a:lnTo>
                    <a:pt x="27465" y="113140"/>
                  </a:lnTo>
                  <a:lnTo>
                    <a:pt x="41752" y="113140"/>
                  </a:lnTo>
                  <a:lnTo>
                    <a:pt x="41752"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759" name="Google Shape;2759;p116"/>
            <p:cNvPicPr preferRelativeResize="0"/>
            <p:nvPr/>
          </p:nvPicPr>
          <p:blipFill rotWithShape="1">
            <a:blip r:embed="rId11">
              <a:alphaModFix/>
            </a:blip>
            <a:srcRect/>
            <a:stretch/>
          </p:blipFill>
          <p:spPr>
            <a:xfrm>
              <a:off x="5585834" y="5490130"/>
              <a:ext cx="73819" cy="115521"/>
            </a:xfrm>
            <a:prstGeom prst="rect">
              <a:avLst/>
            </a:prstGeom>
            <a:noFill/>
            <a:ln>
              <a:noFill/>
            </a:ln>
          </p:spPr>
        </p:pic>
        <p:sp>
          <p:nvSpPr>
            <p:cNvPr id="2760" name="Google Shape;2760;p116"/>
            <p:cNvSpPr/>
            <p:nvPr/>
          </p:nvSpPr>
          <p:spPr>
            <a:xfrm>
              <a:off x="5679808" y="5453214"/>
              <a:ext cx="89535" cy="80010"/>
            </a:xfrm>
            <a:custGeom>
              <a:avLst/>
              <a:gdLst/>
              <a:ahLst/>
              <a:cxnLst/>
              <a:rect l="l" t="t" r="r" b="b"/>
              <a:pathLst>
                <a:path w="89535" h="80010" extrusionOk="0">
                  <a:moveTo>
                    <a:pt x="29845" y="45250"/>
                  </a:moveTo>
                  <a:lnTo>
                    <a:pt x="0" y="45250"/>
                  </a:lnTo>
                  <a:lnTo>
                    <a:pt x="0" y="55968"/>
                  </a:lnTo>
                  <a:lnTo>
                    <a:pt x="29845" y="55968"/>
                  </a:lnTo>
                  <a:lnTo>
                    <a:pt x="29845" y="45250"/>
                  </a:lnTo>
                  <a:close/>
                </a:path>
                <a:path w="89535" h="80010" extrusionOk="0">
                  <a:moveTo>
                    <a:pt x="89369" y="15468"/>
                  </a:moveTo>
                  <a:lnTo>
                    <a:pt x="86995" y="10706"/>
                  </a:lnTo>
                  <a:lnTo>
                    <a:pt x="77470" y="1181"/>
                  </a:lnTo>
                  <a:lnTo>
                    <a:pt x="71424" y="0"/>
                  </a:lnTo>
                  <a:lnTo>
                    <a:pt x="56045" y="0"/>
                  </a:lnTo>
                  <a:lnTo>
                    <a:pt x="49999" y="1181"/>
                  </a:lnTo>
                  <a:lnTo>
                    <a:pt x="46520" y="5943"/>
                  </a:lnTo>
                  <a:lnTo>
                    <a:pt x="41744" y="9525"/>
                  </a:lnTo>
                  <a:lnTo>
                    <a:pt x="39370" y="15468"/>
                  </a:lnTo>
                  <a:lnTo>
                    <a:pt x="38100" y="22631"/>
                  </a:lnTo>
                  <a:lnTo>
                    <a:pt x="48895" y="23825"/>
                  </a:lnTo>
                  <a:lnTo>
                    <a:pt x="48895" y="19050"/>
                  </a:lnTo>
                  <a:lnTo>
                    <a:pt x="49999" y="14287"/>
                  </a:lnTo>
                  <a:lnTo>
                    <a:pt x="52374" y="11899"/>
                  </a:lnTo>
                  <a:lnTo>
                    <a:pt x="59524" y="7137"/>
                  </a:lnTo>
                  <a:lnTo>
                    <a:pt x="67945" y="7137"/>
                  </a:lnTo>
                  <a:lnTo>
                    <a:pt x="75095" y="11899"/>
                  </a:lnTo>
                  <a:lnTo>
                    <a:pt x="77470" y="14287"/>
                  </a:lnTo>
                  <a:lnTo>
                    <a:pt x="78574" y="17856"/>
                  </a:lnTo>
                  <a:lnTo>
                    <a:pt x="78574" y="25019"/>
                  </a:lnTo>
                  <a:lnTo>
                    <a:pt x="77470" y="28587"/>
                  </a:lnTo>
                  <a:lnTo>
                    <a:pt x="73825" y="33350"/>
                  </a:lnTo>
                  <a:lnTo>
                    <a:pt x="71424" y="36918"/>
                  </a:lnTo>
                  <a:lnTo>
                    <a:pt x="65570" y="42875"/>
                  </a:lnTo>
                  <a:lnTo>
                    <a:pt x="57150" y="50012"/>
                  </a:lnTo>
                  <a:lnTo>
                    <a:pt x="51269" y="54775"/>
                  </a:lnTo>
                  <a:lnTo>
                    <a:pt x="46520" y="58356"/>
                  </a:lnTo>
                  <a:lnTo>
                    <a:pt x="39370" y="69062"/>
                  </a:lnTo>
                  <a:lnTo>
                    <a:pt x="38100" y="72644"/>
                  </a:lnTo>
                  <a:lnTo>
                    <a:pt x="35725" y="77406"/>
                  </a:lnTo>
                  <a:lnTo>
                    <a:pt x="36995" y="79794"/>
                  </a:lnTo>
                  <a:lnTo>
                    <a:pt x="89369" y="79794"/>
                  </a:lnTo>
                  <a:lnTo>
                    <a:pt x="89369" y="70256"/>
                  </a:lnTo>
                  <a:lnTo>
                    <a:pt x="49999" y="70256"/>
                  </a:lnTo>
                  <a:lnTo>
                    <a:pt x="51269" y="67881"/>
                  </a:lnTo>
                  <a:lnTo>
                    <a:pt x="52374" y="66687"/>
                  </a:lnTo>
                  <a:lnTo>
                    <a:pt x="53644" y="64300"/>
                  </a:lnTo>
                  <a:lnTo>
                    <a:pt x="56045" y="63119"/>
                  </a:lnTo>
                  <a:lnTo>
                    <a:pt x="59524" y="59537"/>
                  </a:lnTo>
                  <a:lnTo>
                    <a:pt x="65570" y="54775"/>
                  </a:lnTo>
                  <a:lnTo>
                    <a:pt x="72694" y="48831"/>
                  </a:lnTo>
                  <a:lnTo>
                    <a:pt x="80949" y="40487"/>
                  </a:lnTo>
                  <a:lnTo>
                    <a:pt x="83350" y="36918"/>
                  </a:lnTo>
                  <a:lnTo>
                    <a:pt x="85725" y="34544"/>
                  </a:lnTo>
                  <a:lnTo>
                    <a:pt x="86995" y="30962"/>
                  </a:lnTo>
                  <a:lnTo>
                    <a:pt x="88099" y="28587"/>
                  </a:lnTo>
                  <a:lnTo>
                    <a:pt x="89369" y="25019"/>
                  </a:lnTo>
                  <a:lnTo>
                    <a:pt x="89369" y="15468"/>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761" name="Google Shape;2761;p116"/>
          <p:cNvGrpSpPr/>
          <p:nvPr/>
        </p:nvGrpSpPr>
        <p:grpSpPr>
          <a:xfrm>
            <a:off x="6222912" y="5453214"/>
            <a:ext cx="247014" cy="152437"/>
            <a:chOff x="6222912" y="5453214"/>
            <a:chExt cx="247014" cy="152437"/>
          </a:xfrm>
        </p:grpSpPr>
        <p:sp>
          <p:nvSpPr>
            <p:cNvPr id="2762" name="Google Shape;2762;p116"/>
            <p:cNvSpPr/>
            <p:nvPr/>
          </p:nvSpPr>
          <p:spPr>
            <a:xfrm>
              <a:off x="6222912" y="5490130"/>
              <a:ext cx="43180" cy="113664"/>
            </a:xfrm>
            <a:custGeom>
              <a:avLst/>
              <a:gdLst/>
              <a:ahLst/>
              <a:cxnLst/>
              <a:rect l="l" t="t" r="r" b="b"/>
              <a:pathLst>
                <a:path w="43179" h="113664" extrusionOk="0">
                  <a:moveTo>
                    <a:pt x="42863" y="0"/>
                  </a:moveTo>
                  <a:lnTo>
                    <a:pt x="33338" y="0"/>
                  </a:lnTo>
                  <a:lnTo>
                    <a:pt x="30956" y="4762"/>
                  </a:lnTo>
                  <a:lnTo>
                    <a:pt x="21431" y="14287"/>
                  </a:lnTo>
                  <a:lnTo>
                    <a:pt x="16697" y="18529"/>
                  </a:lnTo>
                  <a:lnTo>
                    <a:pt x="11549" y="22324"/>
                  </a:lnTo>
                  <a:lnTo>
                    <a:pt x="5982" y="25671"/>
                  </a:lnTo>
                  <a:lnTo>
                    <a:pt x="0" y="28575"/>
                  </a:lnTo>
                  <a:lnTo>
                    <a:pt x="0" y="41671"/>
                  </a:lnTo>
                  <a:lnTo>
                    <a:pt x="4761" y="40481"/>
                  </a:lnTo>
                  <a:lnTo>
                    <a:pt x="9525" y="38100"/>
                  </a:lnTo>
                  <a:lnTo>
                    <a:pt x="15398" y="34527"/>
                  </a:lnTo>
                  <a:lnTo>
                    <a:pt x="24923" y="27383"/>
                  </a:lnTo>
                  <a:lnTo>
                    <a:pt x="28575" y="25002"/>
                  </a:lnTo>
                  <a:lnTo>
                    <a:pt x="28575" y="113140"/>
                  </a:lnTo>
                  <a:lnTo>
                    <a:pt x="42863" y="113140"/>
                  </a:lnTo>
                  <a:lnTo>
                    <a:pt x="42863"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763" name="Google Shape;2763;p116"/>
            <p:cNvPicPr preferRelativeResize="0"/>
            <p:nvPr/>
          </p:nvPicPr>
          <p:blipFill rotWithShape="1">
            <a:blip r:embed="rId12">
              <a:alphaModFix/>
            </a:blip>
            <a:srcRect/>
            <a:stretch/>
          </p:blipFill>
          <p:spPr>
            <a:xfrm>
              <a:off x="6301493" y="5490130"/>
              <a:ext cx="73819" cy="115521"/>
            </a:xfrm>
            <a:prstGeom prst="rect">
              <a:avLst/>
            </a:prstGeom>
            <a:noFill/>
            <a:ln>
              <a:noFill/>
            </a:ln>
          </p:spPr>
        </p:pic>
        <p:sp>
          <p:nvSpPr>
            <p:cNvPr id="2764" name="Google Shape;2764;p116"/>
            <p:cNvSpPr/>
            <p:nvPr/>
          </p:nvSpPr>
          <p:spPr>
            <a:xfrm>
              <a:off x="6394361" y="5453214"/>
              <a:ext cx="75565" cy="80010"/>
            </a:xfrm>
            <a:custGeom>
              <a:avLst/>
              <a:gdLst/>
              <a:ahLst/>
              <a:cxnLst/>
              <a:rect l="l" t="t" r="r" b="b"/>
              <a:pathLst>
                <a:path w="75564" h="80010" extrusionOk="0">
                  <a:moveTo>
                    <a:pt x="29845" y="45250"/>
                  </a:moveTo>
                  <a:lnTo>
                    <a:pt x="0" y="45250"/>
                  </a:lnTo>
                  <a:lnTo>
                    <a:pt x="0" y="55968"/>
                  </a:lnTo>
                  <a:lnTo>
                    <a:pt x="29845" y="55968"/>
                  </a:lnTo>
                  <a:lnTo>
                    <a:pt x="29845" y="45250"/>
                  </a:lnTo>
                  <a:close/>
                </a:path>
                <a:path w="75564" h="80010" extrusionOk="0">
                  <a:moveTo>
                    <a:pt x="75082" y="0"/>
                  </a:moveTo>
                  <a:lnTo>
                    <a:pt x="69049" y="0"/>
                  </a:lnTo>
                  <a:lnTo>
                    <a:pt x="64287" y="7137"/>
                  </a:lnTo>
                  <a:lnTo>
                    <a:pt x="59524" y="10706"/>
                  </a:lnTo>
                  <a:lnTo>
                    <a:pt x="56032" y="14287"/>
                  </a:lnTo>
                  <a:lnTo>
                    <a:pt x="51269" y="16662"/>
                  </a:lnTo>
                  <a:lnTo>
                    <a:pt x="45237" y="19050"/>
                  </a:lnTo>
                  <a:lnTo>
                    <a:pt x="45237" y="28587"/>
                  </a:lnTo>
                  <a:lnTo>
                    <a:pt x="52387" y="26200"/>
                  </a:lnTo>
                  <a:lnTo>
                    <a:pt x="63182" y="19050"/>
                  </a:lnTo>
                  <a:lnTo>
                    <a:pt x="65557" y="16662"/>
                  </a:lnTo>
                  <a:lnTo>
                    <a:pt x="65557" y="79794"/>
                  </a:lnTo>
                  <a:lnTo>
                    <a:pt x="75082" y="79794"/>
                  </a:lnTo>
                  <a:lnTo>
                    <a:pt x="75082"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765" name="Google Shape;2765;p116"/>
          <p:cNvGrpSpPr/>
          <p:nvPr/>
        </p:nvGrpSpPr>
        <p:grpSpPr>
          <a:xfrm>
            <a:off x="6954129" y="5453214"/>
            <a:ext cx="223987" cy="152436"/>
            <a:chOff x="6954129" y="5453214"/>
            <a:chExt cx="223987" cy="152436"/>
          </a:xfrm>
        </p:grpSpPr>
        <p:sp>
          <p:nvSpPr>
            <p:cNvPr id="2766" name="Google Shape;2766;p116"/>
            <p:cNvSpPr/>
            <p:nvPr/>
          </p:nvSpPr>
          <p:spPr>
            <a:xfrm>
              <a:off x="6954129" y="5490129"/>
              <a:ext cx="41910" cy="113664"/>
            </a:xfrm>
            <a:custGeom>
              <a:avLst/>
              <a:gdLst/>
              <a:ahLst/>
              <a:cxnLst/>
              <a:rect l="l" t="t" r="r" b="b"/>
              <a:pathLst>
                <a:path w="41909" h="113664" extrusionOk="0">
                  <a:moveTo>
                    <a:pt x="41593" y="0"/>
                  </a:moveTo>
                  <a:lnTo>
                    <a:pt x="33338" y="0"/>
                  </a:lnTo>
                  <a:lnTo>
                    <a:pt x="30956" y="4762"/>
                  </a:lnTo>
                  <a:lnTo>
                    <a:pt x="26195" y="9525"/>
                  </a:lnTo>
                  <a:lnTo>
                    <a:pt x="20161" y="14287"/>
                  </a:lnTo>
                  <a:lnTo>
                    <a:pt x="14287" y="20239"/>
                  </a:lnTo>
                  <a:lnTo>
                    <a:pt x="8254" y="25002"/>
                  </a:lnTo>
                  <a:lnTo>
                    <a:pt x="0" y="28575"/>
                  </a:lnTo>
                  <a:lnTo>
                    <a:pt x="0" y="41671"/>
                  </a:lnTo>
                  <a:lnTo>
                    <a:pt x="4762" y="40481"/>
                  </a:lnTo>
                  <a:lnTo>
                    <a:pt x="9525" y="38100"/>
                  </a:lnTo>
                  <a:lnTo>
                    <a:pt x="14287" y="34527"/>
                  </a:lnTo>
                  <a:lnTo>
                    <a:pt x="20161" y="30956"/>
                  </a:lnTo>
                  <a:lnTo>
                    <a:pt x="24925" y="27383"/>
                  </a:lnTo>
                  <a:lnTo>
                    <a:pt x="28575" y="25002"/>
                  </a:lnTo>
                  <a:lnTo>
                    <a:pt x="28575" y="113140"/>
                  </a:lnTo>
                  <a:lnTo>
                    <a:pt x="41593" y="113140"/>
                  </a:lnTo>
                  <a:lnTo>
                    <a:pt x="41593"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767" name="Google Shape;2767;p116"/>
            <p:cNvPicPr preferRelativeResize="0"/>
            <p:nvPr/>
          </p:nvPicPr>
          <p:blipFill rotWithShape="1">
            <a:blip r:embed="rId13">
              <a:alphaModFix/>
            </a:blip>
            <a:srcRect/>
            <a:stretch/>
          </p:blipFill>
          <p:spPr>
            <a:xfrm>
              <a:off x="7031441" y="5490129"/>
              <a:ext cx="75089" cy="115521"/>
            </a:xfrm>
            <a:prstGeom prst="rect">
              <a:avLst/>
            </a:prstGeom>
            <a:noFill/>
            <a:ln>
              <a:noFill/>
            </a:ln>
          </p:spPr>
        </p:pic>
        <p:sp>
          <p:nvSpPr>
            <p:cNvPr id="2768" name="Google Shape;2768;p116"/>
            <p:cNvSpPr/>
            <p:nvPr/>
          </p:nvSpPr>
          <p:spPr>
            <a:xfrm>
              <a:off x="7126681" y="5453214"/>
              <a:ext cx="51435" cy="81280"/>
            </a:xfrm>
            <a:custGeom>
              <a:avLst/>
              <a:gdLst/>
              <a:ahLst/>
              <a:cxnLst/>
              <a:rect l="l" t="t" r="r" b="b"/>
              <a:pathLst>
                <a:path w="51434" h="81279" extrusionOk="0">
                  <a:moveTo>
                    <a:pt x="51282" y="26200"/>
                  </a:moveTo>
                  <a:lnTo>
                    <a:pt x="50012" y="21437"/>
                  </a:lnTo>
                  <a:lnTo>
                    <a:pt x="48907" y="16662"/>
                  </a:lnTo>
                  <a:lnTo>
                    <a:pt x="46520" y="13093"/>
                  </a:lnTo>
                  <a:lnTo>
                    <a:pt x="45250" y="9525"/>
                  </a:lnTo>
                  <a:lnTo>
                    <a:pt x="43662" y="7137"/>
                  </a:lnTo>
                  <a:lnTo>
                    <a:pt x="42875" y="5943"/>
                  </a:lnTo>
                  <a:lnTo>
                    <a:pt x="41757" y="4838"/>
                  </a:lnTo>
                  <a:lnTo>
                    <a:pt x="41757" y="40487"/>
                  </a:lnTo>
                  <a:lnTo>
                    <a:pt x="41503" y="49441"/>
                  </a:lnTo>
                  <a:lnTo>
                    <a:pt x="29845" y="72644"/>
                  </a:lnTo>
                  <a:lnTo>
                    <a:pt x="21437" y="72644"/>
                  </a:lnTo>
                  <a:lnTo>
                    <a:pt x="17945" y="70256"/>
                  </a:lnTo>
                  <a:lnTo>
                    <a:pt x="9525" y="40487"/>
                  </a:lnTo>
                  <a:lnTo>
                    <a:pt x="9944" y="31369"/>
                  </a:lnTo>
                  <a:lnTo>
                    <a:pt x="21437" y="7137"/>
                  </a:lnTo>
                  <a:lnTo>
                    <a:pt x="29845" y="7137"/>
                  </a:lnTo>
                  <a:lnTo>
                    <a:pt x="41757" y="40487"/>
                  </a:lnTo>
                  <a:lnTo>
                    <a:pt x="41757" y="4838"/>
                  </a:lnTo>
                  <a:lnTo>
                    <a:pt x="40487" y="3568"/>
                  </a:lnTo>
                  <a:lnTo>
                    <a:pt x="36995" y="2374"/>
                  </a:lnTo>
                  <a:lnTo>
                    <a:pt x="33350" y="0"/>
                  </a:lnTo>
                  <a:lnTo>
                    <a:pt x="20320" y="0"/>
                  </a:lnTo>
                  <a:lnTo>
                    <a:pt x="15557" y="1181"/>
                  </a:lnTo>
                  <a:lnTo>
                    <a:pt x="10795" y="4762"/>
                  </a:lnTo>
                  <a:lnTo>
                    <a:pt x="7150" y="7137"/>
                  </a:lnTo>
                  <a:lnTo>
                    <a:pt x="4762" y="11899"/>
                  </a:lnTo>
                  <a:lnTo>
                    <a:pt x="2387" y="17856"/>
                  </a:lnTo>
                  <a:lnTo>
                    <a:pt x="0" y="30962"/>
                  </a:lnTo>
                  <a:lnTo>
                    <a:pt x="0" y="40487"/>
                  </a:lnTo>
                  <a:lnTo>
                    <a:pt x="11912" y="78587"/>
                  </a:lnTo>
                  <a:lnTo>
                    <a:pt x="17945" y="80987"/>
                  </a:lnTo>
                  <a:lnTo>
                    <a:pt x="30962" y="80987"/>
                  </a:lnTo>
                  <a:lnTo>
                    <a:pt x="36995" y="79794"/>
                  </a:lnTo>
                  <a:lnTo>
                    <a:pt x="44145" y="72644"/>
                  </a:lnTo>
                  <a:lnTo>
                    <a:pt x="46520" y="69062"/>
                  </a:lnTo>
                  <a:lnTo>
                    <a:pt x="51282" y="57162"/>
                  </a:lnTo>
                  <a:lnTo>
                    <a:pt x="51282" y="2620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769" name="Google Shape;2769;p116"/>
          <p:cNvGrpSpPr/>
          <p:nvPr/>
        </p:nvGrpSpPr>
        <p:grpSpPr>
          <a:xfrm>
            <a:off x="7669787" y="5453204"/>
            <a:ext cx="208443" cy="152446"/>
            <a:chOff x="7669787" y="5453204"/>
            <a:chExt cx="208443" cy="152446"/>
          </a:xfrm>
        </p:grpSpPr>
        <p:sp>
          <p:nvSpPr>
            <p:cNvPr id="2770" name="Google Shape;2770;p116"/>
            <p:cNvSpPr/>
            <p:nvPr/>
          </p:nvSpPr>
          <p:spPr>
            <a:xfrm>
              <a:off x="7669787" y="5490129"/>
              <a:ext cx="41910" cy="113664"/>
            </a:xfrm>
            <a:custGeom>
              <a:avLst/>
              <a:gdLst/>
              <a:ahLst/>
              <a:cxnLst/>
              <a:rect l="l" t="t" r="r" b="b"/>
              <a:pathLst>
                <a:path w="41909" h="113664" extrusionOk="0">
                  <a:moveTo>
                    <a:pt x="41753" y="0"/>
                  </a:moveTo>
                  <a:lnTo>
                    <a:pt x="32227" y="0"/>
                  </a:lnTo>
                  <a:lnTo>
                    <a:pt x="29687" y="4762"/>
                  </a:lnTo>
                  <a:lnTo>
                    <a:pt x="26195" y="9525"/>
                  </a:lnTo>
                  <a:lnTo>
                    <a:pt x="20161" y="14287"/>
                  </a:lnTo>
                  <a:lnTo>
                    <a:pt x="14287" y="20239"/>
                  </a:lnTo>
                  <a:lnTo>
                    <a:pt x="7143" y="25002"/>
                  </a:lnTo>
                  <a:lnTo>
                    <a:pt x="0" y="28575"/>
                  </a:lnTo>
                  <a:lnTo>
                    <a:pt x="0" y="41671"/>
                  </a:lnTo>
                  <a:lnTo>
                    <a:pt x="3492" y="40481"/>
                  </a:lnTo>
                  <a:lnTo>
                    <a:pt x="8254" y="38100"/>
                  </a:lnTo>
                  <a:lnTo>
                    <a:pt x="14287" y="34527"/>
                  </a:lnTo>
                  <a:lnTo>
                    <a:pt x="27306" y="25002"/>
                  </a:lnTo>
                  <a:lnTo>
                    <a:pt x="27306" y="113140"/>
                  </a:lnTo>
                  <a:lnTo>
                    <a:pt x="41753" y="113140"/>
                  </a:lnTo>
                  <a:lnTo>
                    <a:pt x="41753"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771" name="Google Shape;2771;p116"/>
            <p:cNvPicPr preferRelativeResize="0"/>
            <p:nvPr/>
          </p:nvPicPr>
          <p:blipFill rotWithShape="1">
            <a:blip r:embed="rId14">
              <a:alphaModFix/>
            </a:blip>
            <a:srcRect/>
            <a:stretch/>
          </p:blipFill>
          <p:spPr>
            <a:xfrm>
              <a:off x="7747258" y="5490129"/>
              <a:ext cx="73819" cy="115521"/>
            </a:xfrm>
            <a:prstGeom prst="rect">
              <a:avLst/>
            </a:prstGeom>
            <a:noFill/>
            <a:ln>
              <a:noFill/>
            </a:ln>
          </p:spPr>
        </p:pic>
        <p:sp>
          <p:nvSpPr>
            <p:cNvPr id="2772" name="Google Shape;2772;p116"/>
            <p:cNvSpPr/>
            <p:nvPr/>
          </p:nvSpPr>
          <p:spPr>
            <a:xfrm>
              <a:off x="7849655" y="5453204"/>
              <a:ext cx="28575" cy="80010"/>
            </a:xfrm>
            <a:custGeom>
              <a:avLst/>
              <a:gdLst/>
              <a:ahLst/>
              <a:cxnLst/>
              <a:rect l="l" t="t" r="r" b="b"/>
              <a:pathLst>
                <a:path w="28575" h="80010" extrusionOk="0">
                  <a:moveTo>
                    <a:pt x="28575" y="0"/>
                  </a:moveTo>
                  <a:lnTo>
                    <a:pt x="22541" y="0"/>
                  </a:lnTo>
                  <a:lnTo>
                    <a:pt x="17780" y="7143"/>
                  </a:lnTo>
                  <a:lnTo>
                    <a:pt x="14286" y="10714"/>
                  </a:lnTo>
                  <a:lnTo>
                    <a:pt x="9525" y="14287"/>
                  </a:lnTo>
                  <a:lnTo>
                    <a:pt x="0" y="19048"/>
                  </a:lnTo>
                  <a:lnTo>
                    <a:pt x="0" y="28590"/>
                  </a:lnTo>
                  <a:lnTo>
                    <a:pt x="2381" y="27400"/>
                  </a:lnTo>
                  <a:lnTo>
                    <a:pt x="5872" y="26208"/>
                  </a:lnTo>
                  <a:lnTo>
                    <a:pt x="16668" y="19048"/>
                  </a:lnTo>
                  <a:lnTo>
                    <a:pt x="19050" y="16668"/>
                  </a:lnTo>
                  <a:lnTo>
                    <a:pt x="19050" y="79802"/>
                  </a:lnTo>
                  <a:lnTo>
                    <a:pt x="28575" y="79802"/>
                  </a:lnTo>
                  <a:lnTo>
                    <a:pt x="28575"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773" name="Google Shape;2773;p116"/>
          <p:cNvGrpSpPr/>
          <p:nvPr/>
        </p:nvGrpSpPr>
        <p:grpSpPr>
          <a:xfrm>
            <a:off x="8384335" y="5453204"/>
            <a:ext cx="224158" cy="152446"/>
            <a:chOff x="8384335" y="5453204"/>
            <a:chExt cx="224158" cy="152446"/>
          </a:xfrm>
        </p:grpSpPr>
        <p:sp>
          <p:nvSpPr>
            <p:cNvPr id="2774" name="Google Shape;2774;p116"/>
            <p:cNvSpPr/>
            <p:nvPr/>
          </p:nvSpPr>
          <p:spPr>
            <a:xfrm>
              <a:off x="8384335" y="5490129"/>
              <a:ext cx="41910" cy="113664"/>
            </a:xfrm>
            <a:custGeom>
              <a:avLst/>
              <a:gdLst/>
              <a:ahLst/>
              <a:cxnLst/>
              <a:rect l="l" t="t" r="r" b="b"/>
              <a:pathLst>
                <a:path w="41909" h="113664" extrusionOk="0">
                  <a:moveTo>
                    <a:pt x="41593" y="0"/>
                  </a:moveTo>
                  <a:lnTo>
                    <a:pt x="33338" y="0"/>
                  </a:lnTo>
                  <a:lnTo>
                    <a:pt x="30956" y="4762"/>
                  </a:lnTo>
                  <a:lnTo>
                    <a:pt x="26195" y="9525"/>
                  </a:lnTo>
                  <a:lnTo>
                    <a:pt x="20161" y="14287"/>
                  </a:lnTo>
                  <a:lnTo>
                    <a:pt x="14287" y="20239"/>
                  </a:lnTo>
                  <a:lnTo>
                    <a:pt x="8254" y="25002"/>
                  </a:lnTo>
                  <a:lnTo>
                    <a:pt x="0" y="28575"/>
                  </a:lnTo>
                  <a:lnTo>
                    <a:pt x="0" y="41671"/>
                  </a:lnTo>
                  <a:lnTo>
                    <a:pt x="4762" y="40481"/>
                  </a:lnTo>
                  <a:lnTo>
                    <a:pt x="9525" y="38100"/>
                  </a:lnTo>
                  <a:lnTo>
                    <a:pt x="14287" y="34527"/>
                  </a:lnTo>
                  <a:lnTo>
                    <a:pt x="20161" y="30956"/>
                  </a:lnTo>
                  <a:lnTo>
                    <a:pt x="24925" y="27383"/>
                  </a:lnTo>
                  <a:lnTo>
                    <a:pt x="28576" y="25002"/>
                  </a:lnTo>
                  <a:lnTo>
                    <a:pt x="28576" y="113140"/>
                  </a:lnTo>
                  <a:lnTo>
                    <a:pt x="41593" y="113140"/>
                  </a:lnTo>
                  <a:lnTo>
                    <a:pt x="41593"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775" name="Google Shape;2775;p116"/>
            <p:cNvPicPr preferRelativeResize="0"/>
            <p:nvPr/>
          </p:nvPicPr>
          <p:blipFill rotWithShape="1">
            <a:blip r:embed="rId15">
              <a:alphaModFix/>
            </a:blip>
            <a:srcRect/>
            <a:stretch/>
          </p:blipFill>
          <p:spPr>
            <a:xfrm>
              <a:off x="8461648" y="5490129"/>
              <a:ext cx="73819" cy="115521"/>
            </a:xfrm>
            <a:prstGeom prst="rect">
              <a:avLst/>
            </a:prstGeom>
            <a:noFill/>
            <a:ln>
              <a:noFill/>
            </a:ln>
          </p:spPr>
        </p:pic>
        <p:sp>
          <p:nvSpPr>
            <p:cNvPr id="2776" name="Google Shape;2776;p116"/>
            <p:cNvSpPr/>
            <p:nvPr/>
          </p:nvSpPr>
          <p:spPr>
            <a:xfrm>
              <a:off x="8555788" y="5453204"/>
              <a:ext cx="52705" cy="80010"/>
            </a:xfrm>
            <a:custGeom>
              <a:avLst/>
              <a:gdLst/>
              <a:ahLst/>
              <a:cxnLst/>
              <a:rect l="l" t="t" r="r" b="b"/>
              <a:pathLst>
                <a:path w="52704" h="80010" extrusionOk="0">
                  <a:moveTo>
                    <a:pt x="34450" y="0"/>
                  </a:moveTo>
                  <a:lnTo>
                    <a:pt x="20162" y="0"/>
                  </a:lnTo>
                  <a:lnTo>
                    <a:pt x="13017" y="1189"/>
                  </a:lnTo>
                  <a:lnTo>
                    <a:pt x="9526" y="5953"/>
                  </a:lnTo>
                  <a:lnTo>
                    <a:pt x="4762" y="9523"/>
                  </a:lnTo>
                  <a:lnTo>
                    <a:pt x="2381" y="15478"/>
                  </a:lnTo>
                  <a:lnTo>
                    <a:pt x="1111" y="22637"/>
                  </a:lnTo>
                  <a:lnTo>
                    <a:pt x="11906" y="23827"/>
                  </a:lnTo>
                  <a:lnTo>
                    <a:pt x="11906" y="19048"/>
                  </a:lnTo>
                  <a:lnTo>
                    <a:pt x="13017" y="14287"/>
                  </a:lnTo>
                  <a:lnTo>
                    <a:pt x="15400" y="11906"/>
                  </a:lnTo>
                  <a:lnTo>
                    <a:pt x="22542" y="7143"/>
                  </a:lnTo>
                  <a:lnTo>
                    <a:pt x="30957" y="7143"/>
                  </a:lnTo>
                  <a:lnTo>
                    <a:pt x="38101" y="11906"/>
                  </a:lnTo>
                  <a:lnTo>
                    <a:pt x="40483" y="14287"/>
                  </a:lnTo>
                  <a:lnTo>
                    <a:pt x="41593" y="17858"/>
                  </a:lnTo>
                  <a:lnTo>
                    <a:pt x="41593" y="25017"/>
                  </a:lnTo>
                  <a:lnTo>
                    <a:pt x="40483" y="28590"/>
                  </a:lnTo>
                  <a:lnTo>
                    <a:pt x="36831" y="33352"/>
                  </a:lnTo>
                  <a:lnTo>
                    <a:pt x="34450" y="36925"/>
                  </a:lnTo>
                  <a:lnTo>
                    <a:pt x="28576" y="42877"/>
                  </a:lnTo>
                  <a:lnTo>
                    <a:pt x="20162" y="50022"/>
                  </a:lnTo>
                  <a:lnTo>
                    <a:pt x="14287" y="54783"/>
                  </a:lnTo>
                  <a:lnTo>
                    <a:pt x="9526" y="58356"/>
                  </a:lnTo>
                  <a:lnTo>
                    <a:pt x="2381" y="69072"/>
                  </a:lnTo>
                  <a:lnTo>
                    <a:pt x="1111" y="72642"/>
                  </a:lnTo>
                  <a:lnTo>
                    <a:pt x="0" y="75025"/>
                  </a:lnTo>
                  <a:lnTo>
                    <a:pt x="0" y="79802"/>
                  </a:lnTo>
                  <a:lnTo>
                    <a:pt x="52390" y="79802"/>
                  </a:lnTo>
                  <a:lnTo>
                    <a:pt x="52390" y="70262"/>
                  </a:lnTo>
                  <a:lnTo>
                    <a:pt x="13017" y="70262"/>
                  </a:lnTo>
                  <a:lnTo>
                    <a:pt x="14287" y="67881"/>
                  </a:lnTo>
                  <a:lnTo>
                    <a:pt x="15400" y="66690"/>
                  </a:lnTo>
                  <a:lnTo>
                    <a:pt x="16670" y="64308"/>
                  </a:lnTo>
                  <a:lnTo>
                    <a:pt x="19051" y="63117"/>
                  </a:lnTo>
                  <a:lnTo>
                    <a:pt x="22542" y="59547"/>
                  </a:lnTo>
                  <a:lnTo>
                    <a:pt x="28576" y="54783"/>
                  </a:lnTo>
                  <a:lnTo>
                    <a:pt x="35720" y="48831"/>
                  </a:lnTo>
                  <a:lnTo>
                    <a:pt x="43975" y="40497"/>
                  </a:lnTo>
                  <a:lnTo>
                    <a:pt x="46356" y="36925"/>
                  </a:lnTo>
                  <a:lnTo>
                    <a:pt x="48738" y="34542"/>
                  </a:lnTo>
                  <a:lnTo>
                    <a:pt x="50008" y="30972"/>
                  </a:lnTo>
                  <a:lnTo>
                    <a:pt x="51120" y="28590"/>
                  </a:lnTo>
                  <a:lnTo>
                    <a:pt x="52390" y="25017"/>
                  </a:lnTo>
                  <a:lnTo>
                    <a:pt x="52390" y="15478"/>
                  </a:lnTo>
                  <a:lnTo>
                    <a:pt x="50008" y="10714"/>
                  </a:lnTo>
                  <a:lnTo>
                    <a:pt x="40483" y="1189"/>
                  </a:lnTo>
                  <a:lnTo>
                    <a:pt x="34450"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777" name="Google Shape;2777;p116"/>
          <p:cNvGrpSpPr/>
          <p:nvPr/>
        </p:nvGrpSpPr>
        <p:grpSpPr>
          <a:xfrm>
            <a:off x="9099994" y="5453204"/>
            <a:ext cx="224158" cy="152446"/>
            <a:chOff x="9099994" y="5453204"/>
            <a:chExt cx="224158" cy="152446"/>
          </a:xfrm>
        </p:grpSpPr>
        <p:sp>
          <p:nvSpPr>
            <p:cNvPr id="2778" name="Google Shape;2778;p116"/>
            <p:cNvSpPr/>
            <p:nvPr/>
          </p:nvSpPr>
          <p:spPr>
            <a:xfrm>
              <a:off x="9099994" y="5490129"/>
              <a:ext cx="41910" cy="113664"/>
            </a:xfrm>
            <a:custGeom>
              <a:avLst/>
              <a:gdLst/>
              <a:ahLst/>
              <a:cxnLst/>
              <a:rect l="l" t="t" r="r" b="b"/>
              <a:pathLst>
                <a:path w="41909" h="113664" extrusionOk="0">
                  <a:moveTo>
                    <a:pt x="41753" y="0"/>
                  </a:moveTo>
                  <a:lnTo>
                    <a:pt x="32227" y="0"/>
                  </a:lnTo>
                  <a:lnTo>
                    <a:pt x="29846" y="4762"/>
                  </a:lnTo>
                  <a:lnTo>
                    <a:pt x="26195" y="9525"/>
                  </a:lnTo>
                  <a:lnTo>
                    <a:pt x="20321" y="14287"/>
                  </a:lnTo>
                  <a:lnTo>
                    <a:pt x="14287" y="20239"/>
                  </a:lnTo>
                  <a:lnTo>
                    <a:pt x="7143" y="25002"/>
                  </a:lnTo>
                  <a:lnTo>
                    <a:pt x="0" y="28575"/>
                  </a:lnTo>
                  <a:lnTo>
                    <a:pt x="0" y="41671"/>
                  </a:lnTo>
                  <a:lnTo>
                    <a:pt x="3651" y="40481"/>
                  </a:lnTo>
                  <a:lnTo>
                    <a:pt x="8413" y="38100"/>
                  </a:lnTo>
                  <a:lnTo>
                    <a:pt x="14287" y="34527"/>
                  </a:lnTo>
                  <a:lnTo>
                    <a:pt x="23812" y="27383"/>
                  </a:lnTo>
                  <a:lnTo>
                    <a:pt x="27465" y="25002"/>
                  </a:lnTo>
                  <a:lnTo>
                    <a:pt x="27465" y="113140"/>
                  </a:lnTo>
                  <a:lnTo>
                    <a:pt x="41753" y="113140"/>
                  </a:lnTo>
                  <a:lnTo>
                    <a:pt x="41753"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779" name="Google Shape;2779;p116"/>
            <p:cNvPicPr preferRelativeResize="0"/>
            <p:nvPr/>
          </p:nvPicPr>
          <p:blipFill rotWithShape="1">
            <a:blip r:embed="rId16">
              <a:alphaModFix/>
            </a:blip>
            <a:srcRect/>
            <a:stretch/>
          </p:blipFill>
          <p:spPr>
            <a:xfrm>
              <a:off x="9177466" y="5490129"/>
              <a:ext cx="73819" cy="115521"/>
            </a:xfrm>
            <a:prstGeom prst="rect">
              <a:avLst/>
            </a:prstGeom>
            <a:noFill/>
            <a:ln>
              <a:noFill/>
            </a:ln>
          </p:spPr>
        </p:pic>
        <p:sp>
          <p:nvSpPr>
            <p:cNvPr id="2780" name="Google Shape;2780;p116"/>
            <p:cNvSpPr/>
            <p:nvPr/>
          </p:nvSpPr>
          <p:spPr>
            <a:xfrm>
              <a:off x="9271447" y="5453204"/>
              <a:ext cx="52705" cy="81280"/>
            </a:xfrm>
            <a:custGeom>
              <a:avLst/>
              <a:gdLst/>
              <a:ahLst/>
              <a:cxnLst/>
              <a:rect l="l" t="t" r="r" b="b"/>
              <a:pathLst>
                <a:path w="52704" h="81279" extrusionOk="0">
                  <a:moveTo>
                    <a:pt x="33338" y="0"/>
                  </a:moveTo>
                  <a:lnTo>
                    <a:pt x="19051" y="0"/>
                  </a:lnTo>
                  <a:lnTo>
                    <a:pt x="13176" y="1189"/>
                  </a:lnTo>
                  <a:lnTo>
                    <a:pt x="9525" y="4762"/>
                  </a:lnTo>
                  <a:lnTo>
                    <a:pt x="4762" y="8333"/>
                  </a:lnTo>
                  <a:lnTo>
                    <a:pt x="2381" y="13096"/>
                  </a:lnTo>
                  <a:lnTo>
                    <a:pt x="1270" y="20256"/>
                  </a:lnTo>
                  <a:lnTo>
                    <a:pt x="10796" y="21447"/>
                  </a:lnTo>
                  <a:lnTo>
                    <a:pt x="11906" y="16668"/>
                  </a:lnTo>
                  <a:lnTo>
                    <a:pt x="13176" y="13096"/>
                  </a:lnTo>
                  <a:lnTo>
                    <a:pt x="17940" y="8333"/>
                  </a:lnTo>
                  <a:lnTo>
                    <a:pt x="21431" y="7143"/>
                  </a:lnTo>
                  <a:lnTo>
                    <a:pt x="28576" y="7143"/>
                  </a:lnTo>
                  <a:lnTo>
                    <a:pt x="32227" y="8333"/>
                  </a:lnTo>
                  <a:lnTo>
                    <a:pt x="36990" y="13096"/>
                  </a:lnTo>
                  <a:lnTo>
                    <a:pt x="38101" y="16668"/>
                  </a:lnTo>
                  <a:lnTo>
                    <a:pt x="38101" y="25019"/>
                  </a:lnTo>
                  <a:lnTo>
                    <a:pt x="36990" y="27400"/>
                  </a:lnTo>
                  <a:lnTo>
                    <a:pt x="29846" y="32162"/>
                  </a:lnTo>
                  <a:lnTo>
                    <a:pt x="26195" y="33354"/>
                  </a:lnTo>
                  <a:lnTo>
                    <a:pt x="20321" y="33354"/>
                  </a:lnTo>
                  <a:lnTo>
                    <a:pt x="19051" y="41687"/>
                  </a:lnTo>
                  <a:lnTo>
                    <a:pt x="22701" y="41687"/>
                  </a:lnTo>
                  <a:lnTo>
                    <a:pt x="25082" y="40497"/>
                  </a:lnTo>
                  <a:lnTo>
                    <a:pt x="30957" y="40497"/>
                  </a:lnTo>
                  <a:lnTo>
                    <a:pt x="34608" y="41687"/>
                  </a:lnTo>
                  <a:lnTo>
                    <a:pt x="36990" y="45260"/>
                  </a:lnTo>
                  <a:lnTo>
                    <a:pt x="40483" y="47640"/>
                  </a:lnTo>
                  <a:lnTo>
                    <a:pt x="41753" y="51212"/>
                  </a:lnTo>
                  <a:lnTo>
                    <a:pt x="41753" y="60737"/>
                  </a:lnTo>
                  <a:lnTo>
                    <a:pt x="40483" y="64310"/>
                  </a:lnTo>
                  <a:lnTo>
                    <a:pt x="36990" y="67881"/>
                  </a:lnTo>
                  <a:lnTo>
                    <a:pt x="34608" y="71454"/>
                  </a:lnTo>
                  <a:lnTo>
                    <a:pt x="29846" y="72644"/>
                  </a:lnTo>
                  <a:lnTo>
                    <a:pt x="21431" y="72644"/>
                  </a:lnTo>
                  <a:lnTo>
                    <a:pt x="17940" y="71454"/>
                  </a:lnTo>
                  <a:lnTo>
                    <a:pt x="13176" y="66691"/>
                  </a:lnTo>
                  <a:lnTo>
                    <a:pt x="10796" y="63119"/>
                  </a:lnTo>
                  <a:lnTo>
                    <a:pt x="9525" y="57165"/>
                  </a:lnTo>
                  <a:lnTo>
                    <a:pt x="0" y="58356"/>
                  </a:lnTo>
                  <a:lnTo>
                    <a:pt x="19051" y="80995"/>
                  </a:lnTo>
                  <a:lnTo>
                    <a:pt x="33338" y="80995"/>
                  </a:lnTo>
                  <a:lnTo>
                    <a:pt x="39371" y="78597"/>
                  </a:lnTo>
                  <a:lnTo>
                    <a:pt x="45245" y="73835"/>
                  </a:lnTo>
                  <a:lnTo>
                    <a:pt x="50008" y="69072"/>
                  </a:lnTo>
                  <a:lnTo>
                    <a:pt x="52390" y="63119"/>
                  </a:lnTo>
                  <a:lnTo>
                    <a:pt x="52390" y="51212"/>
                  </a:lnTo>
                  <a:lnTo>
                    <a:pt x="51278" y="46450"/>
                  </a:lnTo>
                  <a:lnTo>
                    <a:pt x="48896" y="42879"/>
                  </a:lnTo>
                  <a:lnTo>
                    <a:pt x="45245" y="39306"/>
                  </a:lnTo>
                  <a:lnTo>
                    <a:pt x="41753" y="36925"/>
                  </a:lnTo>
                  <a:lnTo>
                    <a:pt x="36990" y="36925"/>
                  </a:lnTo>
                  <a:lnTo>
                    <a:pt x="44133" y="32162"/>
                  </a:lnTo>
                  <a:lnTo>
                    <a:pt x="45245" y="29781"/>
                  </a:lnTo>
                  <a:lnTo>
                    <a:pt x="47626" y="27400"/>
                  </a:lnTo>
                  <a:lnTo>
                    <a:pt x="48896" y="23829"/>
                  </a:lnTo>
                  <a:lnTo>
                    <a:pt x="48896" y="16668"/>
                  </a:lnTo>
                  <a:lnTo>
                    <a:pt x="47626" y="13096"/>
                  </a:lnTo>
                  <a:lnTo>
                    <a:pt x="45245" y="9523"/>
                  </a:lnTo>
                  <a:lnTo>
                    <a:pt x="44133" y="7143"/>
                  </a:lnTo>
                  <a:lnTo>
                    <a:pt x="33338"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pic>
        <p:nvPicPr>
          <p:cNvPr id="2781" name="Google Shape;2781;p116"/>
          <p:cNvPicPr preferRelativeResize="0"/>
          <p:nvPr/>
        </p:nvPicPr>
        <p:blipFill rotWithShape="1">
          <a:blip r:embed="rId17">
            <a:alphaModFix/>
          </a:blip>
          <a:srcRect/>
          <a:stretch/>
        </p:blipFill>
        <p:spPr>
          <a:xfrm>
            <a:off x="5735857" y="5722365"/>
            <a:ext cx="1090792" cy="161955"/>
          </a:xfrm>
          <a:prstGeom prst="rect">
            <a:avLst/>
          </a:prstGeom>
          <a:noFill/>
          <a:ln>
            <a:noFill/>
          </a:ln>
        </p:spPr>
      </p:pic>
      <p:pic>
        <p:nvPicPr>
          <p:cNvPr id="2782" name="Google Shape;2782;p116"/>
          <p:cNvPicPr preferRelativeResize="0"/>
          <p:nvPr/>
        </p:nvPicPr>
        <p:blipFill rotWithShape="1">
          <a:blip r:embed="rId18">
            <a:alphaModFix/>
          </a:blip>
          <a:srcRect/>
          <a:stretch/>
        </p:blipFill>
        <p:spPr>
          <a:xfrm>
            <a:off x="6895707" y="5725937"/>
            <a:ext cx="86995" cy="123855"/>
          </a:xfrm>
          <a:prstGeom prst="rect">
            <a:avLst/>
          </a:prstGeom>
          <a:noFill/>
          <a:ln>
            <a:noFill/>
          </a:ln>
        </p:spPr>
      </p:pic>
      <p:grpSp>
        <p:nvGrpSpPr>
          <p:cNvPr id="2783" name="Google Shape;2783;p116"/>
          <p:cNvGrpSpPr/>
          <p:nvPr/>
        </p:nvGrpSpPr>
        <p:grpSpPr>
          <a:xfrm>
            <a:off x="3101666" y="5254332"/>
            <a:ext cx="259808" cy="152421"/>
            <a:chOff x="3101666" y="5254332"/>
            <a:chExt cx="259808" cy="152421"/>
          </a:xfrm>
        </p:grpSpPr>
        <p:sp>
          <p:nvSpPr>
            <p:cNvPr id="2784" name="Google Shape;2784;p116"/>
            <p:cNvSpPr/>
            <p:nvPr/>
          </p:nvSpPr>
          <p:spPr>
            <a:xfrm>
              <a:off x="3101666" y="5291247"/>
              <a:ext cx="41910" cy="114935"/>
            </a:xfrm>
            <a:custGeom>
              <a:avLst/>
              <a:gdLst/>
              <a:ahLst/>
              <a:cxnLst/>
              <a:rect l="l" t="t" r="r" b="b"/>
              <a:pathLst>
                <a:path w="41910" h="114935" extrusionOk="0">
                  <a:moveTo>
                    <a:pt x="41671" y="0"/>
                  </a:moveTo>
                  <a:lnTo>
                    <a:pt x="32146" y="0"/>
                  </a:lnTo>
                  <a:lnTo>
                    <a:pt x="29764" y="4762"/>
                  </a:lnTo>
                  <a:lnTo>
                    <a:pt x="26193" y="9525"/>
                  </a:lnTo>
                  <a:lnTo>
                    <a:pt x="20239" y="15477"/>
                  </a:lnTo>
                  <a:lnTo>
                    <a:pt x="14286" y="20239"/>
                  </a:lnTo>
                  <a:lnTo>
                    <a:pt x="7142" y="25002"/>
                  </a:lnTo>
                  <a:lnTo>
                    <a:pt x="0" y="28575"/>
                  </a:lnTo>
                  <a:lnTo>
                    <a:pt x="0" y="41671"/>
                  </a:lnTo>
                  <a:lnTo>
                    <a:pt x="3569" y="40481"/>
                  </a:lnTo>
                  <a:lnTo>
                    <a:pt x="8333" y="38100"/>
                  </a:lnTo>
                  <a:lnTo>
                    <a:pt x="14286" y="34527"/>
                  </a:lnTo>
                  <a:lnTo>
                    <a:pt x="19050" y="32146"/>
                  </a:lnTo>
                  <a:lnTo>
                    <a:pt x="23811" y="28575"/>
                  </a:lnTo>
                  <a:lnTo>
                    <a:pt x="27383" y="25002"/>
                  </a:lnTo>
                  <a:lnTo>
                    <a:pt x="27383" y="114315"/>
                  </a:lnTo>
                  <a:lnTo>
                    <a:pt x="41671" y="114315"/>
                  </a:lnTo>
                  <a:lnTo>
                    <a:pt x="41671"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785" name="Google Shape;2785;p116"/>
            <p:cNvPicPr preferRelativeResize="0"/>
            <p:nvPr/>
          </p:nvPicPr>
          <p:blipFill rotWithShape="1">
            <a:blip r:embed="rId19">
              <a:alphaModFix/>
            </a:blip>
            <a:srcRect/>
            <a:stretch/>
          </p:blipFill>
          <p:spPr>
            <a:xfrm>
              <a:off x="3179074" y="5291248"/>
              <a:ext cx="73819" cy="115505"/>
            </a:xfrm>
            <a:prstGeom prst="rect">
              <a:avLst/>
            </a:prstGeom>
            <a:noFill/>
            <a:ln>
              <a:noFill/>
            </a:ln>
          </p:spPr>
        </p:pic>
        <p:sp>
          <p:nvSpPr>
            <p:cNvPr id="2786" name="Google Shape;2786;p116"/>
            <p:cNvSpPr/>
            <p:nvPr/>
          </p:nvSpPr>
          <p:spPr>
            <a:xfrm>
              <a:off x="3271939" y="5254332"/>
              <a:ext cx="89535" cy="80010"/>
            </a:xfrm>
            <a:custGeom>
              <a:avLst/>
              <a:gdLst/>
              <a:ahLst/>
              <a:cxnLst/>
              <a:rect l="l" t="t" r="r" b="b"/>
              <a:pathLst>
                <a:path w="89535" h="80010" extrusionOk="0">
                  <a:moveTo>
                    <a:pt x="30962" y="46443"/>
                  </a:moveTo>
                  <a:lnTo>
                    <a:pt x="0" y="46443"/>
                  </a:lnTo>
                  <a:lnTo>
                    <a:pt x="0" y="55968"/>
                  </a:lnTo>
                  <a:lnTo>
                    <a:pt x="30962" y="55968"/>
                  </a:lnTo>
                  <a:lnTo>
                    <a:pt x="30962" y="46443"/>
                  </a:lnTo>
                  <a:close/>
                </a:path>
                <a:path w="89535" h="80010" extrusionOk="0">
                  <a:moveTo>
                    <a:pt x="89319" y="15468"/>
                  </a:moveTo>
                  <a:lnTo>
                    <a:pt x="86931" y="10706"/>
                  </a:lnTo>
                  <a:lnTo>
                    <a:pt x="83362" y="5943"/>
                  </a:lnTo>
                  <a:lnTo>
                    <a:pt x="78587" y="2374"/>
                  </a:lnTo>
                  <a:lnTo>
                    <a:pt x="72631" y="0"/>
                  </a:lnTo>
                  <a:lnTo>
                    <a:pt x="57150" y="0"/>
                  </a:lnTo>
                  <a:lnTo>
                    <a:pt x="51206" y="2374"/>
                  </a:lnTo>
                  <a:lnTo>
                    <a:pt x="46443" y="5943"/>
                  </a:lnTo>
                  <a:lnTo>
                    <a:pt x="42862" y="9525"/>
                  </a:lnTo>
                  <a:lnTo>
                    <a:pt x="39293" y="15468"/>
                  </a:lnTo>
                  <a:lnTo>
                    <a:pt x="39293" y="22618"/>
                  </a:lnTo>
                  <a:lnTo>
                    <a:pt x="48818" y="23812"/>
                  </a:lnTo>
                  <a:lnTo>
                    <a:pt x="48818" y="19050"/>
                  </a:lnTo>
                  <a:lnTo>
                    <a:pt x="50012" y="15468"/>
                  </a:lnTo>
                  <a:lnTo>
                    <a:pt x="55968" y="9525"/>
                  </a:lnTo>
                  <a:lnTo>
                    <a:pt x="59537" y="8331"/>
                  </a:lnTo>
                  <a:lnTo>
                    <a:pt x="69062" y="8331"/>
                  </a:lnTo>
                  <a:lnTo>
                    <a:pt x="72631" y="9525"/>
                  </a:lnTo>
                  <a:lnTo>
                    <a:pt x="75018" y="11899"/>
                  </a:lnTo>
                  <a:lnTo>
                    <a:pt x="78587" y="14287"/>
                  </a:lnTo>
                  <a:lnTo>
                    <a:pt x="79781" y="17856"/>
                  </a:lnTo>
                  <a:lnTo>
                    <a:pt x="79781" y="26187"/>
                  </a:lnTo>
                  <a:lnTo>
                    <a:pt x="78587" y="29756"/>
                  </a:lnTo>
                  <a:lnTo>
                    <a:pt x="75018" y="33337"/>
                  </a:lnTo>
                  <a:lnTo>
                    <a:pt x="71437" y="38112"/>
                  </a:lnTo>
                  <a:lnTo>
                    <a:pt x="66675" y="42875"/>
                  </a:lnTo>
                  <a:lnTo>
                    <a:pt x="57150" y="50012"/>
                  </a:lnTo>
                  <a:lnTo>
                    <a:pt x="41681" y="65493"/>
                  </a:lnTo>
                  <a:lnTo>
                    <a:pt x="39293" y="69062"/>
                  </a:lnTo>
                  <a:lnTo>
                    <a:pt x="38100" y="72644"/>
                  </a:lnTo>
                  <a:lnTo>
                    <a:pt x="38100" y="75018"/>
                  </a:lnTo>
                  <a:lnTo>
                    <a:pt x="36918" y="77406"/>
                  </a:lnTo>
                  <a:lnTo>
                    <a:pt x="36918" y="79781"/>
                  </a:lnTo>
                  <a:lnTo>
                    <a:pt x="89319" y="79781"/>
                  </a:lnTo>
                  <a:lnTo>
                    <a:pt x="89319" y="70256"/>
                  </a:lnTo>
                  <a:lnTo>
                    <a:pt x="51206" y="70256"/>
                  </a:lnTo>
                  <a:lnTo>
                    <a:pt x="52387" y="69062"/>
                  </a:lnTo>
                  <a:lnTo>
                    <a:pt x="53581" y="66687"/>
                  </a:lnTo>
                  <a:lnTo>
                    <a:pt x="54775" y="65493"/>
                  </a:lnTo>
                  <a:lnTo>
                    <a:pt x="55968" y="63119"/>
                  </a:lnTo>
                  <a:lnTo>
                    <a:pt x="60731" y="59537"/>
                  </a:lnTo>
                  <a:lnTo>
                    <a:pt x="66675" y="54775"/>
                  </a:lnTo>
                  <a:lnTo>
                    <a:pt x="72631" y="48831"/>
                  </a:lnTo>
                  <a:lnTo>
                    <a:pt x="78587" y="44069"/>
                  </a:lnTo>
                  <a:lnTo>
                    <a:pt x="84556" y="38112"/>
                  </a:lnTo>
                  <a:lnTo>
                    <a:pt x="85750" y="34518"/>
                  </a:lnTo>
                  <a:lnTo>
                    <a:pt x="88125" y="30949"/>
                  </a:lnTo>
                  <a:lnTo>
                    <a:pt x="89319" y="28575"/>
                  </a:lnTo>
                  <a:lnTo>
                    <a:pt x="89319" y="15468"/>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787" name="Google Shape;2787;p116"/>
          <p:cNvGrpSpPr/>
          <p:nvPr/>
        </p:nvGrpSpPr>
        <p:grpSpPr>
          <a:xfrm>
            <a:off x="3101666" y="3515613"/>
            <a:ext cx="245838" cy="152399"/>
            <a:chOff x="3101666" y="3515613"/>
            <a:chExt cx="245838" cy="152399"/>
          </a:xfrm>
        </p:grpSpPr>
        <p:sp>
          <p:nvSpPr>
            <p:cNvPr id="2788" name="Google Shape;2788;p116"/>
            <p:cNvSpPr/>
            <p:nvPr/>
          </p:nvSpPr>
          <p:spPr>
            <a:xfrm>
              <a:off x="3101666" y="3552443"/>
              <a:ext cx="41910" cy="114300"/>
            </a:xfrm>
            <a:custGeom>
              <a:avLst/>
              <a:gdLst/>
              <a:ahLst/>
              <a:cxnLst/>
              <a:rect l="l" t="t" r="r" b="b"/>
              <a:pathLst>
                <a:path w="41910" h="114300" extrusionOk="0">
                  <a:moveTo>
                    <a:pt x="41671" y="0"/>
                  </a:moveTo>
                  <a:lnTo>
                    <a:pt x="32146" y="0"/>
                  </a:lnTo>
                  <a:lnTo>
                    <a:pt x="29764" y="4762"/>
                  </a:lnTo>
                  <a:lnTo>
                    <a:pt x="26193" y="9525"/>
                  </a:lnTo>
                  <a:lnTo>
                    <a:pt x="20239" y="15557"/>
                  </a:lnTo>
                  <a:lnTo>
                    <a:pt x="14286" y="20319"/>
                  </a:lnTo>
                  <a:lnTo>
                    <a:pt x="7142" y="25082"/>
                  </a:lnTo>
                  <a:lnTo>
                    <a:pt x="0" y="28575"/>
                  </a:lnTo>
                  <a:lnTo>
                    <a:pt x="0" y="41751"/>
                  </a:lnTo>
                  <a:lnTo>
                    <a:pt x="3569" y="40481"/>
                  </a:lnTo>
                  <a:lnTo>
                    <a:pt x="8333" y="38100"/>
                  </a:lnTo>
                  <a:lnTo>
                    <a:pt x="14286" y="34607"/>
                  </a:lnTo>
                  <a:lnTo>
                    <a:pt x="19050" y="30956"/>
                  </a:lnTo>
                  <a:lnTo>
                    <a:pt x="23811" y="28575"/>
                  </a:lnTo>
                  <a:lnTo>
                    <a:pt x="27383" y="25082"/>
                  </a:lnTo>
                  <a:lnTo>
                    <a:pt x="27383" y="114300"/>
                  </a:lnTo>
                  <a:lnTo>
                    <a:pt x="41671" y="114300"/>
                  </a:lnTo>
                  <a:lnTo>
                    <a:pt x="41671"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789" name="Google Shape;2789;p116"/>
            <p:cNvPicPr preferRelativeResize="0"/>
            <p:nvPr/>
          </p:nvPicPr>
          <p:blipFill rotWithShape="1">
            <a:blip r:embed="rId20">
              <a:alphaModFix/>
            </a:blip>
            <a:srcRect/>
            <a:stretch/>
          </p:blipFill>
          <p:spPr>
            <a:xfrm>
              <a:off x="3179074" y="3552443"/>
              <a:ext cx="73819" cy="115569"/>
            </a:xfrm>
            <a:prstGeom prst="rect">
              <a:avLst/>
            </a:prstGeom>
            <a:noFill/>
            <a:ln>
              <a:noFill/>
            </a:ln>
          </p:spPr>
        </p:pic>
        <p:sp>
          <p:nvSpPr>
            <p:cNvPr id="2790" name="Google Shape;2790;p116"/>
            <p:cNvSpPr/>
            <p:nvPr/>
          </p:nvSpPr>
          <p:spPr>
            <a:xfrm>
              <a:off x="3271939" y="3515613"/>
              <a:ext cx="75565" cy="80010"/>
            </a:xfrm>
            <a:custGeom>
              <a:avLst/>
              <a:gdLst/>
              <a:ahLst/>
              <a:cxnLst/>
              <a:rect l="l" t="t" r="r" b="b"/>
              <a:pathLst>
                <a:path w="75564" h="80010" extrusionOk="0">
                  <a:moveTo>
                    <a:pt x="30962" y="46355"/>
                  </a:moveTo>
                  <a:lnTo>
                    <a:pt x="0" y="46355"/>
                  </a:lnTo>
                  <a:lnTo>
                    <a:pt x="0" y="55892"/>
                  </a:lnTo>
                  <a:lnTo>
                    <a:pt x="30962" y="55892"/>
                  </a:lnTo>
                  <a:lnTo>
                    <a:pt x="30962" y="46355"/>
                  </a:lnTo>
                  <a:close/>
                </a:path>
                <a:path w="75564" h="80010" extrusionOk="0">
                  <a:moveTo>
                    <a:pt x="75018" y="0"/>
                  </a:moveTo>
                  <a:lnTo>
                    <a:pt x="69075" y="0"/>
                  </a:lnTo>
                  <a:lnTo>
                    <a:pt x="64312" y="7150"/>
                  </a:lnTo>
                  <a:lnTo>
                    <a:pt x="60744" y="10642"/>
                  </a:lnTo>
                  <a:lnTo>
                    <a:pt x="55968" y="14287"/>
                  </a:lnTo>
                  <a:lnTo>
                    <a:pt x="51219" y="16675"/>
                  </a:lnTo>
                  <a:lnTo>
                    <a:pt x="46443" y="20167"/>
                  </a:lnTo>
                  <a:lnTo>
                    <a:pt x="46443" y="28587"/>
                  </a:lnTo>
                  <a:lnTo>
                    <a:pt x="48818" y="28587"/>
                  </a:lnTo>
                  <a:lnTo>
                    <a:pt x="63119" y="19050"/>
                  </a:lnTo>
                  <a:lnTo>
                    <a:pt x="65493" y="17780"/>
                  </a:lnTo>
                  <a:lnTo>
                    <a:pt x="65493" y="79705"/>
                  </a:lnTo>
                  <a:lnTo>
                    <a:pt x="75018" y="79705"/>
                  </a:lnTo>
                  <a:lnTo>
                    <a:pt x="75018"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2791" name="Google Shape;2791;p116"/>
          <p:cNvGrpSpPr/>
          <p:nvPr/>
        </p:nvGrpSpPr>
        <p:grpSpPr>
          <a:xfrm>
            <a:off x="3132622" y="1776831"/>
            <a:ext cx="224102" cy="152394"/>
            <a:chOff x="3132622" y="1776831"/>
            <a:chExt cx="224102" cy="152394"/>
          </a:xfrm>
        </p:grpSpPr>
        <p:sp>
          <p:nvSpPr>
            <p:cNvPr id="2792" name="Google Shape;2792;p116"/>
            <p:cNvSpPr/>
            <p:nvPr/>
          </p:nvSpPr>
          <p:spPr>
            <a:xfrm>
              <a:off x="3132622" y="1813655"/>
              <a:ext cx="41910" cy="113664"/>
            </a:xfrm>
            <a:custGeom>
              <a:avLst/>
              <a:gdLst/>
              <a:ahLst/>
              <a:cxnLst/>
              <a:rect l="l" t="t" r="r" b="b"/>
              <a:pathLst>
                <a:path w="41910" h="113664" extrusionOk="0">
                  <a:moveTo>
                    <a:pt x="41687" y="0"/>
                  </a:moveTo>
                  <a:lnTo>
                    <a:pt x="33337" y="0"/>
                  </a:lnTo>
                  <a:lnTo>
                    <a:pt x="30954" y="4761"/>
                  </a:lnTo>
                  <a:lnTo>
                    <a:pt x="26193" y="9525"/>
                  </a:lnTo>
                  <a:lnTo>
                    <a:pt x="20239" y="14286"/>
                  </a:lnTo>
                  <a:lnTo>
                    <a:pt x="15477" y="20320"/>
                  </a:lnTo>
                  <a:lnTo>
                    <a:pt x="8333" y="23811"/>
                  </a:lnTo>
                  <a:lnTo>
                    <a:pt x="0" y="28575"/>
                  </a:lnTo>
                  <a:lnTo>
                    <a:pt x="0" y="41751"/>
                  </a:lnTo>
                  <a:lnTo>
                    <a:pt x="4761" y="40481"/>
                  </a:lnTo>
                  <a:lnTo>
                    <a:pt x="9525" y="38100"/>
                  </a:lnTo>
                  <a:lnTo>
                    <a:pt x="15477" y="34606"/>
                  </a:lnTo>
                  <a:lnTo>
                    <a:pt x="20239" y="30956"/>
                  </a:lnTo>
                  <a:lnTo>
                    <a:pt x="28575" y="25081"/>
                  </a:lnTo>
                  <a:lnTo>
                    <a:pt x="28575" y="113187"/>
                  </a:lnTo>
                  <a:lnTo>
                    <a:pt x="41687" y="113187"/>
                  </a:lnTo>
                  <a:lnTo>
                    <a:pt x="41687" y="0"/>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793" name="Google Shape;2793;p116"/>
            <p:cNvPicPr preferRelativeResize="0"/>
            <p:nvPr/>
          </p:nvPicPr>
          <p:blipFill rotWithShape="1">
            <a:blip r:embed="rId21">
              <a:alphaModFix/>
            </a:blip>
            <a:srcRect/>
            <a:stretch/>
          </p:blipFill>
          <p:spPr>
            <a:xfrm>
              <a:off x="3210030" y="1813655"/>
              <a:ext cx="75025" cy="115570"/>
            </a:xfrm>
            <a:prstGeom prst="rect">
              <a:avLst/>
            </a:prstGeom>
            <a:noFill/>
            <a:ln>
              <a:noFill/>
            </a:ln>
          </p:spPr>
        </p:pic>
        <p:sp>
          <p:nvSpPr>
            <p:cNvPr id="2794" name="Google Shape;2794;p116"/>
            <p:cNvSpPr/>
            <p:nvPr/>
          </p:nvSpPr>
          <p:spPr>
            <a:xfrm>
              <a:off x="3305289" y="1776831"/>
              <a:ext cx="51435" cy="81280"/>
            </a:xfrm>
            <a:custGeom>
              <a:avLst/>
              <a:gdLst/>
              <a:ahLst/>
              <a:cxnLst/>
              <a:rect l="l" t="t" r="r" b="b"/>
              <a:pathLst>
                <a:path w="51435" h="81280" extrusionOk="0">
                  <a:moveTo>
                    <a:pt x="51219" y="26187"/>
                  </a:moveTo>
                  <a:lnTo>
                    <a:pt x="48831" y="16662"/>
                  </a:lnTo>
                  <a:lnTo>
                    <a:pt x="47625" y="13017"/>
                  </a:lnTo>
                  <a:lnTo>
                    <a:pt x="43688" y="7137"/>
                  </a:lnTo>
                  <a:lnTo>
                    <a:pt x="42862" y="5867"/>
                  </a:lnTo>
                  <a:lnTo>
                    <a:pt x="41681" y="4686"/>
                  </a:lnTo>
                  <a:lnTo>
                    <a:pt x="41681" y="40474"/>
                  </a:lnTo>
                  <a:lnTo>
                    <a:pt x="41427" y="49390"/>
                  </a:lnTo>
                  <a:lnTo>
                    <a:pt x="29768" y="72542"/>
                  </a:lnTo>
                  <a:lnTo>
                    <a:pt x="21437" y="72542"/>
                  </a:lnTo>
                  <a:lnTo>
                    <a:pt x="17856" y="70167"/>
                  </a:lnTo>
                  <a:lnTo>
                    <a:pt x="9525" y="40474"/>
                  </a:lnTo>
                  <a:lnTo>
                    <a:pt x="9956" y="31318"/>
                  </a:lnTo>
                  <a:lnTo>
                    <a:pt x="21437" y="7137"/>
                  </a:lnTo>
                  <a:lnTo>
                    <a:pt x="29768" y="7137"/>
                  </a:lnTo>
                  <a:lnTo>
                    <a:pt x="41681" y="40474"/>
                  </a:lnTo>
                  <a:lnTo>
                    <a:pt x="41681" y="4686"/>
                  </a:lnTo>
                  <a:lnTo>
                    <a:pt x="40487" y="3492"/>
                  </a:lnTo>
                  <a:lnTo>
                    <a:pt x="36918" y="2374"/>
                  </a:lnTo>
                  <a:lnTo>
                    <a:pt x="33337" y="0"/>
                  </a:lnTo>
                  <a:lnTo>
                    <a:pt x="20243" y="0"/>
                  </a:lnTo>
                  <a:lnTo>
                    <a:pt x="15481" y="1104"/>
                  </a:lnTo>
                  <a:lnTo>
                    <a:pt x="0" y="30949"/>
                  </a:lnTo>
                  <a:lnTo>
                    <a:pt x="0" y="40474"/>
                  </a:lnTo>
                  <a:lnTo>
                    <a:pt x="11912" y="77304"/>
                  </a:lnTo>
                  <a:lnTo>
                    <a:pt x="17856" y="80962"/>
                  </a:lnTo>
                  <a:lnTo>
                    <a:pt x="32156" y="80962"/>
                  </a:lnTo>
                  <a:lnTo>
                    <a:pt x="51219" y="57150"/>
                  </a:lnTo>
                  <a:lnTo>
                    <a:pt x="51219" y="26187"/>
                  </a:lnTo>
                  <a:close/>
                </a:path>
              </a:pathLst>
            </a:custGeom>
            <a:solidFill>
              <a:srgbClr val="252525"/>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pic>
        <p:nvPicPr>
          <p:cNvPr id="2795" name="Google Shape;2795;p116"/>
          <p:cNvPicPr preferRelativeResize="0"/>
          <p:nvPr/>
        </p:nvPicPr>
        <p:blipFill rotWithShape="1">
          <a:blip r:embed="rId22">
            <a:alphaModFix/>
          </a:blip>
          <a:srcRect/>
          <a:stretch/>
        </p:blipFill>
        <p:spPr>
          <a:xfrm>
            <a:off x="2840865" y="3160648"/>
            <a:ext cx="163150" cy="1346992"/>
          </a:xfrm>
          <a:prstGeom prst="rect">
            <a:avLst/>
          </a:prstGeom>
          <a:noFill/>
          <a:ln>
            <a:noFill/>
          </a:ln>
        </p:spPr>
      </p:pic>
      <p:pic>
        <p:nvPicPr>
          <p:cNvPr id="2796" name="Google Shape;2796;p116"/>
          <p:cNvPicPr preferRelativeResize="0"/>
          <p:nvPr/>
        </p:nvPicPr>
        <p:blipFill rotWithShape="1">
          <a:blip r:embed="rId23">
            <a:alphaModFix/>
          </a:blip>
          <a:srcRect/>
          <a:stretch/>
        </p:blipFill>
        <p:spPr>
          <a:xfrm>
            <a:off x="2843246" y="2737897"/>
            <a:ext cx="126223" cy="348486"/>
          </a:xfrm>
          <a:prstGeom prst="rect">
            <a:avLst/>
          </a:prstGeom>
          <a:noFill/>
          <a:ln>
            <a:noFill/>
          </a:ln>
        </p:spPr>
      </p:pic>
      <p:sp>
        <p:nvSpPr>
          <p:cNvPr id="2797" name="Google Shape;2797;p116"/>
          <p:cNvSpPr txBox="1">
            <a:spLocks noGrp="1"/>
          </p:cNvSpPr>
          <p:nvPr>
            <p:ph type="sldNum" idx="12"/>
          </p:nvPr>
        </p:nvSpPr>
        <p:spPr>
          <a:xfrm>
            <a:off x="11282426" y="6440594"/>
            <a:ext cx="250825" cy="200659"/>
          </a:xfrm>
          <a:prstGeom prst="rect">
            <a:avLst/>
          </a:prstGeom>
          <a:noFill/>
          <a:ln>
            <a:noFill/>
          </a:ln>
        </p:spPr>
        <p:txBody>
          <a:bodyPr spcFirstLastPara="1" wrap="square" lIns="0" tIns="2525" rIns="0" bIns="0" anchor="t" anchorCtr="0">
            <a:spAutoFit/>
          </a:bodyPr>
          <a:lstStyle/>
          <a:p>
            <a:pPr marL="38100" lvl="0" indent="0" algn="l" rtl="0">
              <a:lnSpc>
                <a:spcPct val="100000"/>
              </a:lnSpc>
              <a:spcBef>
                <a:spcPts val="0"/>
              </a:spcBef>
              <a:spcAft>
                <a:spcPts val="0"/>
              </a:spcAft>
              <a:buNone/>
            </a:pPr>
            <a:r>
              <a:rPr lang="en-US"/>
              <a:t>37</a:t>
            </a:r>
            <a:endParaRPr/>
          </a:p>
        </p:txBody>
      </p:sp>
    </p:spTree>
    <p:extLst>
      <p:ext uri="{BB962C8B-B14F-4D97-AF65-F5344CB8AC3E}">
        <p14:creationId xmlns:p14="http://schemas.microsoft.com/office/powerpoint/2010/main" val="29240755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01"/>
        <p:cNvGrpSpPr/>
        <p:nvPr/>
      </p:nvGrpSpPr>
      <p:grpSpPr>
        <a:xfrm>
          <a:off x="0" y="0"/>
          <a:ext cx="0" cy="0"/>
          <a:chOff x="0" y="0"/>
          <a:chExt cx="0" cy="0"/>
        </a:xfrm>
      </p:grpSpPr>
      <p:sp>
        <p:nvSpPr>
          <p:cNvPr id="2802" name="Google Shape;2802;p117" descr="$PPTXTitle"/>
          <p:cNvSpPr txBox="1">
            <a:spLocks noGrp="1"/>
          </p:cNvSpPr>
          <p:nvPr>
            <p:ph type="title"/>
          </p:nvPr>
        </p:nvSpPr>
        <p:spPr>
          <a:xfrm>
            <a:off x="707542" y="494791"/>
            <a:ext cx="11589715" cy="985519"/>
          </a:xfrm>
          <a:prstGeom prst="rect">
            <a:avLst/>
          </a:prstGeom>
          <a:noFill/>
          <a:ln>
            <a:noFill/>
          </a:ln>
        </p:spPr>
        <p:txBody>
          <a:bodyPr spcFirstLastPara="1" wrap="square" lIns="0" tIns="12700" rIns="0" bIns="0" anchor="t" anchorCtr="0">
            <a:spAutoFit/>
          </a:bodyPr>
          <a:lstStyle/>
          <a:p>
            <a:pPr marL="2450465" lvl="0" indent="0" algn="l" rtl="0">
              <a:lnSpc>
                <a:spcPct val="100000"/>
              </a:lnSpc>
              <a:spcBef>
                <a:spcPts val="0"/>
              </a:spcBef>
              <a:spcAft>
                <a:spcPts val="0"/>
              </a:spcAft>
              <a:buNone/>
            </a:pPr>
            <a:r>
              <a:rPr lang="en-US" dirty="0"/>
              <a:t>Regularized least squares</a:t>
            </a:r>
            <a:endParaRPr dirty="0"/>
          </a:p>
        </p:txBody>
      </p:sp>
      <p:sp>
        <p:nvSpPr>
          <p:cNvPr id="2803" name="Google Shape;2803;p117"/>
          <p:cNvSpPr txBox="1"/>
          <p:nvPr/>
        </p:nvSpPr>
        <p:spPr>
          <a:xfrm>
            <a:off x="688340" y="1554988"/>
            <a:ext cx="10322560" cy="574040"/>
          </a:xfrm>
          <a:prstGeom prst="rect">
            <a:avLst/>
          </a:prstGeom>
          <a:noFill/>
          <a:ln>
            <a:noFill/>
          </a:ln>
        </p:spPr>
        <p:txBody>
          <a:bodyPr spcFirstLastPara="1" wrap="square" lIns="0" tIns="12700" rIns="0" bIns="0" anchor="t" anchorCtr="0">
            <a:spAutoFit/>
          </a:bodyPr>
          <a:lstStyle/>
          <a:p>
            <a:pPr marL="12700" lvl="0" indent="0" algn="l" rtl="0">
              <a:lnSpc>
                <a:spcPct val="114545"/>
              </a:lnSpc>
              <a:spcBef>
                <a:spcPts val="0"/>
              </a:spcBef>
              <a:spcAft>
                <a:spcPts val="0"/>
              </a:spcAft>
              <a:buNone/>
            </a:pPr>
            <a:r>
              <a:rPr lang="en-US" sz="2200">
                <a:latin typeface="Arial Narrow"/>
                <a:ea typeface="Arial Narrow"/>
                <a:cs typeface="Arial Narrow"/>
                <a:sym typeface="Arial Narrow"/>
              </a:rPr>
              <a:t>For least squares, there is a simple solution to the regularized loss minimization problem</a:t>
            </a:r>
            <a:endParaRPr sz="2200">
              <a:latin typeface="Arial Narrow"/>
              <a:ea typeface="Arial Narrow"/>
              <a:cs typeface="Arial Narrow"/>
              <a:sym typeface="Arial Narrow"/>
            </a:endParaRPr>
          </a:p>
          <a:p>
            <a:pPr marL="0" marR="1234440" lvl="0" indent="0" algn="ctr" rtl="0">
              <a:lnSpc>
                <a:spcPct val="112500"/>
              </a:lnSpc>
              <a:spcBef>
                <a:spcPts val="0"/>
              </a:spcBef>
              <a:spcAft>
                <a:spcPts val="0"/>
              </a:spcAft>
              <a:buNone/>
            </a:pPr>
            <a:r>
              <a:rPr lang="en-US" sz="1600">
                <a:latin typeface="Arial"/>
                <a:ea typeface="Arial"/>
                <a:cs typeface="Arial"/>
                <a:sym typeface="Arial"/>
              </a:rPr>
              <a:t>𝑚</a:t>
            </a:r>
            <a:endParaRPr sz="1600">
              <a:latin typeface="Arial"/>
              <a:ea typeface="Arial"/>
              <a:cs typeface="Arial"/>
              <a:sym typeface="Arial"/>
            </a:endParaRPr>
          </a:p>
        </p:txBody>
      </p:sp>
      <p:grpSp>
        <p:nvGrpSpPr>
          <p:cNvPr id="2804" name="Google Shape;2804;p117"/>
          <p:cNvGrpSpPr/>
          <p:nvPr/>
        </p:nvGrpSpPr>
        <p:grpSpPr>
          <a:xfrm>
            <a:off x="6799705" y="2251581"/>
            <a:ext cx="345188" cy="344424"/>
            <a:chOff x="6799705" y="2251581"/>
            <a:chExt cx="345188" cy="344424"/>
          </a:xfrm>
        </p:grpSpPr>
        <p:sp>
          <p:nvSpPr>
            <p:cNvPr id="2805" name="Google Shape;2805;p117"/>
            <p:cNvSpPr/>
            <p:nvPr/>
          </p:nvSpPr>
          <p:spPr>
            <a:xfrm>
              <a:off x="7052818" y="2258820"/>
              <a:ext cx="92075" cy="337185"/>
            </a:xfrm>
            <a:custGeom>
              <a:avLst/>
              <a:gdLst/>
              <a:ahLst/>
              <a:cxnLst/>
              <a:rect l="l" t="t" r="r" b="b"/>
              <a:pathLst>
                <a:path w="92075" h="337185" extrusionOk="0">
                  <a:moveTo>
                    <a:pt x="3428" y="0"/>
                  </a:moveTo>
                  <a:lnTo>
                    <a:pt x="0" y="11174"/>
                  </a:lnTo>
                  <a:lnTo>
                    <a:pt x="15477" y="19199"/>
                  </a:lnTo>
                  <a:lnTo>
                    <a:pt x="28955" y="30892"/>
                  </a:lnTo>
                  <a:lnTo>
                    <a:pt x="49910" y="65276"/>
                  </a:lnTo>
                  <a:lnTo>
                    <a:pt x="62594" y="111965"/>
                  </a:lnTo>
                  <a:lnTo>
                    <a:pt x="66801" y="168654"/>
                  </a:lnTo>
                  <a:lnTo>
                    <a:pt x="65751" y="198180"/>
                  </a:lnTo>
                  <a:lnTo>
                    <a:pt x="57317" y="249755"/>
                  </a:lnTo>
                  <a:lnTo>
                    <a:pt x="40432" y="290732"/>
                  </a:lnTo>
                  <a:lnTo>
                    <a:pt x="0" y="325753"/>
                  </a:lnTo>
                  <a:lnTo>
                    <a:pt x="3428" y="336929"/>
                  </a:lnTo>
                  <a:lnTo>
                    <a:pt x="40989" y="316928"/>
                  </a:lnTo>
                  <a:lnTo>
                    <a:pt x="68833" y="279017"/>
                  </a:lnTo>
                  <a:lnTo>
                    <a:pt x="86089" y="228060"/>
                  </a:lnTo>
                  <a:lnTo>
                    <a:pt x="91821" y="168527"/>
                  </a:lnTo>
                  <a:lnTo>
                    <a:pt x="90389" y="137618"/>
                  </a:lnTo>
                  <a:lnTo>
                    <a:pt x="78907" y="82321"/>
                  </a:lnTo>
                  <a:lnTo>
                    <a:pt x="56113" y="36790"/>
                  </a:lnTo>
                  <a:lnTo>
                    <a:pt x="23435" y="7834"/>
                  </a:lnTo>
                  <a:lnTo>
                    <a:pt x="3428"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806" name="Google Shape;2806;p117"/>
            <p:cNvPicPr preferRelativeResize="0"/>
            <p:nvPr/>
          </p:nvPicPr>
          <p:blipFill rotWithShape="1">
            <a:blip r:embed="rId3">
              <a:alphaModFix/>
            </a:blip>
            <a:srcRect/>
            <a:stretch/>
          </p:blipFill>
          <p:spPr>
            <a:xfrm>
              <a:off x="6799705" y="2251581"/>
              <a:ext cx="213486" cy="189228"/>
            </a:xfrm>
            <a:prstGeom prst="rect">
              <a:avLst/>
            </a:prstGeom>
            <a:noFill/>
            <a:ln>
              <a:noFill/>
            </a:ln>
          </p:spPr>
        </p:pic>
      </p:grpSp>
      <p:sp>
        <p:nvSpPr>
          <p:cNvPr id="2807" name="Google Shape;2807;p117"/>
          <p:cNvSpPr/>
          <p:nvPr/>
        </p:nvSpPr>
        <p:spPr>
          <a:xfrm>
            <a:off x="5442336" y="2258820"/>
            <a:ext cx="92075" cy="337185"/>
          </a:xfrm>
          <a:custGeom>
            <a:avLst/>
            <a:gdLst/>
            <a:ahLst/>
            <a:cxnLst/>
            <a:rect l="l" t="t" r="r" b="b"/>
            <a:pathLst>
              <a:path w="92075" h="337185" extrusionOk="0">
                <a:moveTo>
                  <a:pt x="88512" y="0"/>
                </a:moveTo>
                <a:lnTo>
                  <a:pt x="50888" y="20097"/>
                </a:lnTo>
                <a:lnTo>
                  <a:pt x="22980" y="57911"/>
                </a:lnTo>
                <a:lnTo>
                  <a:pt x="5723" y="108885"/>
                </a:lnTo>
                <a:lnTo>
                  <a:pt x="0" y="168654"/>
                </a:lnTo>
                <a:lnTo>
                  <a:pt x="1423" y="199365"/>
                </a:lnTo>
                <a:lnTo>
                  <a:pt x="12905" y="254610"/>
                </a:lnTo>
                <a:lnTo>
                  <a:pt x="35720" y="300212"/>
                </a:lnTo>
                <a:lnTo>
                  <a:pt x="68486" y="329168"/>
                </a:lnTo>
                <a:lnTo>
                  <a:pt x="88512" y="336929"/>
                </a:lnTo>
                <a:lnTo>
                  <a:pt x="91941" y="325753"/>
                </a:lnTo>
                <a:lnTo>
                  <a:pt x="76462" y="317732"/>
                </a:lnTo>
                <a:lnTo>
                  <a:pt x="62985" y="306054"/>
                </a:lnTo>
                <a:lnTo>
                  <a:pt x="42030" y="271778"/>
                </a:lnTo>
                <a:lnTo>
                  <a:pt x="29282" y="225217"/>
                </a:lnTo>
                <a:lnTo>
                  <a:pt x="25016" y="168527"/>
                </a:lnTo>
                <a:lnTo>
                  <a:pt x="26081" y="139054"/>
                </a:lnTo>
                <a:lnTo>
                  <a:pt x="34602" y="87377"/>
                </a:lnTo>
                <a:lnTo>
                  <a:pt x="51507" y="46250"/>
                </a:lnTo>
                <a:lnTo>
                  <a:pt x="91941" y="11174"/>
                </a:lnTo>
                <a:lnTo>
                  <a:pt x="8851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808" name="Google Shape;2808;p117"/>
          <p:cNvPicPr preferRelativeResize="0"/>
          <p:nvPr/>
        </p:nvPicPr>
        <p:blipFill rotWithShape="1">
          <a:blip r:embed="rId3">
            <a:alphaModFix/>
          </a:blip>
          <a:srcRect/>
          <a:stretch/>
        </p:blipFill>
        <p:spPr>
          <a:xfrm>
            <a:off x="6039229" y="2251581"/>
            <a:ext cx="213487" cy="189228"/>
          </a:xfrm>
          <a:prstGeom prst="rect">
            <a:avLst/>
          </a:prstGeom>
          <a:noFill/>
          <a:ln>
            <a:noFill/>
          </a:ln>
        </p:spPr>
      </p:pic>
      <p:sp>
        <p:nvSpPr>
          <p:cNvPr id="2809" name="Google Shape;2809;p117"/>
          <p:cNvSpPr txBox="1"/>
          <p:nvPr/>
        </p:nvSpPr>
        <p:spPr>
          <a:xfrm>
            <a:off x="3784727" y="2152395"/>
            <a:ext cx="1460500" cy="839469"/>
          </a:xfrm>
          <a:prstGeom prst="rect">
            <a:avLst/>
          </a:prstGeom>
          <a:noFill/>
          <a:ln>
            <a:noFill/>
          </a:ln>
        </p:spPr>
        <p:txBody>
          <a:bodyPr spcFirstLastPara="1" wrap="square" lIns="0" tIns="12700" rIns="0" bIns="0" anchor="t" anchorCtr="0">
            <a:spAutoFit/>
          </a:bodyPr>
          <a:lstStyle/>
          <a:p>
            <a:pPr marL="38100" lvl="0" indent="0" algn="l" rtl="0">
              <a:lnSpc>
                <a:spcPct val="95909"/>
              </a:lnSpc>
              <a:spcBef>
                <a:spcPts val="0"/>
              </a:spcBef>
              <a:spcAft>
                <a:spcPts val="0"/>
              </a:spcAft>
              <a:buNone/>
            </a:pPr>
            <a:r>
              <a:rPr lang="en-US" sz="2200">
                <a:latin typeface="Arial"/>
                <a:ea typeface="Arial"/>
                <a:cs typeface="Arial"/>
                <a:sym typeface="Arial"/>
              </a:rPr>
              <a:t>minimize 11</a:t>
            </a:r>
            <a:endParaRPr sz="2200">
              <a:latin typeface="Arial"/>
              <a:ea typeface="Arial"/>
              <a:cs typeface="Arial"/>
              <a:sym typeface="Arial"/>
            </a:endParaRPr>
          </a:p>
          <a:p>
            <a:pPr marL="38100" lvl="0" indent="0" algn="l" rtl="0">
              <a:lnSpc>
                <a:spcPct val="63939"/>
              </a:lnSpc>
              <a:spcBef>
                <a:spcPts val="0"/>
              </a:spcBef>
              <a:spcAft>
                <a:spcPts val="0"/>
              </a:spcAft>
              <a:buNone/>
            </a:pPr>
            <a:r>
              <a:rPr lang="en-US" sz="3300" baseline="-25000">
                <a:latin typeface="Arial"/>
                <a:ea typeface="Arial"/>
                <a:cs typeface="Arial"/>
                <a:sym typeface="Arial"/>
              </a:rPr>
              <a:t>𝜃</a:t>
            </a:r>
            <a:r>
              <a:rPr lang="en-US" sz="1600">
                <a:latin typeface="Arial"/>
                <a:ea typeface="Arial"/>
                <a:cs typeface="Arial"/>
                <a:sym typeface="Arial"/>
              </a:rPr>
              <a:t>𝑇</a:t>
            </a:r>
            <a:r>
              <a:rPr lang="en-US" sz="3300" baseline="-25000">
                <a:latin typeface="Arial"/>
                <a:ea typeface="Arial"/>
                <a:cs typeface="Arial"/>
                <a:sym typeface="Arial"/>
              </a:rPr>
              <a:t>𝑥 </a:t>
            </a:r>
            <a:r>
              <a:rPr lang="en-US" sz="1600">
                <a:latin typeface="Arial"/>
                <a:ea typeface="Arial"/>
                <a:cs typeface="Arial"/>
                <a:sym typeface="Arial"/>
              </a:rPr>
              <a:t>𝑖</a:t>
            </a:r>
            <a:endParaRPr sz="1600">
              <a:latin typeface="Arial"/>
              <a:ea typeface="Arial"/>
              <a:cs typeface="Arial"/>
              <a:sym typeface="Arial"/>
            </a:endParaRPr>
          </a:p>
          <a:p>
            <a:pPr marL="0" marR="274955" lvl="0" indent="0" algn="ctr" rtl="0">
              <a:lnSpc>
                <a:spcPct val="100000"/>
              </a:lnSpc>
              <a:spcBef>
                <a:spcPts val="260"/>
              </a:spcBef>
              <a:spcAft>
                <a:spcPts val="0"/>
              </a:spcAft>
              <a:buNone/>
            </a:pPr>
            <a:r>
              <a:rPr lang="en-US" sz="1600">
                <a:latin typeface="Arial"/>
                <a:ea typeface="Arial"/>
                <a:cs typeface="Arial"/>
                <a:sym typeface="Arial"/>
              </a:rPr>
              <a:t>𝜃</a:t>
            </a:r>
            <a:endParaRPr sz="1600">
              <a:latin typeface="Arial"/>
              <a:ea typeface="Arial"/>
              <a:cs typeface="Arial"/>
              <a:sym typeface="Arial"/>
            </a:endParaRPr>
          </a:p>
        </p:txBody>
      </p:sp>
      <p:sp>
        <p:nvSpPr>
          <p:cNvPr id="2810" name="Google Shape;2810;p117"/>
          <p:cNvSpPr/>
          <p:nvPr/>
        </p:nvSpPr>
        <p:spPr>
          <a:xfrm>
            <a:off x="8124571" y="2299969"/>
            <a:ext cx="80645" cy="253365"/>
          </a:xfrm>
          <a:custGeom>
            <a:avLst/>
            <a:gdLst/>
            <a:ahLst/>
            <a:cxnLst/>
            <a:rect l="l" t="t" r="r" b="b"/>
            <a:pathLst>
              <a:path w="80645" h="253364" extrusionOk="0">
                <a:moveTo>
                  <a:pt x="20955" y="0"/>
                </a:moveTo>
                <a:lnTo>
                  <a:pt x="0" y="0"/>
                </a:lnTo>
                <a:lnTo>
                  <a:pt x="0" y="253365"/>
                </a:lnTo>
                <a:lnTo>
                  <a:pt x="20955" y="253365"/>
                </a:lnTo>
                <a:lnTo>
                  <a:pt x="20955" y="0"/>
                </a:lnTo>
                <a:close/>
              </a:path>
              <a:path w="80645" h="253364" extrusionOk="0">
                <a:moveTo>
                  <a:pt x="80137" y="0"/>
                </a:moveTo>
                <a:lnTo>
                  <a:pt x="59182" y="0"/>
                </a:lnTo>
                <a:lnTo>
                  <a:pt x="59182" y="253365"/>
                </a:lnTo>
                <a:lnTo>
                  <a:pt x="80137" y="253365"/>
                </a:lnTo>
                <a:lnTo>
                  <a:pt x="8013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811" name="Google Shape;2811;p117"/>
          <p:cNvSpPr/>
          <p:nvPr/>
        </p:nvSpPr>
        <p:spPr>
          <a:xfrm>
            <a:off x="7812151" y="2299969"/>
            <a:ext cx="80645" cy="253365"/>
          </a:xfrm>
          <a:custGeom>
            <a:avLst/>
            <a:gdLst/>
            <a:ahLst/>
            <a:cxnLst/>
            <a:rect l="l" t="t" r="r" b="b"/>
            <a:pathLst>
              <a:path w="80645" h="253364" extrusionOk="0">
                <a:moveTo>
                  <a:pt x="20955" y="0"/>
                </a:moveTo>
                <a:lnTo>
                  <a:pt x="0" y="0"/>
                </a:lnTo>
                <a:lnTo>
                  <a:pt x="0" y="253365"/>
                </a:lnTo>
                <a:lnTo>
                  <a:pt x="20955" y="253365"/>
                </a:lnTo>
                <a:lnTo>
                  <a:pt x="20955" y="0"/>
                </a:lnTo>
                <a:close/>
              </a:path>
              <a:path w="80645" h="253364" extrusionOk="0">
                <a:moveTo>
                  <a:pt x="80124" y="0"/>
                </a:moveTo>
                <a:lnTo>
                  <a:pt x="59182" y="0"/>
                </a:lnTo>
                <a:lnTo>
                  <a:pt x="59182" y="253365"/>
                </a:lnTo>
                <a:lnTo>
                  <a:pt x="80124" y="253365"/>
                </a:lnTo>
                <a:lnTo>
                  <a:pt x="8012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812" name="Google Shape;2812;p117"/>
          <p:cNvSpPr txBox="1"/>
          <p:nvPr/>
        </p:nvSpPr>
        <p:spPr>
          <a:xfrm>
            <a:off x="6305421" y="2188971"/>
            <a:ext cx="1816735" cy="36068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2200">
                <a:latin typeface="Arial"/>
                <a:ea typeface="Arial"/>
                <a:cs typeface="Arial"/>
                <a:sym typeface="Arial"/>
              </a:rPr>
              <a:t>− 𝑦 </a:t>
            </a:r>
            <a:r>
              <a:rPr lang="en-US" sz="2400" baseline="30000">
                <a:latin typeface="Arial"/>
                <a:ea typeface="Arial"/>
                <a:cs typeface="Arial"/>
                <a:sym typeface="Arial"/>
              </a:rPr>
              <a:t>𝑖	2 </a:t>
            </a:r>
            <a:r>
              <a:rPr lang="en-US" sz="2200">
                <a:latin typeface="Arial"/>
                <a:ea typeface="Arial"/>
                <a:cs typeface="Arial"/>
                <a:sym typeface="Arial"/>
              </a:rPr>
              <a:t>+ 𝜆	𝜃</a:t>
            </a:r>
            <a:endParaRPr sz="2200">
              <a:latin typeface="Arial"/>
              <a:ea typeface="Arial"/>
              <a:cs typeface="Arial"/>
              <a:sym typeface="Arial"/>
            </a:endParaRPr>
          </a:p>
        </p:txBody>
      </p:sp>
      <p:sp>
        <p:nvSpPr>
          <p:cNvPr id="2813" name="Google Shape;2813;p117"/>
          <p:cNvSpPr txBox="1"/>
          <p:nvPr/>
        </p:nvSpPr>
        <p:spPr>
          <a:xfrm>
            <a:off x="8226931" y="2131059"/>
            <a:ext cx="126364" cy="473709"/>
          </a:xfrm>
          <a:prstGeom prst="rect">
            <a:avLst/>
          </a:prstGeom>
          <a:noFill/>
          <a:ln>
            <a:noFill/>
          </a:ln>
        </p:spPr>
        <p:txBody>
          <a:bodyPr spcFirstLastPara="1" wrap="square" lIns="0" tIns="12700" rIns="0" bIns="0" anchor="t" anchorCtr="0">
            <a:spAutoFit/>
          </a:bodyPr>
          <a:lstStyle/>
          <a:p>
            <a:pPr marL="12700" lvl="0" indent="0" algn="l" rtl="0">
              <a:lnSpc>
                <a:spcPct val="110250"/>
              </a:lnSpc>
              <a:spcBef>
                <a:spcPts val="0"/>
              </a:spcBef>
              <a:spcAft>
                <a:spcPts val="0"/>
              </a:spcAft>
              <a:buNone/>
            </a:pPr>
            <a:r>
              <a:rPr lang="en-US" sz="1600">
                <a:latin typeface="Arial"/>
                <a:ea typeface="Arial"/>
                <a:cs typeface="Arial"/>
                <a:sym typeface="Arial"/>
              </a:rPr>
              <a:t>2</a:t>
            </a:r>
            <a:endParaRPr sz="1600">
              <a:latin typeface="Arial"/>
              <a:ea typeface="Arial"/>
              <a:cs typeface="Arial"/>
              <a:sym typeface="Arial"/>
            </a:endParaRPr>
          </a:p>
          <a:p>
            <a:pPr marL="12700" lvl="0" indent="0" algn="l" rtl="0">
              <a:lnSpc>
                <a:spcPct val="110250"/>
              </a:lnSpc>
              <a:spcBef>
                <a:spcPts val="0"/>
              </a:spcBef>
              <a:spcAft>
                <a:spcPts val="0"/>
              </a:spcAft>
              <a:buNone/>
            </a:pPr>
            <a:r>
              <a:rPr lang="en-US" sz="1600">
                <a:latin typeface="Arial"/>
                <a:ea typeface="Arial"/>
                <a:cs typeface="Arial"/>
                <a:sym typeface="Arial"/>
              </a:rPr>
              <a:t>2</a:t>
            </a:r>
            <a:endParaRPr sz="1600">
              <a:latin typeface="Arial"/>
              <a:ea typeface="Arial"/>
              <a:cs typeface="Arial"/>
              <a:sym typeface="Arial"/>
            </a:endParaRPr>
          </a:p>
        </p:txBody>
      </p:sp>
      <p:sp>
        <p:nvSpPr>
          <p:cNvPr id="2814" name="Google Shape;2814;p117"/>
          <p:cNvSpPr txBox="1"/>
          <p:nvPr/>
        </p:nvSpPr>
        <p:spPr>
          <a:xfrm>
            <a:off x="2697732" y="3761740"/>
            <a:ext cx="335280" cy="36068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2200">
                <a:latin typeface="Arial"/>
                <a:ea typeface="Arial"/>
                <a:cs typeface="Arial"/>
                <a:sym typeface="Arial"/>
              </a:rPr>
              <a:t>𝛻</a:t>
            </a:r>
            <a:r>
              <a:rPr lang="en-US" sz="2400" baseline="-25000">
                <a:latin typeface="Arial"/>
                <a:ea typeface="Arial"/>
                <a:cs typeface="Arial"/>
                <a:sym typeface="Arial"/>
              </a:rPr>
              <a:t>𝜃</a:t>
            </a:r>
            <a:endParaRPr sz="2400" baseline="-25000">
              <a:latin typeface="Arial"/>
              <a:ea typeface="Arial"/>
              <a:cs typeface="Arial"/>
              <a:sym typeface="Arial"/>
            </a:endParaRPr>
          </a:p>
        </p:txBody>
      </p:sp>
      <p:sp>
        <p:nvSpPr>
          <p:cNvPr id="2815" name="Google Shape;2815;p117"/>
          <p:cNvSpPr/>
          <p:nvPr/>
        </p:nvSpPr>
        <p:spPr>
          <a:xfrm>
            <a:off x="6574279" y="3588002"/>
            <a:ext cx="139700" cy="824230"/>
          </a:xfrm>
          <a:custGeom>
            <a:avLst/>
            <a:gdLst/>
            <a:ahLst/>
            <a:cxnLst/>
            <a:rect l="l" t="t" r="r" b="b"/>
            <a:pathLst>
              <a:path w="139700" h="824229" extrusionOk="0">
                <a:moveTo>
                  <a:pt x="8637" y="0"/>
                </a:moveTo>
                <a:lnTo>
                  <a:pt x="0" y="9650"/>
                </a:lnTo>
                <a:lnTo>
                  <a:pt x="25859" y="43158"/>
                </a:lnTo>
                <a:lnTo>
                  <a:pt x="48371" y="81961"/>
                </a:lnTo>
                <a:lnTo>
                  <a:pt x="67527" y="126077"/>
                </a:lnTo>
                <a:lnTo>
                  <a:pt x="83313" y="175513"/>
                </a:lnTo>
                <a:lnTo>
                  <a:pt x="93461" y="218246"/>
                </a:lnTo>
                <a:lnTo>
                  <a:pt x="101357" y="263243"/>
                </a:lnTo>
                <a:lnTo>
                  <a:pt x="106994" y="310506"/>
                </a:lnTo>
                <a:lnTo>
                  <a:pt x="110379" y="360043"/>
                </a:lnTo>
                <a:lnTo>
                  <a:pt x="111507" y="411862"/>
                </a:lnTo>
                <a:lnTo>
                  <a:pt x="110379" y="463829"/>
                </a:lnTo>
                <a:lnTo>
                  <a:pt x="106994" y="513504"/>
                </a:lnTo>
                <a:lnTo>
                  <a:pt x="101357" y="560881"/>
                </a:lnTo>
                <a:lnTo>
                  <a:pt x="93461" y="605953"/>
                </a:lnTo>
                <a:lnTo>
                  <a:pt x="83313" y="648717"/>
                </a:lnTo>
                <a:lnTo>
                  <a:pt x="67527" y="698079"/>
                </a:lnTo>
                <a:lnTo>
                  <a:pt x="48371" y="742157"/>
                </a:lnTo>
                <a:lnTo>
                  <a:pt x="25859" y="780947"/>
                </a:lnTo>
                <a:lnTo>
                  <a:pt x="0" y="814452"/>
                </a:lnTo>
                <a:lnTo>
                  <a:pt x="8637" y="824104"/>
                </a:lnTo>
                <a:lnTo>
                  <a:pt x="37731" y="791176"/>
                </a:lnTo>
                <a:lnTo>
                  <a:pt x="63469" y="752618"/>
                </a:lnTo>
                <a:lnTo>
                  <a:pt x="85825" y="708464"/>
                </a:lnTo>
                <a:lnTo>
                  <a:pt x="104775" y="658750"/>
                </a:lnTo>
                <a:lnTo>
                  <a:pt x="117195" y="615209"/>
                </a:lnTo>
                <a:lnTo>
                  <a:pt x="126865" y="568712"/>
                </a:lnTo>
                <a:lnTo>
                  <a:pt x="133780" y="519258"/>
                </a:lnTo>
                <a:lnTo>
                  <a:pt x="137934" y="466846"/>
                </a:lnTo>
                <a:lnTo>
                  <a:pt x="139320" y="411481"/>
                </a:lnTo>
                <a:lnTo>
                  <a:pt x="137934" y="356586"/>
                </a:lnTo>
                <a:lnTo>
                  <a:pt x="133780" y="304533"/>
                </a:lnTo>
                <a:lnTo>
                  <a:pt x="126865" y="255327"/>
                </a:lnTo>
                <a:lnTo>
                  <a:pt x="117195" y="208974"/>
                </a:lnTo>
                <a:lnTo>
                  <a:pt x="104775" y="165480"/>
                </a:lnTo>
                <a:lnTo>
                  <a:pt x="85825" y="115710"/>
                </a:lnTo>
                <a:lnTo>
                  <a:pt x="63469" y="71547"/>
                </a:lnTo>
                <a:lnTo>
                  <a:pt x="37731" y="32981"/>
                </a:lnTo>
                <a:lnTo>
                  <a:pt x="863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816" name="Google Shape;2816;p117"/>
          <p:cNvSpPr/>
          <p:nvPr/>
        </p:nvSpPr>
        <p:spPr>
          <a:xfrm>
            <a:off x="3095750" y="3588002"/>
            <a:ext cx="139700" cy="824230"/>
          </a:xfrm>
          <a:custGeom>
            <a:avLst/>
            <a:gdLst/>
            <a:ahLst/>
            <a:cxnLst/>
            <a:rect l="l" t="t" r="r" b="b"/>
            <a:pathLst>
              <a:path w="139700" h="824229" extrusionOk="0">
                <a:moveTo>
                  <a:pt x="130556" y="0"/>
                </a:moveTo>
                <a:lnTo>
                  <a:pt x="101478" y="32981"/>
                </a:lnTo>
                <a:lnTo>
                  <a:pt x="75770" y="71547"/>
                </a:lnTo>
                <a:lnTo>
                  <a:pt x="53421" y="115710"/>
                </a:lnTo>
                <a:lnTo>
                  <a:pt x="34417" y="165480"/>
                </a:lnTo>
                <a:lnTo>
                  <a:pt x="22010" y="208974"/>
                </a:lnTo>
                <a:lnTo>
                  <a:pt x="12371" y="255327"/>
                </a:lnTo>
                <a:lnTo>
                  <a:pt x="5494" y="304533"/>
                </a:lnTo>
                <a:lnTo>
                  <a:pt x="1371" y="356586"/>
                </a:lnTo>
                <a:lnTo>
                  <a:pt x="0" y="411481"/>
                </a:lnTo>
                <a:lnTo>
                  <a:pt x="1371" y="466846"/>
                </a:lnTo>
                <a:lnTo>
                  <a:pt x="5494" y="519258"/>
                </a:lnTo>
                <a:lnTo>
                  <a:pt x="12371" y="568712"/>
                </a:lnTo>
                <a:lnTo>
                  <a:pt x="22010" y="615209"/>
                </a:lnTo>
                <a:lnTo>
                  <a:pt x="34417" y="658750"/>
                </a:lnTo>
                <a:lnTo>
                  <a:pt x="53421" y="708464"/>
                </a:lnTo>
                <a:lnTo>
                  <a:pt x="75770" y="752618"/>
                </a:lnTo>
                <a:lnTo>
                  <a:pt x="101478" y="791176"/>
                </a:lnTo>
                <a:lnTo>
                  <a:pt x="130556" y="824104"/>
                </a:lnTo>
                <a:lnTo>
                  <a:pt x="139192" y="814452"/>
                </a:lnTo>
                <a:lnTo>
                  <a:pt x="113333" y="780947"/>
                </a:lnTo>
                <a:lnTo>
                  <a:pt x="90820" y="742157"/>
                </a:lnTo>
                <a:lnTo>
                  <a:pt x="71664" y="698079"/>
                </a:lnTo>
                <a:lnTo>
                  <a:pt x="55880" y="648717"/>
                </a:lnTo>
                <a:lnTo>
                  <a:pt x="45730" y="605953"/>
                </a:lnTo>
                <a:lnTo>
                  <a:pt x="37834" y="560881"/>
                </a:lnTo>
                <a:lnTo>
                  <a:pt x="32197" y="513504"/>
                </a:lnTo>
                <a:lnTo>
                  <a:pt x="28813" y="463829"/>
                </a:lnTo>
                <a:lnTo>
                  <a:pt x="27686" y="411862"/>
                </a:lnTo>
                <a:lnTo>
                  <a:pt x="28813" y="360043"/>
                </a:lnTo>
                <a:lnTo>
                  <a:pt x="32197" y="310506"/>
                </a:lnTo>
                <a:lnTo>
                  <a:pt x="37834" y="263243"/>
                </a:lnTo>
                <a:lnTo>
                  <a:pt x="45730" y="218246"/>
                </a:lnTo>
                <a:lnTo>
                  <a:pt x="55880" y="175513"/>
                </a:lnTo>
                <a:lnTo>
                  <a:pt x="71664" y="126077"/>
                </a:lnTo>
                <a:lnTo>
                  <a:pt x="90820" y="81961"/>
                </a:lnTo>
                <a:lnTo>
                  <a:pt x="113333" y="43158"/>
                </a:lnTo>
                <a:lnTo>
                  <a:pt x="139192" y="9650"/>
                </a:lnTo>
                <a:lnTo>
                  <a:pt x="130556"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817" name="Google Shape;2817;p117"/>
          <p:cNvSpPr txBox="1"/>
          <p:nvPr/>
        </p:nvSpPr>
        <p:spPr>
          <a:xfrm>
            <a:off x="688340" y="2926588"/>
            <a:ext cx="6024245" cy="775335"/>
          </a:xfrm>
          <a:prstGeom prst="rect">
            <a:avLst/>
          </a:prstGeom>
          <a:noFill/>
          <a:ln>
            <a:noFill/>
          </a:ln>
        </p:spPr>
        <p:txBody>
          <a:bodyPr spcFirstLastPara="1" wrap="square" lIns="0" tIns="12700" rIns="0" bIns="0" anchor="t" anchorCtr="0">
            <a:spAutoFit/>
          </a:bodyPr>
          <a:lstStyle/>
          <a:p>
            <a:pPr marL="0" marR="1300480" lvl="0" indent="0" algn="r" rtl="0">
              <a:lnSpc>
                <a:spcPct val="109375"/>
              </a:lnSpc>
              <a:spcBef>
                <a:spcPts val="0"/>
              </a:spcBef>
              <a:spcAft>
                <a:spcPts val="0"/>
              </a:spcAft>
              <a:buNone/>
            </a:pPr>
            <a:r>
              <a:rPr lang="en-US" sz="1600">
                <a:latin typeface="Arial"/>
                <a:ea typeface="Arial"/>
                <a:cs typeface="Arial"/>
                <a:sym typeface="Arial"/>
              </a:rPr>
              <a:t>𝑖=1</a:t>
            </a:r>
            <a:endParaRPr sz="1600">
              <a:latin typeface="Arial"/>
              <a:ea typeface="Arial"/>
              <a:cs typeface="Arial"/>
              <a:sym typeface="Arial"/>
            </a:endParaRPr>
          </a:p>
          <a:p>
            <a:pPr marL="12700" lvl="0" indent="0" algn="l" rtl="0">
              <a:lnSpc>
                <a:spcPct val="106818"/>
              </a:lnSpc>
              <a:spcBef>
                <a:spcPts val="0"/>
              </a:spcBef>
              <a:spcAft>
                <a:spcPts val="0"/>
              </a:spcAft>
              <a:buNone/>
            </a:pPr>
            <a:r>
              <a:rPr lang="en-US" sz="2200">
                <a:latin typeface="Arial Narrow"/>
                <a:ea typeface="Arial Narrow"/>
                <a:cs typeface="Arial Narrow"/>
                <a:sym typeface="Arial Narrow"/>
              </a:rPr>
              <a:t>Taking gradients by the same rules as before gives:</a:t>
            </a:r>
            <a:endParaRPr sz="2200">
              <a:latin typeface="Arial Narrow"/>
              <a:ea typeface="Arial Narrow"/>
              <a:cs typeface="Arial Narrow"/>
              <a:sym typeface="Arial Narrow"/>
            </a:endParaRPr>
          </a:p>
          <a:p>
            <a:pPr marL="0" marR="542290" lvl="0" indent="0" algn="ctr" rtl="0">
              <a:lnSpc>
                <a:spcPct val="112500"/>
              </a:lnSpc>
              <a:spcBef>
                <a:spcPts val="0"/>
              </a:spcBef>
              <a:spcAft>
                <a:spcPts val="0"/>
              </a:spcAft>
              <a:buNone/>
            </a:pPr>
            <a:r>
              <a:rPr lang="en-US" sz="1600">
                <a:latin typeface="Arial"/>
                <a:ea typeface="Arial"/>
                <a:cs typeface="Arial"/>
                <a:sym typeface="Arial"/>
              </a:rPr>
              <a:t>𝑚</a:t>
            </a:r>
            <a:endParaRPr sz="1600">
              <a:latin typeface="Arial"/>
              <a:ea typeface="Arial"/>
              <a:cs typeface="Arial"/>
              <a:sym typeface="Arial"/>
            </a:endParaRPr>
          </a:p>
        </p:txBody>
      </p:sp>
      <p:sp>
        <p:nvSpPr>
          <p:cNvPr id="2818" name="Google Shape;2818;p117"/>
          <p:cNvSpPr/>
          <p:nvPr/>
        </p:nvSpPr>
        <p:spPr>
          <a:xfrm>
            <a:off x="3637920" y="3831590"/>
            <a:ext cx="92075" cy="337185"/>
          </a:xfrm>
          <a:custGeom>
            <a:avLst/>
            <a:gdLst/>
            <a:ahLst/>
            <a:cxnLst/>
            <a:rect l="l" t="t" r="r" b="b"/>
            <a:pathLst>
              <a:path w="92075" h="337185" extrusionOk="0">
                <a:moveTo>
                  <a:pt x="88512" y="0"/>
                </a:moveTo>
                <a:lnTo>
                  <a:pt x="50888" y="20096"/>
                </a:lnTo>
                <a:lnTo>
                  <a:pt x="22980" y="57912"/>
                </a:lnTo>
                <a:lnTo>
                  <a:pt x="5723" y="108885"/>
                </a:lnTo>
                <a:lnTo>
                  <a:pt x="0" y="168656"/>
                </a:lnTo>
                <a:lnTo>
                  <a:pt x="1423" y="199365"/>
                </a:lnTo>
                <a:lnTo>
                  <a:pt x="12905" y="254610"/>
                </a:lnTo>
                <a:lnTo>
                  <a:pt x="35720" y="300211"/>
                </a:lnTo>
                <a:lnTo>
                  <a:pt x="68486" y="329167"/>
                </a:lnTo>
                <a:lnTo>
                  <a:pt x="88512" y="336931"/>
                </a:lnTo>
                <a:lnTo>
                  <a:pt x="91941" y="325755"/>
                </a:lnTo>
                <a:lnTo>
                  <a:pt x="76462" y="317732"/>
                </a:lnTo>
                <a:lnTo>
                  <a:pt x="62985" y="306053"/>
                </a:lnTo>
                <a:lnTo>
                  <a:pt x="42030" y="271780"/>
                </a:lnTo>
                <a:lnTo>
                  <a:pt x="29282" y="225217"/>
                </a:lnTo>
                <a:lnTo>
                  <a:pt x="25016" y="168529"/>
                </a:lnTo>
                <a:lnTo>
                  <a:pt x="26081" y="139054"/>
                </a:lnTo>
                <a:lnTo>
                  <a:pt x="34602" y="87377"/>
                </a:lnTo>
                <a:lnTo>
                  <a:pt x="51507" y="46250"/>
                </a:lnTo>
                <a:lnTo>
                  <a:pt x="91941" y="11175"/>
                </a:lnTo>
                <a:lnTo>
                  <a:pt x="8851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819" name="Google Shape;2819;p117"/>
          <p:cNvPicPr preferRelativeResize="0"/>
          <p:nvPr/>
        </p:nvPicPr>
        <p:blipFill rotWithShape="1">
          <a:blip r:embed="rId4">
            <a:alphaModFix/>
          </a:blip>
          <a:srcRect/>
          <a:stretch/>
        </p:blipFill>
        <p:spPr>
          <a:xfrm>
            <a:off x="4236339" y="3824351"/>
            <a:ext cx="213487" cy="189229"/>
          </a:xfrm>
          <a:prstGeom prst="rect">
            <a:avLst/>
          </a:prstGeom>
          <a:noFill/>
          <a:ln>
            <a:noFill/>
          </a:ln>
        </p:spPr>
      </p:pic>
      <p:grpSp>
        <p:nvGrpSpPr>
          <p:cNvPr id="2820" name="Google Shape;2820;p117"/>
          <p:cNvGrpSpPr/>
          <p:nvPr/>
        </p:nvGrpSpPr>
        <p:grpSpPr>
          <a:xfrm>
            <a:off x="4996815" y="3824351"/>
            <a:ext cx="343660" cy="344424"/>
            <a:chOff x="4996815" y="3824351"/>
            <a:chExt cx="343660" cy="344424"/>
          </a:xfrm>
        </p:grpSpPr>
        <p:sp>
          <p:nvSpPr>
            <p:cNvPr id="2821" name="Google Shape;2821;p117"/>
            <p:cNvSpPr/>
            <p:nvPr/>
          </p:nvSpPr>
          <p:spPr>
            <a:xfrm>
              <a:off x="5248400" y="3831590"/>
              <a:ext cx="92075" cy="337185"/>
            </a:xfrm>
            <a:custGeom>
              <a:avLst/>
              <a:gdLst/>
              <a:ahLst/>
              <a:cxnLst/>
              <a:rect l="l" t="t" r="r" b="b"/>
              <a:pathLst>
                <a:path w="92075" h="337185" extrusionOk="0">
                  <a:moveTo>
                    <a:pt x="3428" y="0"/>
                  </a:moveTo>
                  <a:lnTo>
                    <a:pt x="0" y="11175"/>
                  </a:lnTo>
                  <a:lnTo>
                    <a:pt x="15478" y="19199"/>
                  </a:lnTo>
                  <a:lnTo>
                    <a:pt x="28955" y="30891"/>
                  </a:lnTo>
                  <a:lnTo>
                    <a:pt x="49911" y="65277"/>
                  </a:lnTo>
                  <a:lnTo>
                    <a:pt x="62595" y="111965"/>
                  </a:lnTo>
                  <a:lnTo>
                    <a:pt x="66801" y="168656"/>
                  </a:lnTo>
                  <a:lnTo>
                    <a:pt x="65751" y="198180"/>
                  </a:lnTo>
                  <a:lnTo>
                    <a:pt x="57317" y="249755"/>
                  </a:lnTo>
                  <a:lnTo>
                    <a:pt x="40432" y="290732"/>
                  </a:lnTo>
                  <a:lnTo>
                    <a:pt x="0" y="325755"/>
                  </a:lnTo>
                  <a:lnTo>
                    <a:pt x="3428" y="336931"/>
                  </a:lnTo>
                  <a:lnTo>
                    <a:pt x="40989" y="316928"/>
                  </a:lnTo>
                  <a:lnTo>
                    <a:pt x="68833" y="279019"/>
                  </a:lnTo>
                  <a:lnTo>
                    <a:pt x="86090" y="228060"/>
                  </a:lnTo>
                  <a:lnTo>
                    <a:pt x="91820" y="168529"/>
                  </a:lnTo>
                  <a:lnTo>
                    <a:pt x="90389" y="137618"/>
                  </a:lnTo>
                  <a:lnTo>
                    <a:pt x="78907" y="82321"/>
                  </a:lnTo>
                  <a:lnTo>
                    <a:pt x="56113" y="36790"/>
                  </a:lnTo>
                  <a:lnTo>
                    <a:pt x="23435" y="7834"/>
                  </a:lnTo>
                  <a:lnTo>
                    <a:pt x="3428"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822" name="Google Shape;2822;p117"/>
            <p:cNvPicPr preferRelativeResize="0"/>
            <p:nvPr/>
          </p:nvPicPr>
          <p:blipFill rotWithShape="1">
            <a:blip r:embed="rId3">
              <a:alphaModFix/>
            </a:blip>
            <a:srcRect/>
            <a:stretch/>
          </p:blipFill>
          <p:spPr>
            <a:xfrm>
              <a:off x="4996815" y="3824351"/>
              <a:ext cx="213487" cy="189229"/>
            </a:xfrm>
            <a:prstGeom prst="rect">
              <a:avLst/>
            </a:prstGeom>
            <a:noFill/>
            <a:ln>
              <a:noFill/>
            </a:ln>
          </p:spPr>
        </p:pic>
      </p:grpSp>
      <p:sp>
        <p:nvSpPr>
          <p:cNvPr id="2823" name="Google Shape;2823;p117"/>
          <p:cNvSpPr/>
          <p:nvPr/>
        </p:nvSpPr>
        <p:spPr>
          <a:xfrm>
            <a:off x="6007735" y="3872737"/>
            <a:ext cx="80645" cy="253365"/>
          </a:xfrm>
          <a:custGeom>
            <a:avLst/>
            <a:gdLst/>
            <a:ahLst/>
            <a:cxnLst/>
            <a:rect l="l" t="t" r="r" b="b"/>
            <a:pathLst>
              <a:path w="80645" h="253364" extrusionOk="0">
                <a:moveTo>
                  <a:pt x="20955" y="0"/>
                </a:moveTo>
                <a:lnTo>
                  <a:pt x="0" y="0"/>
                </a:lnTo>
                <a:lnTo>
                  <a:pt x="0" y="253365"/>
                </a:lnTo>
                <a:lnTo>
                  <a:pt x="20955" y="253365"/>
                </a:lnTo>
                <a:lnTo>
                  <a:pt x="20955" y="0"/>
                </a:lnTo>
                <a:close/>
              </a:path>
              <a:path w="80645" h="253364" extrusionOk="0">
                <a:moveTo>
                  <a:pt x="80137" y="0"/>
                </a:moveTo>
                <a:lnTo>
                  <a:pt x="59182" y="0"/>
                </a:lnTo>
                <a:lnTo>
                  <a:pt x="59182" y="253365"/>
                </a:lnTo>
                <a:lnTo>
                  <a:pt x="80137" y="253365"/>
                </a:lnTo>
                <a:lnTo>
                  <a:pt x="8013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824" name="Google Shape;2824;p117"/>
          <p:cNvSpPr/>
          <p:nvPr/>
        </p:nvSpPr>
        <p:spPr>
          <a:xfrm>
            <a:off x="6320155" y="3872737"/>
            <a:ext cx="80645" cy="253365"/>
          </a:xfrm>
          <a:custGeom>
            <a:avLst/>
            <a:gdLst/>
            <a:ahLst/>
            <a:cxnLst/>
            <a:rect l="l" t="t" r="r" b="b"/>
            <a:pathLst>
              <a:path w="80645" h="253364" extrusionOk="0">
                <a:moveTo>
                  <a:pt x="20955" y="0"/>
                </a:moveTo>
                <a:lnTo>
                  <a:pt x="0" y="0"/>
                </a:lnTo>
                <a:lnTo>
                  <a:pt x="0" y="253365"/>
                </a:lnTo>
                <a:lnTo>
                  <a:pt x="20955" y="253365"/>
                </a:lnTo>
                <a:lnTo>
                  <a:pt x="20955" y="0"/>
                </a:lnTo>
                <a:close/>
              </a:path>
              <a:path w="80645" h="253364" extrusionOk="0">
                <a:moveTo>
                  <a:pt x="80137" y="0"/>
                </a:moveTo>
                <a:lnTo>
                  <a:pt x="59182" y="0"/>
                </a:lnTo>
                <a:lnTo>
                  <a:pt x="59182" y="253365"/>
                </a:lnTo>
                <a:lnTo>
                  <a:pt x="80137" y="253365"/>
                </a:lnTo>
                <a:lnTo>
                  <a:pt x="8013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825" name="Google Shape;2825;p117"/>
          <p:cNvSpPr txBox="1"/>
          <p:nvPr/>
        </p:nvSpPr>
        <p:spPr>
          <a:xfrm>
            <a:off x="3193667" y="3610864"/>
            <a:ext cx="3124200" cy="865505"/>
          </a:xfrm>
          <a:prstGeom prst="rect">
            <a:avLst/>
          </a:prstGeom>
          <a:noFill/>
          <a:ln>
            <a:noFill/>
          </a:ln>
        </p:spPr>
        <p:txBody>
          <a:bodyPr spcFirstLastPara="1" wrap="square" lIns="0" tIns="163175" rIns="0" bIns="0" anchor="t" anchorCtr="0">
            <a:spAutoFit/>
          </a:bodyPr>
          <a:lstStyle/>
          <a:p>
            <a:pPr marL="50800" lvl="0" indent="0" algn="l" rtl="0">
              <a:lnSpc>
                <a:spcPct val="100000"/>
              </a:lnSpc>
              <a:spcBef>
                <a:spcPts val="0"/>
              </a:spcBef>
              <a:spcAft>
                <a:spcPts val="0"/>
              </a:spcAft>
              <a:buNone/>
            </a:pPr>
            <a:r>
              <a:rPr lang="en-US" sz="2200">
                <a:latin typeface="Arial"/>
                <a:ea typeface="Arial"/>
                <a:cs typeface="Arial"/>
                <a:sym typeface="Arial"/>
              </a:rPr>
              <a:t>11	𝜃</a:t>
            </a:r>
            <a:r>
              <a:rPr lang="en-US" sz="2400" baseline="30000">
                <a:latin typeface="Arial"/>
                <a:ea typeface="Arial"/>
                <a:cs typeface="Arial"/>
                <a:sym typeface="Arial"/>
              </a:rPr>
              <a:t>𝑇</a:t>
            </a:r>
            <a:r>
              <a:rPr lang="en-US" sz="2200">
                <a:latin typeface="Arial"/>
                <a:ea typeface="Arial"/>
                <a:cs typeface="Arial"/>
                <a:sym typeface="Arial"/>
              </a:rPr>
              <a:t>𝑥 </a:t>
            </a:r>
            <a:r>
              <a:rPr lang="en-US" sz="2400" baseline="30000">
                <a:latin typeface="Arial"/>
                <a:ea typeface="Arial"/>
                <a:cs typeface="Arial"/>
                <a:sym typeface="Arial"/>
              </a:rPr>
              <a:t>𝑖 </a:t>
            </a:r>
            <a:r>
              <a:rPr lang="en-US" sz="2200">
                <a:latin typeface="Arial"/>
                <a:ea typeface="Arial"/>
                <a:cs typeface="Arial"/>
                <a:sym typeface="Arial"/>
              </a:rPr>
              <a:t>− 𝑦 </a:t>
            </a:r>
            <a:r>
              <a:rPr lang="en-US" sz="2400" baseline="30000">
                <a:latin typeface="Arial"/>
                <a:ea typeface="Arial"/>
                <a:cs typeface="Arial"/>
                <a:sym typeface="Arial"/>
              </a:rPr>
              <a:t>𝑖	2 </a:t>
            </a:r>
            <a:r>
              <a:rPr lang="en-US" sz="2200">
                <a:latin typeface="Arial"/>
                <a:ea typeface="Arial"/>
                <a:cs typeface="Arial"/>
                <a:sym typeface="Arial"/>
              </a:rPr>
              <a:t>+𝜆	𝜃</a:t>
            </a:r>
            <a:endParaRPr sz="2200">
              <a:latin typeface="Arial"/>
              <a:ea typeface="Arial"/>
              <a:cs typeface="Arial"/>
              <a:sym typeface="Arial"/>
            </a:endParaRPr>
          </a:p>
          <a:p>
            <a:pPr marL="64769" lvl="0" indent="0" algn="l" rtl="0">
              <a:lnSpc>
                <a:spcPct val="100000"/>
              </a:lnSpc>
              <a:spcBef>
                <a:spcPts val="865"/>
              </a:spcBef>
              <a:spcAft>
                <a:spcPts val="0"/>
              </a:spcAft>
              <a:buNone/>
            </a:pPr>
            <a:r>
              <a:rPr lang="en-US" sz="1600">
                <a:latin typeface="Arial"/>
                <a:ea typeface="Arial"/>
                <a:cs typeface="Arial"/>
                <a:sym typeface="Arial"/>
              </a:rPr>
              <a:t>𝑖=1</a:t>
            </a:r>
            <a:endParaRPr sz="1600">
              <a:latin typeface="Arial"/>
              <a:ea typeface="Arial"/>
              <a:cs typeface="Arial"/>
              <a:sym typeface="Arial"/>
            </a:endParaRPr>
          </a:p>
        </p:txBody>
      </p:sp>
      <p:sp>
        <p:nvSpPr>
          <p:cNvPr id="2826" name="Google Shape;2826;p117"/>
          <p:cNvSpPr txBox="1"/>
          <p:nvPr/>
        </p:nvSpPr>
        <p:spPr>
          <a:xfrm>
            <a:off x="6424039" y="3703828"/>
            <a:ext cx="126364" cy="473709"/>
          </a:xfrm>
          <a:prstGeom prst="rect">
            <a:avLst/>
          </a:prstGeom>
          <a:noFill/>
          <a:ln>
            <a:noFill/>
          </a:ln>
        </p:spPr>
        <p:txBody>
          <a:bodyPr spcFirstLastPara="1" wrap="square" lIns="0" tIns="12700" rIns="0" bIns="0" anchor="t" anchorCtr="0">
            <a:spAutoFit/>
          </a:bodyPr>
          <a:lstStyle/>
          <a:p>
            <a:pPr marL="12700" lvl="0" indent="0" algn="l" rtl="0">
              <a:lnSpc>
                <a:spcPct val="110250"/>
              </a:lnSpc>
              <a:spcBef>
                <a:spcPts val="0"/>
              </a:spcBef>
              <a:spcAft>
                <a:spcPts val="0"/>
              </a:spcAft>
              <a:buNone/>
            </a:pPr>
            <a:r>
              <a:rPr lang="en-US" sz="1600">
                <a:latin typeface="Arial"/>
                <a:ea typeface="Arial"/>
                <a:cs typeface="Arial"/>
                <a:sym typeface="Arial"/>
              </a:rPr>
              <a:t>2</a:t>
            </a:r>
            <a:endParaRPr sz="1600">
              <a:latin typeface="Arial"/>
              <a:ea typeface="Arial"/>
              <a:cs typeface="Arial"/>
              <a:sym typeface="Arial"/>
            </a:endParaRPr>
          </a:p>
          <a:p>
            <a:pPr marL="12700" lvl="0" indent="0" algn="l" rtl="0">
              <a:lnSpc>
                <a:spcPct val="110250"/>
              </a:lnSpc>
              <a:spcBef>
                <a:spcPts val="0"/>
              </a:spcBef>
              <a:spcAft>
                <a:spcPts val="0"/>
              </a:spcAft>
              <a:buNone/>
            </a:pPr>
            <a:r>
              <a:rPr lang="en-US" sz="1600">
                <a:latin typeface="Arial"/>
                <a:ea typeface="Arial"/>
                <a:cs typeface="Arial"/>
                <a:sym typeface="Arial"/>
              </a:rPr>
              <a:t>2</a:t>
            </a:r>
            <a:endParaRPr sz="1600">
              <a:latin typeface="Arial"/>
              <a:ea typeface="Arial"/>
              <a:cs typeface="Arial"/>
              <a:sym typeface="Arial"/>
            </a:endParaRPr>
          </a:p>
        </p:txBody>
      </p:sp>
      <p:sp>
        <p:nvSpPr>
          <p:cNvPr id="2827" name="Google Shape;2827;p117"/>
          <p:cNvSpPr/>
          <p:nvPr/>
        </p:nvSpPr>
        <p:spPr>
          <a:xfrm>
            <a:off x="8548752" y="3870833"/>
            <a:ext cx="86360" cy="258445"/>
          </a:xfrm>
          <a:custGeom>
            <a:avLst/>
            <a:gdLst/>
            <a:ahLst/>
            <a:cxnLst/>
            <a:rect l="l" t="t" r="r" b="b"/>
            <a:pathLst>
              <a:path w="86359" h="258445" extrusionOk="0">
                <a:moveTo>
                  <a:pt x="3681" y="0"/>
                </a:moveTo>
                <a:lnTo>
                  <a:pt x="0" y="10413"/>
                </a:lnTo>
                <a:lnTo>
                  <a:pt x="14954" y="16910"/>
                </a:lnTo>
                <a:lnTo>
                  <a:pt x="27813" y="25907"/>
                </a:lnTo>
                <a:lnTo>
                  <a:pt x="53910" y="67522"/>
                </a:lnTo>
                <a:lnTo>
                  <a:pt x="61530" y="105760"/>
                </a:lnTo>
                <a:lnTo>
                  <a:pt x="62482" y="127762"/>
                </a:lnTo>
                <a:lnTo>
                  <a:pt x="61528" y="150600"/>
                </a:lnTo>
                <a:lnTo>
                  <a:pt x="53856" y="189894"/>
                </a:lnTo>
                <a:lnTo>
                  <a:pt x="27796" y="232171"/>
                </a:lnTo>
                <a:lnTo>
                  <a:pt x="381" y="247776"/>
                </a:lnTo>
                <a:lnTo>
                  <a:pt x="3681" y="258317"/>
                </a:lnTo>
                <a:lnTo>
                  <a:pt x="38892" y="241759"/>
                </a:lnTo>
                <a:lnTo>
                  <a:pt x="64770" y="213105"/>
                </a:lnTo>
                <a:lnTo>
                  <a:pt x="80707" y="174798"/>
                </a:lnTo>
                <a:lnTo>
                  <a:pt x="85978" y="129158"/>
                </a:lnTo>
                <a:lnTo>
                  <a:pt x="84646" y="105487"/>
                </a:lnTo>
                <a:lnTo>
                  <a:pt x="74030" y="63525"/>
                </a:lnTo>
                <a:lnTo>
                  <a:pt x="52938" y="29325"/>
                </a:lnTo>
                <a:lnTo>
                  <a:pt x="22371" y="6742"/>
                </a:lnTo>
                <a:lnTo>
                  <a:pt x="3681"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828" name="Google Shape;2828;p117"/>
          <p:cNvSpPr/>
          <p:nvPr/>
        </p:nvSpPr>
        <p:spPr>
          <a:xfrm>
            <a:off x="7614031" y="3870833"/>
            <a:ext cx="86360" cy="258445"/>
          </a:xfrm>
          <a:custGeom>
            <a:avLst/>
            <a:gdLst/>
            <a:ahLst/>
            <a:cxnLst/>
            <a:rect l="l" t="t" r="r" b="b"/>
            <a:pathLst>
              <a:path w="86359" h="258445" extrusionOk="0">
                <a:moveTo>
                  <a:pt x="82423" y="0"/>
                </a:moveTo>
                <a:lnTo>
                  <a:pt x="47259" y="16509"/>
                </a:lnTo>
                <a:lnTo>
                  <a:pt x="21336" y="45212"/>
                </a:lnTo>
                <a:lnTo>
                  <a:pt x="5334" y="83612"/>
                </a:lnTo>
                <a:lnTo>
                  <a:pt x="0" y="129158"/>
                </a:lnTo>
                <a:lnTo>
                  <a:pt x="1330" y="152901"/>
                </a:lnTo>
                <a:lnTo>
                  <a:pt x="11946" y="194862"/>
                </a:lnTo>
                <a:lnTo>
                  <a:pt x="33022" y="228939"/>
                </a:lnTo>
                <a:lnTo>
                  <a:pt x="82423" y="258317"/>
                </a:lnTo>
                <a:lnTo>
                  <a:pt x="85598" y="247776"/>
                </a:lnTo>
                <a:lnTo>
                  <a:pt x="70901" y="241254"/>
                </a:lnTo>
                <a:lnTo>
                  <a:pt x="58229" y="232171"/>
                </a:lnTo>
                <a:lnTo>
                  <a:pt x="32194" y="189894"/>
                </a:lnTo>
                <a:lnTo>
                  <a:pt x="24574" y="150600"/>
                </a:lnTo>
                <a:lnTo>
                  <a:pt x="23622" y="127762"/>
                </a:lnTo>
                <a:lnTo>
                  <a:pt x="24574" y="105760"/>
                </a:lnTo>
                <a:lnTo>
                  <a:pt x="32194" y="67522"/>
                </a:lnTo>
                <a:lnTo>
                  <a:pt x="58339" y="25907"/>
                </a:lnTo>
                <a:lnTo>
                  <a:pt x="86104" y="10413"/>
                </a:lnTo>
                <a:lnTo>
                  <a:pt x="82423"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829" name="Google Shape;2829;p117"/>
          <p:cNvSpPr txBox="1"/>
          <p:nvPr/>
        </p:nvSpPr>
        <p:spPr>
          <a:xfrm>
            <a:off x="6775067" y="3761740"/>
            <a:ext cx="813435" cy="36068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2200">
                <a:latin typeface="Arial"/>
                <a:ea typeface="Arial"/>
                <a:cs typeface="Arial"/>
                <a:sym typeface="Arial"/>
              </a:rPr>
              <a:t>= 2𝑋</a:t>
            </a:r>
            <a:r>
              <a:rPr lang="en-US" sz="2400" baseline="30000">
                <a:latin typeface="Arial"/>
                <a:ea typeface="Arial"/>
                <a:cs typeface="Arial"/>
                <a:sym typeface="Arial"/>
              </a:rPr>
              <a:t>𝑇</a:t>
            </a:r>
            <a:endParaRPr sz="2400" baseline="30000">
              <a:latin typeface="Arial"/>
              <a:ea typeface="Arial"/>
              <a:cs typeface="Arial"/>
              <a:sym typeface="Arial"/>
            </a:endParaRPr>
          </a:p>
        </p:txBody>
      </p:sp>
      <p:sp>
        <p:nvSpPr>
          <p:cNvPr id="2830" name="Google Shape;2830;p117"/>
          <p:cNvSpPr txBox="1"/>
          <p:nvPr/>
        </p:nvSpPr>
        <p:spPr>
          <a:xfrm>
            <a:off x="7693277" y="3761740"/>
            <a:ext cx="873125" cy="3606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200">
                <a:latin typeface="Arial"/>
                <a:ea typeface="Arial"/>
                <a:cs typeface="Arial"/>
                <a:sym typeface="Arial"/>
              </a:rPr>
              <a:t>𝑋𝜃 − 𝑦</a:t>
            </a:r>
            <a:endParaRPr sz="2200">
              <a:latin typeface="Arial"/>
              <a:ea typeface="Arial"/>
              <a:cs typeface="Arial"/>
              <a:sym typeface="Arial"/>
            </a:endParaRPr>
          </a:p>
        </p:txBody>
      </p:sp>
      <p:sp>
        <p:nvSpPr>
          <p:cNvPr id="2831" name="Google Shape;2831;p117"/>
          <p:cNvSpPr txBox="1"/>
          <p:nvPr/>
        </p:nvSpPr>
        <p:spPr>
          <a:xfrm>
            <a:off x="8710041" y="3761740"/>
            <a:ext cx="743585" cy="3606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200">
                <a:latin typeface="Arial"/>
                <a:ea typeface="Arial"/>
                <a:cs typeface="Arial"/>
                <a:sym typeface="Arial"/>
              </a:rPr>
              <a:t>+ 2𝜆𝜃</a:t>
            </a:r>
            <a:endParaRPr sz="2200">
              <a:latin typeface="Arial"/>
              <a:ea typeface="Arial"/>
              <a:cs typeface="Arial"/>
              <a:sym typeface="Arial"/>
            </a:endParaRPr>
          </a:p>
        </p:txBody>
      </p:sp>
      <p:sp>
        <p:nvSpPr>
          <p:cNvPr id="2832" name="Google Shape;2832;p117"/>
          <p:cNvSpPr/>
          <p:nvPr/>
        </p:nvSpPr>
        <p:spPr>
          <a:xfrm>
            <a:off x="8195180" y="5123559"/>
            <a:ext cx="86360" cy="258445"/>
          </a:xfrm>
          <a:custGeom>
            <a:avLst/>
            <a:gdLst/>
            <a:ahLst/>
            <a:cxnLst/>
            <a:rect l="l" t="t" r="r" b="b"/>
            <a:pathLst>
              <a:path w="86359" h="258445" extrusionOk="0">
                <a:moveTo>
                  <a:pt x="3684" y="0"/>
                </a:moveTo>
                <a:lnTo>
                  <a:pt x="0" y="10412"/>
                </a:lnTo>
                <a:lnTo>
                  <a:pt x="14955" y="16910"/>
                </a:lnTo>
                <a:lnTo>
                  <a:pt x="27814" y="25906"/>
                </a:lnTo>
                <a:lnTo>
                  <a:pt x="53911" y="67522"/>
                </a:lnTo>
                <a:lnTo>
                  <a:pt x="61531" y="105761"/>
                </a:lnTo>
                <a:lnTo>
                  <a:pt x="62485" y="127760"/>
                </a:lnTo>
                <a:lnTo>
                  <a:pt x="61530" y="150600"/>
                </a:lnTo>
                <a:lnTo>
                  <a:pt x="53858" y="189894"/>
                </a:lnTo>
                <a:lnTo>
                  <a:pt x="27797" y="232171"/>
                </a:lnTo>
                <a:lnTo>
                  <a:pt x="382" y="247775"/>
                </a:lnTo>
                <a:lnTo>
                  <a:pt x="3684" y="258316"/>
                </a:lnTo>
                <a:lnTo>
                  <a:pt x="38893" y="241759"/>
                </a:lnTo>
                <a:lnTo>
                  <a:pt x="64770" y="213104"/>
                </a:lnTo>
                <a:lnTo>
                  <a:pt x="80708" y="174798"/>
                </a:lnTo>
                <a:lnTo>
                  <a:pt x="85978" y="129157"/>
                </a:lnTo>
                <a:lnTo>
                  <a:pt x="84648" y="105487"/>
                </a:lnTo>
                <a:lnTo>
                  <a:pt x="74032" y="63525"/>
                </a:lnTo>
                <a:lnTo>
                  <a:pt x="52939" y="29325"/>
                </a:lnTo>
                <a:lnTo>
                  <a:pt x="22372" y="6742"/>
                </a:lnTo>
                <a:lnTo>
                  <a:pt x="368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833" name="Google Shape;2833;p117"/>
          <p:cNvSpPr/>
          <p:nvPr/>
        </p:nvSpPr>
        <p:spPr>
          <a:xfrm>
            <a:off x="6981569" y="5123559"/>
            <a:ext cx="86360" cy="258445"/>
          </a:xfrm>
          <a:custGeom>
            <a:avLst/>
            <a:gdLst/>
            <a:ahLst/>
            <a:cxnLst/>
            <a:rect l="l" t="t" r="r" b="b"/>
            <a:pathLst>
              <a:path w="86359" h="258445" extrusionOk="0">
                <a:moveTo>
                  <a:pt x="82423" y="0"/>
                </a:moveTo>
                <a:lnTo>
                  <a:pt x="47259" y="16508"/>
                </a:lnTo>
                <a:lnTo>
                  <a:pt x="21334" y="45212"/>
                </a:lnTo>
                <a:lnTo>
                  <a:pt x="5332" y="83612"/>
                </a:lnTo>
                <a:lnTo>
                  <a:pt x="0" y="129157"/>
                </a:lnTo>
                <a:lnTo>
                  <a:pt x="1330" y="152901"/>
                </a:lnTo>
                <a:lnTo>
                  <a:pt x="11946" y="194863"/>
                </a:lnTo>
                <a:lnTo>
                  <a:pt x="33022" y="228939"/>
                </a:lnTo>
                <a:lnTo>
                  <a:pt x="82423" y="258316"/>
                </a:lnTo>
                <a:lnTo>
                  <a:pt x="85598" y="247775"/>
                </a:lnTo>
                <a:lnTo>
                  <a:pt x="70900" y="241254"/>
                </a:lnTo>
                <a:lnTo>
                  <a:pt x="58229" y="232171"/>
                </a:lnTo>
                <a:lnTo>
                  <a:pt x="32194" y="189894"/>
                </a:lnTo>
                <a:lnTo>
                  <a:pt x="24574" y="150600"/>
                </a:lnTo>
                <a:lnTo>
                  <a:pt x="23621" y="127760"/>
                </a:lnTo>
                <a:lnTo>
                  <a:pt x="24574" y="105761"/>
                </a:lnTo>
                <a:lnTo>
                  <a:pt x="32194" y="67522"/>
                </a:lnTo>
                <a:lnTo>
                  <a:pt x="58339" y="25906"/>
                </a:lnTo>
                <a:lnTo>
                  <a:pt x="86104" y="10412"/>
                </a:lnTo>
                <a:lnTo>
                  <a:pt x="82423"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834" name="Google Shape;2834;p117"/>
          <p:cNvSpPr txBox="1"/>
          <p:nvPr/>
        </p:nvSpPr>
        <p:spPr>
          <a:xfrm>
            <a:off x="650240" y="4712715"/>
            <a:ext cx="7578725" cy="665480"/>
          </a:xfrm>
          <a:prstGeom prst="rect">
            <a:avLst/>
          </a:prstGeom>
          <a:noFill/>
          <a:ln>
            <a:noFill/>
          </a:ln>
        </p:spPr>
        <p:txBody>
          <a:bodyPr spcFirstLastPara="1" wrap="square" lIns="0" tIns="12700" rIns="0" bIns="0" anchor="t" anchorCtr="0">
            <a:spAutoFit/>
          </a:bodyPr>
          <a:lstStyle/>
          <a:p>
            <a:pPr marL="50800" lvl="0" indent="0" algn="l" rtl="0">
              <a:lnSpc>
                <a:spcPct val="114545"/>
              </a:lnSpc>
              <a:spcBef>
                <a:spcPts val="0"/>
              </a:spcBef>
              <a:spcAft>
                <a:spcPts val="0"/>
              </a:spcAft>
              <a:buNone/>
            </a:pPr>
            <a:r>
              <a:rPr lang="en-US" sz="2200">
                <a:latin typeface="Arial Narrow"/>
                <a:ea typeface="Arial Narrow"/>
                <a:cs typeface="Arial Narrow"/>
                <a:sym typeface="Arial Narrow"/>
              </a:rPr>
              <a:t>Setting gradient equal to zero leads to the solution</a:t>
            </a:r>
            <a:endParaRPr sz="2200">
              <a:latin typeface="Arial Narrow"/>
              <a:ea typeface="Arial Narrow"/>
              <a:cs typeface="Arial Narrow"/>
              <a:sym typeface="Arial Narrow"/>
            </a:endParaRPr>
          </a:p>
          <a:p>
            <a:pPr marL="2458720" lvl="0" indent="0" algn="l" rtl="0">
              <a:lnSpc>
                <a:spcPct val="104999"/>
              </a:lnSpc>
              <a:spcBef>
                <a:spcPts val="0"/>
              </a:spcBef>
              <a:spcAft>
                <a:spcPts val="0"/>
              </a:spcAft>
              <a:buNone/>
            </a:pPr>
            <a:r>
              <a:rPr lang="en-US" sz="2200">
                <a:latin typeface="Arial"/>
                <a:ea typeface="Arial"/>
                <a:cs typeface="Arial"/>
                <a:sym typeface="Arial"/>
              </a:rPr>
              <a:t>2𝑋</a:t>
            </a:r>
            <a:r>
              <a:rPr lang="en-US" sz="2400" baseline="30000">
                <a:latin typeface="Arial"/>
                <a:ea typeface="Arial"/>
                <a:cs typeface="Arial"/>
                <a:sym typeface="Arial"/>
              </a:rPr>
              <a:t>𝑇 </a:t>
            </a:r>
            <a:r>
              <a:rPr lang="en-US" sz="2200">
                <a:latin typeface="Arial"/>
                <a:ea typeface="Arial"/>
                <a:cs typeface="Arial"/>
                <a:sym typeface="Arial"/>
              </a:rPr>
              <a:t>𝑋𝜃 + 2𝜆𝜃 = 2𝑋</a:t>
            </a:r>
            <a:r>
              <a:rPr lang="en-US" sz="2400" baseline="30000">
                <a:latin typeface="Arial"/>
                <a:ea typeface="Arial"/>
                <a:cs typeface="Arial"/>
                <a:sym typeface="Arial"/>
              </a:rPr>
              <a:t>𝑇 </a:t>
            </a:r>
            <a:r>
              <a:rPr lang="en-US" sz="2200">
                <a:latin typeface="Arial"/>
                <a:ea typeface="Arial"/>
                <a:cs typeface="Arial"/>
                <a:sym typeface="Arial"/>
              </a:rPr>
              <a:t>𝑦	⟹ 𝜃 =	𝑋</a:t>
            </a:r>
            <a:r>
              <a:rPr lang="en-US" sz="2400" baseline="30000">
                <a:latin typeface="Arial"/>
                <a:ea typeface="Arial"/>
                <a:cs typeface="Arial"/>
                <a:sym typeface="Arial"/>
              </a:rPr>
              <a:t>𝑇</a:t>
            </a:r>
            <a:r>
              <a:rPr lang="en-US" sz="2200">
                <a:latin typeface="Arial"/>
                <a:ea typeface="Arial"/>
                <a:cs typeface="Arial"/>
                <a:sym typeface="Arial"/>
              </a:rPr>
              <a:t>𝑋 + 𝜆𝐼</a:t>
            </a:r>
            <a:endParaRPr sz="2200">
              <a:latin typeface="Arial"/>
              <a:ea typeface="Arial"/>
              <a:cs typeface="Arial"/>
              <a:sym typeface="Arial"/>
            </a:endParaRPr>
          </a:p>
        </p:txBody>
      </p:sp>
      <p:sp>
        <p:nvSpPr>
          <p:cNvPr id="2835" name="Google Shape;2835;p117"/>
          <p:cNvSpPr txBox="1">
            <a:spLocks noGrp="1"/>
          </p:cNvSpPr>
          <p:nvPr>
            <p:ph type="sldNum" idx="12"/>
          </p:nvPr>
        </p:nvSpPr>
        <p:spPr>
          <a:xfrm>
            <a:off x="11282426" y="6440594"/>
            <a:ext cx="250825" cy="200659"/>
          </a:xfrm>
          <a:prstGeom prst="rect">
            <a:avLst/>
          </a:prstGeom>
          <a:noFill/>
          <a:ln>
            <a:noFill/>
          </a:ln>
        </p:spPr>
        <p:txBody>
          <a:bodyPr spcFirstLastPara="1" wrap="square" lIns="0" tIns="2525" rIns="0" bIns="0" anchor="t" anchorCtr="0">
            <a:spAutoFit/>
          </a:bodyPr>
          <a:lstStyle/>
          <a:p>
            <a:pPr marL="38100" lvl="0" indent="0" algn="l" rtl="0">
              <a:lnSpc>
                <a:spcPct val="100000"/>
              </a:lnSpc>
              <a:spcBef>
                <a:spcPts val="0"/>
              </a:spcBef>
              <a:spcAft>
                <a:spcPts val="0"/>
              </a:spcAft>
              <a:buNone/>
            </a:pPr>
            <a:r>
              <a:rPr lang="en-US"/>
              <a:t>38</a:t>
            </a:r>
            <a:endParaRPr/>
          </a:p>
        </p:txBody>
      </p:sp>
      <p:sp>
        <p:nvSpPr>
          <p:cNvPr id="2836" name="Google Shape;2836;p117"/>
          <p:cNvSpPr txBox="1"/>
          <p:nvPr/>
        </p:nvSpPr>
        <p:spPr>
          <a:xfrm>
            <a:off x="8270113" y="4913884"/>
            <a:ext cx="833755" cy="36068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1600">
                <a:latin typeface="Arial"/>
                <a:ea typeface="Arial"/>
                <a:cs typeface="Arial"/>
                <a:sym typeface="Arial"/>
              </a:rPr>
              <a:t>−1</a:t>
            </a:r>
            <a:r>
              <a:rPr lang="en-US" sz="3300" baseline="-25000">
                <a:latin typeface="Arial"/>
                <a:ea typeface="Arial"/>
                <a:cs typeface="Arial"/>
                <a:sym typeface="Arial"/>
              </a:rPr>
              <a:t>𝑋</a:t>
            </a:r>
            <a:r>
              <a:rPr lang="en-US" sz="1600">
                <a:latin typeface="Arial"/>
                <a:ea typeface="Arial"/>
                <a:cs typeface="Arial"/>
                <a:sym typeface="Arial"/>
              </a:rPr>
              <a:t>𝑇</a:t>
            </a:r>
            <a:r>
              <a:rPr lang="en-US" sz="3300" baseline="-25000">
                <a:latin typeface="Arial"/>
                <a:ea typeface="Arial"/>
                <a:cs typeface="Arial"/>
                <a:sym typeface="Arial"/>
              </a:rPr>
              <a:t>𝑦</a:t>
            </a:r>
            <a:endParaRPr sz="3300" baseline="-25000">
              <a:latin typeface="Arial"/>
              <a:ea typeface="Arial"/>
              <a:cs typeface="Arial"/>
              <a:sym typeface="Arial"/>
            </a:endParaRPr>
          </a:p>
        </p:txBody>
      </p:sp>
      <p:sp>
        <p:nvSpPr>
          <p:cNvPr id="2837" name="Google Shape;2837;p117"/>
          <p:cNvSpPr txBox="1"/>
          <p:nvPr/>
        </p:nvSpPr>
        <p:spPr>
          <a:xfrm>
            <a:off x="688340" y="5672835"/>
            <a:ext cx="7758430" cy="3606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200">
                <a:latin typeface="Arial Narrow"/>
                <a:ea typeface="Arial Narrow"/>
                <a:cs typeface="Arial Narrow"/>
                <a:sym typeface="Arial Narrow"/>
              </a:rPr>
              <a:t>Looks just like the normal equations but with an additional </a:t>
            </a:r>
            <a:r>
              <a:rPr lang="en-US" sz="2200">
                <a:latin typeface="Arial"/>
                <a:ea typeface="Arial"/>
                <a:cs typeface="Arial"/>
                <a:sym typeface="Arial"/>
              </a:rPr>
              <a:t>𝜆𝐼 </a:t>
            </a:r>
            <a:r>
              <a:rPr lang="en-US" sz="2200">
                <a:latin typeface="Arial Narrow"/>
                <a:ea typeface="Arial Narrow"/>
                <a:cs typeface="Arial Narrow"/>
                <a:sym typeface="Arial Narrow"/>
              </a:rPr>
              <a:t>term</a:t>
            </a:r>
            <a:endParaRPr sz="2200">
              <a:latin typeface="Arial Narrow"/>
              <a:ea typeface="Arial Narrow"/>
              <a:cs typeface="Arial Narrow"/>
              <a:sym typeface="Arial Narrow"/>
            </a:endParaRPr>
          </a:p>
        </p:txBody>
      </p:sp>
    </p:spTree>
    <p:extLst>
      <p:ext uri="{BB962C8B-B14F-4D97-AF65-F5344CB8AC3E}">
        <p14:creationId xmlns:p14="http://schemas.microsoft.com/office/powerpoint/2010/main" val="26434623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08"/>
        <p:cNvGrpSpPr/>
        <p:nvPr/>
      </p:nvGrpSpPr>
      <p:grpSpPr>
        <a:xfrm>
          <a:off x="0" y="0"/>
          <a:ext cx="0" cy="0"/>
          <a:chOff x="0" y="0"/>
          <a:chExt cx="0" cy="0"/>
        </a:xfrm>
      </p:grpSpPr>
      <p:sp useBgFill="1">
        <p:nvSpPr>
          <p:cNvPr id="916" name="Rectangle 91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8" name="Rectangle 917">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723290" y="2723287"/>
            <a:ext cx="9753600" cy="4307025"/>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0" name="Rectangle 919">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723290" y="2737705"/>
            <a:ext cx="9753599" cy="4307028"/>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 name="Rectangle 921">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74322" y="5820893"/>
            <a:ext cx="3558370" cy="430703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4" name="Freeform: Shape 923">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35186" y="1379154"/>
            <a:ext cx="4160380" cy="5943407"/>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26" name="Rectangle 925">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723302" y="2723283"/>
            <a:ext cx="9753604" cy="4307024"/>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0" name="Google Shape;910;p39" descr="$PPTXTitle"/>
          <p:cNvSpPr txBox="1"/>
          <p:nvPr/>
        </p:nvSpPr>
        <p:spPr>
          <a:xfrm>
            <a:off x="625576" y="2394675"/>
            <a:ext cx="3322949" cy="3408155"/>
          </a:xfrm>
          <a:prstGeom prst="rect">
            <a:avLst/>
          </a:prstGeom>
        </p:spPr>
        <p:txBody>
          <a:bodyPr spcFirstLastPara="1" vert="horz" lIns="91440" tIns="45720" rIns="91440" bIns="45720" rtlCol="0" anchor="b" anchorCtr="0">
            <a:normAutofit/>
          </a:bodyPr>
          <a:lstStyle/>
          <a:p>
            <a:pPr marL="12700" lvl="0" indent="0" algn="r">
              <a:lnSpc>
                <a:spcPct val="90000"/>
              </a:lnSpc>
              <a:spcBef>
                <a:spcPct val="0"/>
              </a:spcBef>
              <a:spcAft>
                <a:spcPts val="600"/>
              </a:spcAft>
            </a:pPr>
            <a:r>
              <a:rPr lang="en-US" sz="5000" b="1" i="0" kern="1200">
                <a:solidFill>
                  <a:srgbClr val="FFFFFF"/>
                </a:solidFill>
                <a:latin typeface="+mj-lt"/>
                <a:ea typeface="+mj-ea"/>
                <a:cs typeface="+mj-cs"/>
                <a:sym typeface="Arial"/>
              </a:rPr>
              <a:t>Classification</a:t>
            </a:r>
          </a:p>
        </p:txBody>
      </p:sp>
      <p:graphicFrame>
        <p:nvGraphicFramePr>
          <p:cNvPr id="912" name="Google Shape;909;p39">
            <a:extLst>
              <a:ext uri="{FF2B5EF4-FFF2-40B4-BE49-F238E27FC236}">
                <a16:creationId xmlns:a16="http://schemas.microsoft.com/office/drawing/2014/main" id="{0ECF438D-9BF6-7297-A154-222A5D307337}"/>
              </a:ext>
            </a:extLst>
          </p:cNvPr>
          <p:cNvGraphicFramePr/>
          <p:nvPr>
            <p:extLst>
              <p:ext uri="{D42A27DB-BD31-4B8C-83A1-F6EECF244321}">
                <p14:modId xmlns:p14="http://schemas.microsoft.com/office/powerpoint/2010/main" val="3184303297"/>
              </p:ext>
            </p:extLst>
          </p:nvPr>
        </p:nvGraphicFramePr>
        <p:xfrm>
          <a:off x="5232055" y="1067292"/>
          <a:ext cx="7111289" cy="77566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48"/>
        <p:cNvGrpSpPr/>
        <p:nvPr/>
      </p:nvGrpSpPr>
      <p:grpSpPr>
        <a:xfrm>
          <a:off x="0" y="0"/>
          <a:ext cx="0" cy="0"/>
          <a:chOff x="0" y="0"/>
          <a:chExt cx="0" cy="0"/>
        </a:xfrm>
      </p:grpSpPr>
      <p:sp useBgFill="1">
        <p:nvSpPr>
          <p:cNvPr id="1155" name="Rectangle 1154">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57" name="Rectangle 115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1548" cy="9753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9" name="Rectangle 115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723290" y="2723287"/>
            <a:ext cx="9753600" cy="4307025"/>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1" name="Rectangle 1160">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723290" y="2737705"/>
            <a:ext cx="9753599" cy="4307028"/>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3" name="Rectangle 1162">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74322" y="5820893"/>
            <a:ext cx="3558370" cy="430703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65" name="Freeform: Shape 1164">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35186" y="1379154"/>
            <a:ext cx="4160380" cy="5943407"/>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67" name="Rectangle 1166">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723300" y="2708867"/>
            <a:ext cx="9753604" cy="4307024"/>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9" name="Google Shape;1149;p53" descr="$PPTXTitle"/>
          <p:cNvSpPr txBox="1">
            <a:spLocks noGrp="1"/>
          </p:cNvSpPr>
          <p:nvPr>
            <p:ph type="title"/>
          </p:nvPr>
        </p:nvSpPr>
        <p:spPr>
          <a:xfrm>
            <a:off x="497836" y="834638"/>
            <a:ext cx="3414791" cy="4817773"/>
          </a:xfrm>
          <a:prstGeom prst="rect">
            <a:avLst/>
          </a:prstGeom>
        </p:spPr>
        <p:txBody>
          <a:bodyPr spcFirstLastPara="1" vert="horz" lIns="91440" tIns="45720" rIns="91440" bIns="45720" rtlCol="0" anchor="b" anchorCtr="0">
            <a:normAutofit/>
          </a:bodyPr>
          <a:lstStyle/>
          <a:p>
            <a:pPr marL="12700" lvl="0" indent="0" algn="r">
              <a:lnSpc>
                <a:spcPct val="90000"/>
              </a:lnSpc>
              <a:spcBef>
                <a:spcPct val="0"/>
              </a:spcBef>
              <a:spcAft>
                <a:spcPts val="0"/>
              </a:spcAft>
            </a:pPr>
            <a:r>
              <a:rPr lang="en-US" sz="3500" b="1" kern="1200">
                <a:solidFill>
                  <a:srgbClr val="FFFFFF"/>
                </a:solidFill>
                <a:latin typeface="+mj-lt"/>
                <a:ea typeface="+mj-ea"/>
                <a:cs typeface="+mj-cs"/>
              </a:rPr>
              <a:t>Classification Models</a:t>
            </a:r>
            <a:br>
              <a:rPr lang="en-US" sz="3500" kern="1200">
                <a:solidFill>
                  <a:srgbClr val="FFFFFF"/>
                </a:solidFill>
                <a:latin typeface="+mj-lt"/>
                <a:ea typeface="+mj-ea"/>
                <a:cs typeface="+mj-cs"/>
              </a:rPr>
            </a:br>
            <a:endParaRPr lang="en-US" sz="3500" kern="1200">
              <a:solidFill>
                <a:srgbClr val="FFFFFF"/>
              </a:solidFill>
              <a:latin typeface="+mj-lt"/>
              <a:ea typeface="+mj-ea"/>
              <a:cs typeface="+mj-cs"/>
            </a:endParaRPr>
          </a:p>
        </p:txBody>
      </p:sp>
      <p:sp>
        <p:nvSpPr>
          <p:cNvPr id="1150" name="Google Shape;1150;p53"/>
          <p:cNvSpPr txBox="1"/>
          <p:nvPr/>
        </p:nvSpPr>
        <p:spPr>
          <a:xfrm>
            <a:off x="5130942" y="923704"/>
            <a:ext cx="6992371" cy="7887712"/>
          </a:xfrm>
          <a:prstGeom prst="rect">
            <a:avLst/>
          </a:prstGeom>
        </p:spPr>
        <p:txBody>
          <a:bodyPr spcFirstLastPara="1" vert="horz" lIns="91440" tIns="45720" rIns="91440" bIns="45720" rtlCol="0" anchor="ctr" anchorCtr="0">
            <a:normAutofit/>
          </a:bodyPr>
          <a:lstStyle/>
          <a:p>
            <a:pPr marL="185420" lvl="0" indent="-228600">
              <a:lnSpc>
                <a:spcPct val="90000"/>
              </a:lnSpc>
              <a:spcBef>
                <a:spcPts val="0"/>
              </a:spcBef>
              <a:spcAft>
                <a:spcPts val="0"/>
              </a:spcAft>
              <a:buClr>
                <a:srgbClr val="001F5F"/>
              </a:buClr>
              <a:buSzPts val="2400"/>
              <a:buFont typeface="Arial" panose="020B0604020202020204" pitchFamily="34" charset="0"/>
              <a:buChar char="•"/>
            </a:pPr>
            <a:r>
              <a:rPr lang="en-US" sz="2500" kern="1200">
                <a:solidFill>
                  <a:schemeClr val="tx1"/>
                </a:solidFill>
                <a:latin typeface="+mn-lt"/>
                <a:ea typeface="+mn-ea"/>
                <a:cs typeface="+mn-cs"/>
                <a:sym typeface="Arial"/>
              </a:rPr>
              <a:t>The following classifiers are introduced</a:t>
            </a:r>
          </a:p>
          <a:p>
            <a:pPr marL="527050" lvl="1" indent="-228600">
              <a:lnSpc>
                <a:spcPct val="90000"/>
              </a:lnSpc>
              <a:spcBef>
                <a:spcPts val="180"/>
              </a:spcBef>
              <a:spcAft>
                <a:spcPts val="0"/>
              </a:spcAft>
              <a:buClr>
                <a:srgbClr val="001F5F"/>
              </a:buClr>
              <a:buSzPts val="2400"/>
              <a:buFont typeface="Arial" panose="020B0604020202020204" pitchFamily="34" charset="0"/>
              <a:buChar char="•"/>
            </a:pPr>
            <a:r>
              <a:rPr lang="en-US" sz="2500" kern="1200">
                <a:solidFill>
                  <a:schemeClr val="tx1"/>
                </a:solidFill>
                <a:latin typeface="+mn-lt"/>
                <a:ea typeface="+mn-ea"/>
                <a:cs typeface="+mn-cs"/>
                <a:sym typeface="Arial"/>
              </a:rPr>
              <a:t>𝑘-nearest Neighbor</a:t>
            </a:r>
          </a:p>
          <a:p>
            <a:pPr marL="527050" lvl="1" indent="-228600">
              <a:lnSpc>
                <a:spcPct val="90000"/>
              </a:lnSpc>
              <a:spcBef>
                <a:spcPts val="240"/>
              </a:spcBef>
              <a:spcAft>
                <a:spcPts val="0"/>
              </a:spcAft>
              <a:buClr>
                <a:srgbClr val="001F5F"/>
              </a:buClr>
              <a:buSzPts val="2400"/>
              <a:buFont typeface="Arial" panose="020B0604020202020204" pitchFamily="34" charset="0"/>
              <a:buChar char="•"/>
            </a:pPr>
            <a:r>
              <a:rPr lang="en-US" sz="2500" kern="1200">
                <a:solidFill>
                  <a:schemeClr val="tx1"/>
                </a:solidFill>
                <a:latin typeface="+mn-lt"/>
                <a:ea typeface="+mn-ea"/>
                <a:cs typeface="+mn-cs"/>
                <a:sym typeface="Arial"/>
              </a:rPr>
              <a:t>Decision Trees</a:t>
            </a:r>
          </a:p>
          <a:p>
            <a:pPr marL="527050" lvl="1" indent="-228600">
              <a:lnSpc>
                <a:spcPct val="90000"/>
              </a:lnSpc>
              <a:spcBef>
                <a:spcPts val="240"/>
              </a:spcBef>
              <a:spcAft>
                <a:spcPts val="0"/>
              </a:spcAft>
              <a:buClr>
                <a:srgbClr val="001F5F"/>
              </a:buClr>
              <a:buSzPts val="2400"/>
              <a:buFont typeface="Arial" panose="020B0604020202020204" pitchFamily="34" charset="0"/>
              <a:buChar char="•"/>
            </a:pPr>
            <a:r>
              <a:rPr lang="en-US" sz="2500" kern="1200">
                <a:solidFill>
                  <a:schemeClr val="tx1"/>
                </a:solidFill>
                <a:latin typeface="+mn-lt"/>
                <a:ea typeface="+mn-ea"/>
                <a:cs typeface="+mn-cs"/>
                <a:sym typeface="Arial"/>
              </a:rPr>
              <a:t>Random Forests</a:t>
            </a:r>
          </a:p>
          <a:p>
            <a:pPr marL="527050" lvl="1" indent="-228600">
              <a:lnSpc>
                <a:spcPct val="90000"/>
              </a:lnSpc>
              <a:spcBef>
                <a:spcPts val="240"/>
              </a:spcBef>
              <a:spcAft>
                <a:spcPts val="0"/>
              </a:spcAft>
              <a:buClr>
                <a:srgbClr val="001F5F"/>
              </a:buClr>
              <a:buSzPts val="2400"/>
              <a:buFont typeface="Arial" panose="020B0604020202020204" pitchFamily="34" charset="0"/>
              <a:buChar char="•"/>
            </a:pPr>
            <a:r>
              <a:rPr lang="en-US" sz="2500" kern="1200">
                <a:solidFill>
                  <a:schemeClr val="tx1"/>
                </a:solidFill>
                <a:latin typeface="+mn-lt"/>
                <a:ea typeface="+mn-ea"/>
                <a:cs typeface="+mn-cs"/>
                <a:sym typeface="Arial"/>
              </a:rPr>
              <a:t>Logistic Regression</a:t>
            </a:r>
          </a:p>
          <a:p>
            <a:pPr marL="527050" lvl="1" indent="-228600">
              <a:lnSpc>
                <a:spcPct val="90000"/>
              </a:lnSpc>
              <a:spcBef>
                <a:spcPts val="145"/>
              </a:spcBef>
              <a:spcAft>
                <a:spcPts val="0"/>
              </a:spcAft>
              <a:buClr>
                <a:srgbClr val="001F5F"/>
              </a:buClr>
              <a:buSzPts val="2400"/>
              <a:buFont typeface="Arial" panose="020B0604020202020204" pitchFamily="34" charset="0"/>
              <a:buChar char="•"/>
            </a:pPr>
            <a:r>
              <a:rPr lang="en-US" sz="2500" kern="1200">
                <a:solidFill>
                  <a:schemeClr val="tx1"/>
                </a:solidFill>
                <a:latin typeface="+mn-lt"/>
                <a:ea typeface="+mn-ea"/>
                <a:cs typeface="+mn-cs"/>
                <a:sym typeface="Arial"/>
              </a:rPr>
              <a:t>Naive Bayes</a:t>
            </a:r>
          </a:p>
          <a:p>
            <a:pPr marL="527050" lvl="1" indent="-228600">
              <a:lnSpc>
                <a:spcPct val="90000"/>
              </a:lnSpc>
              <a:spcBef>
                <a:spcPts val="240"/>
              </a:spcBef>
              <a:spcAft>
                <a:spcPts val="0"/>
              </a:spcAft>
              <a:buClr>
                <a:srgbClr val="001F5F"/>
              </a:buClr>
              <a:buSzPts val="2400"/>
              <a:buFont typeface="Arial" panose="020B0604020202020204" pitchFamily="34" charset="0"/>
              <a:buChar char="•"/>
            </a:pPr>
            <a:r>
              <a:rPr lang="en-US" sz="2500" kern="1200">
                <a:solidFill>
                  <a:schemeClr val="tx1"/>
                </a:solidFill>
                <a:latin typeface="+mn-lt"/>
                <a:ea typeface="+mn-ea"/>
                <a:cs typeface="+mn-cs"/>
                <a:sym typeface="Arial"/>
              </a:rPr>
              <a:t>Support Vector Machines</a:t>
            </a:r>
          </a:p>
          <a:p>
            <a:pPr marL="527050" lvl="1" indent="-228600">
              <a:lnSpc>
                <a:spcPct val="90000"/>
              </a:lnSpc>
              <a:spcBef>
                <a:spcPts val="140"/>
              </a:spcBef>
              <a:spcAft>
                <a:spcPts val="0"/>
              </a:spcAft>
              <a:buClr>
                <a:srgbClr val="001F5F"/>
              </a:buClr>
              <a:buSzPts val="2400"/>
              <a:buFont typeface="Arial" panose="020B0604020202020204" pitchFamily="34" charset="0"/>
              <a:buChar char="•"/>
            </a:pPr>
            <a:r>
              <a:rPr lang="en-US" sz="2500" kern="1200">
                <a:solidFill>
                  <a:schemeClr val="tx1"/>
                </a:solidFill>
                <a:latin typeface="+mn-lt"/>
                <a:ea typeface="+mn-ea"/>
                <a:cs typeface="+mn-cs"/>
                <a:sym typeface="Arial"/>
              </a:rPr>
              <a:t>Neural Networks</a:t>
            </a:r>
          </a:p>
        </p:txBody>
      </p:sp>
    </p:spTree>
    <p:extLst>
      <p:ext uri="{BB962C8B-B14F-4D97-AF65-F5344CB8AC3E}">
        <p14:creationId xmlns:p14="http://schemas.microsoft.com/office/powerpoint/2010/main" val="32377881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34"/>
        <p:cNvGrpSpPr/>
        <p:nvPr/>
      </p:nvGrpSpPr>
      <p:grpSpPr>
        <a:xfrm>
          <a:off x="0" y="0"/>
          <a:ext cx="0" cy="0"/>
          <a:chOff x="0" y="0"/>
          <a:chExt cx="0" cy="0"/>
        </a:xfrm>
      </p:grpSpPr>
      <p:sp useBgFill="1">
        <p:nvSpPr>
          <p:cNvPr id="1041" name="Rectangle 1040">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43" name="Rectangle 1042">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1548" cy="9753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5" name="Rectangle 1044">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723290" y="2723287"/>
            <a:ext cx="9753600" cy="4307025"/>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7" name="Rectangle 1046">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723290" y="2737705"/>
            <a:ext cx="9753599" cy="4307028"/>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9" name="Rectangle 1048">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74322" y="5820893"/>
            <a:ext cx="3558370" cy="430703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1" name="Freeform: Shape 1050">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35186" y="1379154"/>
            <a:ext cx="4160380" cy="5943407"/>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53" name="Rectangle 1052">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723300" y="2708867"/>
            <a:ext cx="9753604" cy="4307024"/>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Google Shape;1035;p46" descr="$PPTXTitle"/>
          <p:cNvSpPr txBox="1">
            <a:spLocks noGrp="1"/>
          </p:cNvSpPr>
          <p:nvPr>
            <p:ph type="title"/>
          </p:nvPr>
        </p:nvSpPr>
        <p:spPr>
          <a:xfrm>
            <a:off x="497836" y="834638"/>
            <a:ext cx="3414791" cy="4817773"/>
          </a:xfrm>
          <a:prstGeom prst="rect">
            <a:avLst/>
          </a:prstGeom>
        </p:spPr>
        <p:txBody>
          <a:bodyPr spcFirstLastPara="1" vert="horz" lIns="91440" tIns="45720" rIns="91440" bIns="45720" rtlCol="0" anchor="b" anchorCtr="0">
            <a:normAutofit/>
          </a:bodyPr>
          <a:lstStyle/>
          <a:p>
            <a:pPr marL="12700" lvl="0" indent="0" algn="r">
              <a:lnSpc>
                <a:spcPct val="90000"/>
              </a:lnSpc>
              <a:spcBef>
                <a:spcPct val="0"/>
              </a:spcBef>
              <a:spcAft>
                <a:spcPts val="0"/>
              </a:spcAft>
            </a:pPr>
            <a:r>
              <a:rPr lang="en-US" sz="3500" b="1" kern="1200">
                <a:solidFill>
                  <a:srgbClr val="FFFFFF"/>
                </a:solidFill>
                <a:latin typeface="+mj-lt"/>
                <a:ea typeface="+mj-ea"/>
                <a:cs typeface="+mj-cs"/>
              </a:rPr>
              <a:t>Binary Classification</a:t>
            </a:r>
          </a:p>
        </p:txBody>
      </p:sp>
      <p:sp>
        <p:nvSpPr>
          <p:cNvPr id="1036" name="Google Shape;1036;p46"/>
          <p:cNvSpPr txBox="1"/>
          <p:nvPr/>
        </p:nvSpPr>
        <p:spPr>
          <a:xfrm>
            <a:off x="5130942" y="923704"/>
            <a:ext cx="6992371" cy="7887712"/>
          </a:xfrm>
          <a:prstGeom prst="rect">
            <a:avLst/>
          </a:prstGeom>
        </p:spPr>
        <p:txBody>
          <a:bodyPr spcFirstLastPara="1" vert="horz" lIns="91440" tIns="45720" rIns="91440" bIns="45720" rtlCol="0" anchor="ctr" anchorCtr="0">
            <a:normAutofit/>
          </a:bodyPr>
          <a:lstStyle/>
          <a:p>
            <a:pPr marL="342900" marR="0" lvl="0" indent="-228600">
              <a:lnSpc>
                <a:spcPct val="90000"/>
              </a:lnSpc>
              <a:spcBef>
                <a:spcPts val="0"/>
              </a:spcBef>
              <a:spcAft>
                <a:spcPts val="0"/>
              </a:spcAft>
              <a:buClr>
                <a:srgbClr val="001F5F"/>
              </a:buClr>
              <a:buSzPts val="2600"/>
              <a:buFont typeface="Arial" panose="020B0604020202020204" pitchFamily="34" charset="0"/>
              <a:buChar char="•"/>
            </a:pPr>
            <a:r>
              <a:rPr lang="en-US" sz="2500" kern="1200">
                <a:solidFill>
                  <a:schemeClr val="tx1"/>
                </a:solidFill>
                <a:latin typeface="+mn-lt"/>
                <a:ea typeface="+mn-ea"/>
                <a:cs typeface="+mn-cs"/>
                <a:sym typeface="Arial"/>
              </a:rPr>
              <a:t>Many problems are binary</a:t>
            </a:r>
          </a:p>
          <a:p>
            <a:pPr marL="342900" marR="0" lvl="0" indent="-228600">
              <a:lnSpc>
                <a:spcPct val="90000"/>
              </a:lnSpc>
              <a:spcBef>
                <a:spcPts val="0"/>
              </a:spcBef>
              <a:spcAft>
                <a:spcPts val="0"/>
              </a:spcAft>
              <a:buClr>
                <a:srgbClr val="001F5F"/>
              </a:buClr>
              <a:buSzPts val="2600"/>
              <a:buFont typeface="Arial" panose="020B0604020202020204" pitchFamily="34" charset="0"/>
              <a:buChar char="•"/>
            </a:pPr>
            <a:r>
              <a:rPr lang="en-US" sz="2500" kern="1200">
                <a:solidFill>
                  <a:schemeClr val="tx1"/>
                </a:solidFill>
                <a:latin typeface="+mn-lt"/>
                <a:ea typeface="+mn-ea"/>
                <a:cs typeface="+mn-cs"/>
                <a:sym typeface="Arial"/>
              </a:rPr>
              <a:t>Will I get my money back?</a:t>
            </a:r>
          </a:p>
          <a:p>
            <a:pPr marL="342900" marR="0" lvl="0" indent="-228600">
              <a:lnSpc>
                <a:spcPct val="90000"/>
              </a:lnSpc>
              <a:spcBef>
                <a:spcPts val="0"/>
              </a:spcBef>
              <a:spcAft>
                <a:spcPts val="0"/>
              </a:spcAft>
              <a:buClr>
                <a:srgbClr val="001F5F"/>
              </a:buClr>
              <a:buSzPts val="2600"/>
              <a:buFont typeface="Arial" panose="020B0604020202020204" pitchFamily="34" charset="0"/>
              <a:buChar char="•"/>
            </a:pPr>
            <a:r>
              <a:rPr lang="en-US" sz="2500" kern="1200">
                <a:solidFill>
                  <a:schemeClr val="tx1"/>
                </a:solidFill>
                <a:latin typeface="+mn-lt"/>
                <a:ea typeface="+mn-ea"/>
                <a:cs typeface="+mn-cs"/>
                <a:sym typeface="Arial"/>
              </a:rPr>
              <a:t>Is this credit card fraud?</a:t>
            </a:r>
          </a:p>
          <a:p>
            <a:pPr marL="342900" marR="0" lvl="0" indent="-228600">
              <a:lnSpc>
                <a:spcPct val="90000"/>
              </a:lnSpc>
              <a:spcBef>
                <a:spcPts val="0"/>
              </a:spcBef>
              <a:spcAft>
                <a:spcPts val="0"/>
              </a:spcAft>
              <a:buClr>
                <a:srgbClr val="001F5F"/>
              </a:buClr>
              <a:buSzPts val="2600"/>
              <a:buFont typeface="Arial" panose="020B0604020202020204" pitchFamily="34" charset="0"/>
              <a:buChar char="•"/>
            </a:pPr>
            <a:r>
              <a:rPr lang="en-US" sz="2500" kern="1200">
                <a:solidFill>
                  <a:schemeClr val="tx1"/>
                </a:solidFill>
                <a:latin typeface="+mn-lt"/>
                <a:ea typeface="+mn-ea"/>
                <a:cs typeface="+mn-cs"/>
                <a:sym typeface="Arial"/>
              </a:rPr>
              <a:t>Will my paper be accepted?</a:t>
            </a:r>
          </a:p>
          <a:p>
            <a:pPr marL="342900" marR="0" lvl="0" indent="-228600">
              <a:lnSpc>
                <a:spcPct val="90000"/>
              </a:lnSpc>
              <a:spcBef>
                <a:spcPts val="0"/>
              </a:spcBef>
              <a:spcAft>
                <a:spcPts val="0"/>
              </a:spcAft>
              <a:buClr>
                <a:srgbClr val="001F5F"/>
              </a:buClr>
              <a:buSzPts val="2600"/>
              <a:buFont typeface="Arial" panose="020B0604020202020204" pitchFamily="34" charset="0"/>
              <a:buChar char="•"/>
            </a:pPr>
            <a:r>
              <a:rPr lang="en-US" sz="2500" kern="1200">
                <a:solidFill>
                  <a:schemeClr val="tx1"/>
                </a:solidFill>
                <a:latin typeface="+mn-lt"/>
                <a:ea typeface="+mn-ea"/>
                <a:cs typeface="+mn-cs"/>
                <a:sym typeface="Arial"/>
              </a:rPr>
              <a:t>…</a:t>
            </a:r>
          </a:p>
          <a:p>
            <a:pPr marL="342900" marR="0" lvl="0" indent="-228600">
              <a:lnSpc>
                <a:spcPct val="90000"/>
              </a:lnSpc>
              <a:spcBef>
                <a:spcPts val="0"/>
              </a:spcBef>
              <a:spcAft>
                <a:spcPts val="0"/>
              </a:spcAft>
              <a:buClr>
                <a:srgbClr val="001F5F"/>
              </a:buClr>
              <a:buSzPts val="2600"/>
              <a:buFont typeface="Arial" panose="020B0604020202020204" pitchFamily="34" charset="0"/>
              <a:buChar char="•"/>
            </a:pPr>
            <a:r>
              <a:rPr lang="en-US" sz="2500" kern="1200">
                <a:solidFill>
                  <a:schemeClr val="tx1"/>
                </a:solidFill>
                <a:latin typeface="+mn-lt"/>
                <a:ea typeface="+mn-ea"/>
                <a:cs typeface="+mn-cs"/>
                <a:sym typeface="Arial"/>
              </a:rPr>
              <a:t>Can all be formulated as either being in a class or not</a:t>
            </a:r>
          </a:p>
          <a:p>
            <a:pPr marL="8890" marR="0" lvl="0" indent="-228600">
              <a:lnSpc>
                <a:spcPct val="90000"/>
              </a:lnSpc>
              <a:spcBef>
                <a:spcPts val="600"/>
              </a:spcBef>
              <a:spcAft>
                <a:spcPts val="0"/>
              </a:spcAft>
              <a:buClr>
                <a:srgbClr val="001F5F"/>
              </a:buClr>
              <a:buSzPts val="2600"/>
              <a:buFont typeface="Arial" panose="020B0604020202020204" pitchFamily="34" charset="0"/>
              <a:buChar char="•"/>
            </a:pPr>
            <a:r>
              <a:rPr lang="en-US" sz="2500" kern="1200">
                <a:solidFill>
                  <a:schemeClr val="tx1"/>
                </a:solidFill>
                <a:latin typeface="+mn-lt"/>
                <a:ea typeface="+mn-ea"/>
                <a:cs typeface="+mn-cs"/>
                <a:sym typeface="Arial"/>
              </a:rPr>
              <a:t>èLabels </a:t>
            </a:r>
            <a:r>
              <a:rPr lang="en-US" sz="2500" i="1" kern="1200">
                <a:solidFill>
                  <a:schemeClr val="tx1"/>
                </a:solidFill>
                <a:latin typeface="+mn-lt"/>
                <a:ea typeface="+mn-ea"/>
                <a:cs typeface="+mn-cs"/>
                <a:sym typeface="Arial"/>
              </a:rPr>
              <a:t>true </a:t>
            </a:r>
            <a:r>
              <a:rPr lang="en-US" sz="2500" kern="1200">
                <a:solidFill>
                  <a:schemeClr val="tx1"/>
                </a:solidFill>
                <a:latin typeface="+mn-lt"/>
                <a:ea typeface="+mn-ea"/>
                <a:cs typeface="+mn-cs"/>
                <a:sym typeface="Arial"/>
              </a:rPr>
              <a:t>and </a:t>
            </a:r>
            <a:r>
              <a:rPr lang="en-US" sz="2500" i="1" kern="1200">
                <a:solidFill>
                  <a:schemeClr val="tx1"/>
                </a:solidFill>
                <a:latin typeface="+mn-lt"/>
                <a:ea typeface="+mn-ea"/>
                <a:cs typeface="+mn-cs"/>
                <a:sym typeface="Arial"/>
              </a:rPr>
              <a:t>false</a:t>
            </a:r>
            <a:endParaRPr lang="en-US" sz="2500" kern="1200">
              <a:solidFill>
                <a:schemeClr val="tx1"/>
              </a:solidFill>
              <a:latin typeface="+mn-lt"/>
              <a:ea typeface="+mn-ea"/>
              <a:cs typeface="+mn-cs"/>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14"/>
        <p:cNvGrpSpPr/>
        <p:nvPr/>
      </p:nvGrpSpPr>
      <p:grpSpPr>
        <a:xfrm>
          <a:off x="0" y="0"/>
          <a:ext cx="0" cy="0"/>
          <a:chOff x="0" y="0"/>
          <a:chExt cx="0" cy="0"/>
        </a:xfrm>
      </p:grpSpPr>
      <p:sp useBgFill="1">
        <p:nvSpPr>
          <p:cNvPr id="921" name="Rectangle 92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3" name="Rectangle 92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3004798" cy="2241358"/>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5" name="Rectangle 92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670779" cy="2240655"/>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7" name="Rectangle 92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3004801" cy="2239019"/>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5" name="Google Shape;915;p40" descr="$PPTXTitle"/>
          <p:cNvSpPr txBox="1">
            <a:spLocks noGrp="1"/>
          </p:cNvSpPr>
          <p:nvPr>
            <p:ph type="title"/>
          </p:nvPr>
        </p:nvSpPr>
        <p:spPr>
          <a:xfrm>
            <a:off x="746360" y="352765"/>
            <a:ext cx="7534636" cy="1648640"/>
          </a:xfrm>
          <a:prstGeom prst="rect">
            <a:avLst/>
          </a:prstGeom>
        </p:spPr>
        <p:txBody>
          <a:bodyPr spcFirstLastPara="1" vert="horz" lIns="91440" tIns="45720" rIns="91440" bIns="45720" rtlCol="0" anchor="ctr" anchorCtr="0">
            <a:normAutofit/>
          </a:bodyPr>
          <a:lstStyle/>
          <a:p>
            <a:pPr marL="12700" lvl="0" indent="0">
              <a:lnSpc>
                <a:spcPct val="90000"/>
              </a:lnSpc>
              <a:spcBef>
                <a:spcPct val="0"/>
              </a:spcBef>
              <a:spcAft>
                <a:spcPts val="0"/>
              </a:spcAft>
            </a:pPr>
            <a:r>
              <a:rPr lang="en-US" sz="5000" kern="1200">
                <a:solidFill>
                  <a:srgbClr val="FFFFFF"/>
                </a:solidFill>
                <a:latin typeface="+mj-lt"/>
                <a:ea typeface="+mj-ea"/>
                <a:cs typeface="+mj-cs"/>
                <a:sym typeface="Helvetica Neue"/>
              </a:rPr>
              <a:t>Type 1 Error Theorem</a:t>
            </a:r>
            <a:endParaRPr lang="en-US" sz="5000" kern="1200">
              <a:solidFill>
                <a:srgbClr val="FFFFFF"/>
              </a:solidFill>
              <a:latin typeface="+mj-lt"/>
              <a:ea typeface="+mj-ea"/>
              <a:cs typeface="+mj-cs"/>
            </a:endParaRPr>
          </a:p>
        </p:txBody>
      </p:sp>
      <p:graphicFrame>
        <p:nvGraphicFramePr>
          <p:cNvPr id="916" name="Google Shape;916;p40"/>
          <p:cNvGraphicFramePr/>
          <p:nvPr>
            <p:extLst>
              <p:ext uri="{D42A27DB-BD31-4B8C-83A1-F6EECF244321}">
                <p14:modId xmlns:p14="http://schemas.microsoft.com/office/powerpoint/2010/main" val="202787268"/>
              </p:ext>
            </p:extLst>
          </p:nvPr>
        </p:nvGraphicFramePr>
        <p:xfrm>
          <a:off x="461040" y="2985837"/>
          <a:ext cx="12082718" cy="5953302"/>
        </p:xfrm>
        <a:graphic>
          <a:graphicData uri="http://schemas.openxmlformats.org/drawingml/2006/table">
            <a:tbl>
              <a:tblPr firstRow="1" bandRow="1">
                <a:noFill/>
                <a:tableStyleId>{1D887611-A821-4409-BF31-FEF9CEBD26EA}</a:tableStyleId>
              </a:tblPr>
              <a:tblGrid>
                <a:gridCol w="6399565">
                  <a:extLst>
                    <a:ext uri="{9D8B030D-6E8A-4147-A177-3AD203B41FA5}">
                      <a16:colId xmlns:a16="http://schemas.microsoft.com/office/drawing/2014/main" val="20000"/>
                    </a:ext>
                  </a:extLst>
                </a:gridCol>
                <a:gridCol w="5683153">
                  <a:extLst>
                    <a:ext uri="{9D8B030D-6E8A-4147-A177-3AD203B41FA5}">
                      <a16:colId xmlns:a16="http://schemas.microsoft.com/office/drawing/2014/main" val="20001"/>
                    </a:ext>
                  </a:extLst>
                </a:gridCol>
              </a:tblGrid>
              <a:tr h="972254">
                <a:tc>
                  <a:txBody>
                    <a:bodyPr/>
                    <a:lstStyle/>
                    <a:p>
                      <a:pPr marL="0" marR="0" lvl="0" indent="0" algn="ctr" rtl="0">
                        <a:lnSpc>
                          <a:spcPct val="100000"/>
                        </a:lnSpc>
                        <a:spcBef>
                          <a:spcPts val="0"/>
                        </a:spcBef>
                        <a:spcAft>
                          <a:spcPts val="0"/>
                        </a:spcAft>
                        <a:buNone/>
                      </a:pPr>
                      <a:r>
                        <a:rPr lang="en-US" sz="3300" b="0" u="none" strike="noStrike" cap="none" spc="0">
                          <a:solidFill>
                            <a:schemeClr val="tx1"/>
                          </a:solidFill>
                          <a:latin typeface="Helvetica Neue"/>
                          <a:ea typeface="Helvetica Neue"/>
                          <a:cs typeface="Helvetica Neue"/>
                          <a:sym typeface="Helvetica Neue"/>
                        </a:rPr>
                        <a:t>Metric</a:t>
                      </a:r>
                    </a:p>
                  </a:txBody>
                  <a:tcPr marL="95163" marR="95163" marT="198257" marB="190327" anchor="b">
                    <a:lnL w="12700" cmpd="sng">
                      <a:noFill/>
                    </a:lnL>
                    <a:lnR w="12700" cmpd="sng">
                      <a:noFill/>
                    </a:lnR>
                    <a:lnT w="9525" cap="flat" cmpd="sng" algn="ctr">
                      <a:noFill/>
                      <a:prstDash val="solid"/>
                    </a:lnT>
                    <a:lnB w="38100" cmpd="sng">
                      <a:noFill/>
                    </a:lnB>
                    <a:noFill/>
                  </a:tcPr>
                </a:tc>
                <a:tc>
                  <a:txBody>
                    <a:bodyPr/>
                    <a:lstStyle/>
                    <a:p>
                      <a:pPr marL="5080" marR="0" lvl="0" indent="0" algn="ctr" rtl="0">
                        <a:lnSpc>
                          <a:spcPct val="100000"/>
                        </a:lnSpc>
                        <a:spcBef>
                          <a:spcPts val="0"/>
                        </a:spcBef>
                        <a:spcAft>
                          <a:spcPts val="0"/>
                        </a:spcAft>
                        <a:buNone/>
                      </a:pPr>
                      <a:r>
                        <a:rPr lang="en-US" sz="3300" b="0" u="none" strike="noStrike" cap="none" spc="0">
                          <a:solidFill>
                            <a:schemeClr val="tx1"/>
                          </a:solidFill>
                          <a:latin typeface="Helvetica Neue"/>
                          <a:ea typeface="Helvetica Neue"/>
                          <a:cs typeface="Helvetica Neue"/>
                          <a:sym typeface="Helvetica Neue"/>
                        </a:rPr>
                        <a:t>Equalized under</a:t>
                      </a:r>
                    </a:p>
                  </a:txBody>
                  <a:tcPr marL="95163" marR="95163" marT="198257" marB="190327" anchor="b">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10000"/>
                  </a:ext>
                </a:extLst>
              </a:tr>
              <a:tr h="817634">
                <a:tc>
                  <a:txBody>
                    <a:bodyPr/>
                    <a:lstStyle/>
                    <a:p>
                      <a:pPr marL="1270" marR="0" lvl="0" indent="0" algn="ctr" rtl="0">
                        <a:lnSpc>
                          <a:spcPct val="100000"/>
                        </a:lnSpc>
                        <a:spcBef>
                          <a:spcPts val="0"/>
                        </a:spcBef>
                        <a:spcAft>
                          <a:spcPts val="0"/>
                        </a:spcAft>
                        <a:buNone/>
                      </a:pPr>
                      <a:r>
                        <a:rPr lang="en-US" sz="2500" u="none" strike="noStrike" cap="none" spc="0">
                          <a:solidFill>
                            <a:schemeClr val="tx1"/>
                          </a:solidFill>
                          <a:latin typeface="Helvetica Neue"/>
                          <a:ea typeface="Helvetica Neue"/>
                          <a:cs typeface="Helvetica Neue"/>
                          <a:sym typeface="Helvetica Neue"/>
                        </a:rPr>
                        <a:t>Selection probability</a:t>
                      </a:r>
                    </a:p>
                  </a:txBody>
                  <a:tcPr marL="95163" marR="95163" marT="170522" marB="190327">
                    <a:lnL w="12700" cmpd="sng">
                      <a:noFill/>
                      <a:prstDash val="solid"/>
                    </a:lnL>
                    <a:lnR w="12700" cmpd="sng">
                      <a:noFill/>
                      <a:prstDash val="solid"/>
                    </a:lnR>
                    <a:lnT w="38100" cmpd="sng">
                      <a:noFill/>
                    </a:lnT>
                    <a:lnB w="12700" cap="flat" cmpd="sng" algn="ctr">
                      <a:solidFill>
                        <a:schemeClr val="accent1"/>
                      </a:solidFill>
                      <a:prstDash val="solid"/>
                    </a:lnB>
                    <a:noFill/>
                  </a:tcPr>
                </a:tc>
                <a:tc>
                  <a:txBody>
                    <a:bodyPr/>
                    <a:lstStyle/>
                    <a:p>
                      <a:pPr marL="8890" marR="0" lvl="0" indent="0" algn="ctr" rtl="0">
                        <a:lnSpc>
                          <a:spcPct val="100000"/>
                        </a:lnSpc>
                        <a:spcBef>
                          <a:spcPts val="0"/>
                        </a:spcBef>
                        <a:spcAft>
                          <a:spcPts val="0"/>
                        </a:spcAft>
                        <a:buNone/>
                      </a:pPr>
                      <a:r>
                        <a:rPr lang="en-US" sz="2500" u="none" strike="noStrike" cap="none" spc="0">
                          <a:solidFill>
                            <a:schemeClr val="tx1"/>
                          </a:solidFill>
                          <a:latin typeface="Helvetica Neue"/>
                          <a:ea typeface="Helvetica Neue"/>
                          <a:cs typeface="Helvetica Neue"/>
                          <a:sym typeface="Helvetica Neue"/>
                        </a:rPr>
                        <a:t>Demographic parity</a:t>
                      </a:r>
                    </a:p>
                  </a:txBody>
                  <a:tcPr marL="95163" marR="95163" marT="170522" marB="190327">
                    <a:lnL w="12700" cmpd="sng">
                      <a:noFill/>
                      <a:prstDash val="solid"/>
                    </a:lnL>
                    <a:lnR w="12700" cmpd="sng">
                      <a:noFill/>
                      <a:prstDash val="solid"/>
                    </a:lnR>
                    <a:lnT w="38100" cmpd="sng">
                      <a:noFill/>
                    </a:lnT>
                    <a:lnB w="12700" cap="flat" cmpd="sng" algn="ctr">
                      <a:solidFill>
                        <a:schemeClr val="accent1"/>
                      </a:solidFill>
                      <a:prstDash val="solid"/>
                    </a:lnB>
                    <a:noFill/>
                  </a:tcPr>
                </a:tc>
                <a:extLst>
                  <a:ext uri="{0D108BD9-81ED-4DB2-BD59-A6C34878D82A}">
                    <a16:rowId xmlns:a16="http://schemas.microsoft.com/office/drawing/2014/main" val="10001"/>
                  </a:ext>
                </a:extLst>
              </a:tr>
              <a:tr h="834806">
                <a:tc>
                  <a:txBody>
                    <a:bodyPr/>
                    <a:lstStyle/>
                    <a:p>
                      <a:pPr marL="8890" marR="0" lvl="0" indent="0" algn="ctr" rtl="0">
                        <a:lnSpc>
                          <a:spcPct val="100000"/>
                        </a:lnSpc>
                        <a:spcBef>
                          <a:spcPts val="0"/>
                        </a:spcBef>
                        <a:spcAft>
                          <a:spcPts val="0"/>
                        </a:spcAft>
                        <a:buNone/>
                      </a:pPr>
                      <a:r>
                        <a:rPr lang="en-US" sz="2500" u="none" strike="noStrike" cap="none" spc="0">
                          <a:solidFill>
                            <a:schemeClr val="tx1"/>
                          </a:solidFill>
                          <a:latin typeface="Helvetica Neue"/>
                          <a:ea typeface="Helvetica Neue"/>
                          <a:cs typeface="Helvetica Neue"/>
                          <a:sym typeface="Helvetica Neue"/>
                        </a:rPr>
                        <a:t>Positive predictive value</a:t>
                      </a:r>
                    </a:p>
                  </a:txBody>
                  <a:tcPr marL="95163" marR="95163" marT="187694" marB="190327">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marL="0" marR="0" lvl="0" indent="0" algn="ctr" rtl="0">
                        <a:lnSpc>
                          <a:spcPct val="100000"/>
                        </a:lnSpc>
                        <a:spcBef>
                          <a:spcPts val="0"/>
                        </a:spcBef>
                        <a:spcAft>
                          <a:spcPts val="0"/>
                        </a:spcAft>
                        <a:buNone/>
                      </a:pPr>
                      <a:r>
                        <a:rPr lang="en-US" sz="2500" u="none" strike="noStrike" cap="none" spc="0">
                          <a:solidFill>
                            <a:schemeClr val="tx1"/>
                          </a:solidFill>
                          <a:latin typeface="Helvetica Neue"/>
                          <a:ea typeface="Helvetica Neue"/>
                          <a:cs typeface="Helvetica Neue"/>
                          <a:sym typeface="Helvetica Neue"/>
                        </a:rPr>
                        <a:t>Predictive parity</a:t>
                      </a:r>
                    </a:p>
                  </a:txBody>
                  <a:tcPr marL="95163" marR="95163" marT="187694" marB="190327">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02"/>
                  </a:ext>
                </a:extLst>
              </a:tr>
              <a:tr h="826844">
                <a:tc>
                  <a:txBody>
                    <a:bodyPr/>
                    <a:lstStyle/>
                    <a:p>
                      <a:pPr marL="1905" marR="0" lvl="0" indent="0" algn="ctr" rtl="0">
                        <a:lnSpc>
                          <a:spcPct val="100000"/>
                        </a:lnSpc>
                        <a:spcBef>
                          <a:spcPts val="0"/>
                        </a:spcBef>
                        <a:spcAft>
                          <a:spcPts val="0"/>
                        </a:spcAft>
                        <a:buNone/>
                      </a:pPr>
                      <a:r>
                        <a:rPr lang="en-US" sz="2500" u="none" strike="noStrike" cap="none" spc="0">
                          <a:solidFill>
                            <a:schemeClr val="tx1"/>
                          </a:solidFill>
                          <a:latin typeface="Helvetica Neue"/>
                          <a:ea typeface="Helvetica Neue"/>
                          <a:cs typeface="Helvetica Neue"/>
                          <a:sym typeface="Helvetica Neue"/>
                        </a:rPr>
                        <a:t>Negative predictive value</a:t>
                      </a:r>
                    </a:p>
                  </a:txBody>
                  <a:tcPr marL="95163" marR="95163" marT="179732" marB="190327">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marL="0" marR="0" lvl="0" indent="0" algn="ctr" rtl="0">
                        <a:lnSpc>
                          <a:spcPct val="100000"/>
                        </a:lnSpc>
                        <a:spcBef>
                          <a:spcPts val="0"/>
                        </a:spcBef>
                        <a:spcAft>
                          <a:spcPts val="0"/>
                        </a:spcAft>
                        <a:buNone/>
                      </a:pPr>
                      <a:r>
                        <a:rPr lang="en-US" sz="2500" u="none" strike="noStrike" cap="none" spc="0">
                          <a:solidFill>
                            <a:schemeClr val="tx1"/>
                          </a:solidFill>
                          <a:latin typeface="Helvetica Neue"/>
                          <a:ea typeface="Helvetica Neue"/>
                          <a:cs typeface="Helvetica Neue"/>
                          <a:sym typeface="Helvetica Neue"/>
                        </a:rPr>
                        <a:t>Predictive parity</a:t>
                      </a:r>
                    </a:p>
                  </a:txBody>
                  <a:tcPr marL="95163" marR="95163" marT="179732" marB="190327">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extLst>
                  <a:ext uri="{0D108BD9-81ED-4DB2-BD59-A6C34878D82A}">
                    <a16:rowId xmlns:a16="http://schemas.microsoft.com/office/drawing/2014/main" val="10003"/>
                  </a:ext>
                </a:extLst>
              </a:tr>
              <a:tr h="844068">
                <a:tc>
                  <a:txBody>
                    <a:bodyPr/>
                    <a:lstStyle/>
                    <a:p>
                      <a:pPr marL="8890" marR="0" lvl="0" indent="0" algn="ctr" rtl="0">
                        <a:lnSpc>
                          <a:spcPct val="100000"/>
                        </a:lnSpc>
                        <a:spcBef>
                          <a:spcPts val="0"/>
                        </a:spcBef>
                        <a:spcAft>
                          <a:spcPts val="0"/>
                        </a:spcAft>
                        <a:buNone/>
                      </a:pPr>
                      <a:r>
                        <a:rPr lang="en-US" sz="2500" u="none" strike="noStrike" cap="none" spc="0">
                          <a:solidFill>
                            <a:schemeClr val="tx1"/>
                          </a:solidFill>
                          <a:latin typeface="Helvetica Neue"/>
                          <a:ea typeface="Helvetica Neue"/>
                          <a:cs typeface="Helvetica Neue"/>
                          <a:sym typeface="Helvetica Neue"/>
                        </a:rPr>
                        <a:t>False positive rates</a:t>
                      </a:r>
                    </a:p>
                  </a:txBody>
                  <a:tcPr marL="95163" marR="95163" marT="196956" marB="190327">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marL="635" marR="0" lvl="0" indent="0" algn="ctr" rtl="0">
                        <a:lnSpc>
                          <a:spcPct val="100000"/>
                        </a:lnSpc>
                        <a:spcBef>
                          <a:spcPts val="0"/>
                        </a:spcBef>
                        <a:spcAft>
                          <a:spcPts val="0"/>
                        </a:spcAft>
                        <a:buNone/>
                      </a:pPr>
                      <a:r>
                        <a:rPr lang="en-US" sz="2500" u="none" strike="noStrike" cap="none" spc="0">
                          <a:solidFill>
                            <a:schemeClr val="tx1"/>
                          </a:solidFill>
                          <a:latin typeface="Helvetica Neue"/>
                          <a:ea typeface="Helvetica Neue"/>
                          <a:cs typeface="Helvetica Neue"/>
                          <a:sym typeface="Helvetica Neue"/>
                        </a:rPr>
                        <a:t>Error rate balance</a:t>
                      </a:r>
                    </a:p>
                  </a:txBody>
                  <a:tcPr marL="95163" marR="95163" marT="196956" marB="190327">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04"/>
                  </a:ext>
                </a:extLst>
              </a:tr>
              <a:tr h="836107">
                <a:tc>
                  <a:txBody>
                    <a:bodyPr/>
                    <a:lstStyle/>
                    <a:p>
                      <a:pPr marL="2540" marR="0" lvl="0" indent="0" algn="ctr" rtl="0">
                        <a:lnSpc>
                          <a:spcPct val="100000"/>
                        </a:lnSpc>
                        <a:spcBef>
                          <a:spcPts val="0"/>
                        </a:spcBef>
                        <a:spcAft>
                          <a:spcPts val="0"/>
                        </a:spcAft>
                        <a:buNone/>
                      </a:pPr>
                      <a:r>
                        <a:rPr lang="en-US" sz="2500" u="none" strike="noStrike" cap="none" spc="0">
                          <a:solidFill>
                            <a:schemeClr val="tx1"/>
                          </a:solidFill>
                          <a:latin typeface="Helvetica Neue"/>
                          <a:ea typeface="Helvetica Neue"/>
                          <a:cs typeface="Helvetica Neue"/>
                          <a:sym typeface="Helvetica Neue"/>
                        </a:rPr>
                        <a:t>False negative rate</a:t>
                      </a:r>
                    </a:p>
                  </a:txBody>
                  <a:tcPr marL="95163" marR="95163" marT="188995" marB="190327">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marL="635" marR="0" lvl="0" indent="0" algn="ctr" rtl="0">
                        <a:lnSpc>
                          <a:spcPct val="100000"/>
                        </a:lnSpc>
                        <a:spcBef>
                          <a:spcPts val="0"/>
                        </a:spcBef>
                        <a:spcAft>
                          <a:spcPts val="0"/>
                        </a:spcAft>
                        <a:buNone/>
                      </a:pPr>
                      <a:r>
                        <a:rPr lang="en-US" sz="2500" u="none" strike="noStrike" cap="none" spc="0">
                          <a:solidFill>
                            <a:schemeClr val="tx1"/>
                          </a:solidFill>
                          <a:latin typeface="Helvetica Neue"/>
                          <a:ea typeface="Helvetica Neue"/>
                          <a:cs typeface="Helvetica Neue"/>
                          <a:sym typeface="Helvetica Neue"/>
                        </a:rPr>
                        <a:t>Error rate balance</a:t>
                      </a:r>
                    </a:p>
                  </a:txBody>
                  <a:tcPr marL="95163" marR="95163" marT="188995" marB="190327">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extLst>
                  <a:ext uri="{0D108BD9-81ED-4DB2-BD59-A6C34878D82A}">
                    <a16:rowId xmlns:a16="http://schemas.microsoft.com/office/drawing/2014/main" val="10005"/>
                  </a:ext>
                </a:extLst>
              </a:tr>
              <a:tr h="821589">
                <a:tc>
                  <a:txBody>
                    <a:bodyPr/>
                    <a:lstStyle/>
                    <a:p>
                      <a:pPr marL="0" marR="0" lvl="0" indent="0" algn="ctr" rtl="0">
                        <a:lnSpc>
                          <a:spcPct val="100000"/>
                        </a:lnSpc>
                        <a:spcBef>
                          <a:spcPts val="0"/>
                        </a:spcBef>
                        <a:spcAft>
                          <a:spcPts val="0"/>
                        </a:spcAft>
                        <a:buNone/>
                      </a:pPr>
                      <a:r>
                        <a:rPr lang="en-US" sz="2500" u="none" strike="noStrike" cap="none" spc="0">
                          <a:solidFill>
                            <a:schemeClr val="tx1"/>
                          </a:solidFill>
                          <a:latin typeface="Helvetica Neue"/>
                          <a:ea typeface="Helvetica Neue"/>
                          <a:cs typeface="Helvetica Neue"/>
                          <a:sym typeface="Helvetica Neue"/>
                        </a:rPr>
                        <a:t>Accuracy</a:t>
                      </a:r>
                    </a:p>
                  </a:txBody>
                  <a:tcPr marL="95163" marR="95163" marT="174477" marB="190327">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marL="1270" marR="0" lvl="0" indent="0" algn="ctr" rtl="0">
                        <a:lnSpc>
                          <a:spcPct val="100000"/>
                        </a:lnSpc>
                        <a:spcBef>
                          <a:spcPts val="0"/>
                        </a:spcBef>
                        <a:spcAft>
                          <a:spcPts val="0"/>
                        </a:spcAft>
                        <a:buNone/>
                      </a:pPr>
                      <a:r>
                        <a:rPr lang="en-US" sz="2500" u="none" strike="noStrike" cap="none" spc="0">
                          <a:solidFill>
                            <a:schemeClr val="tx1"/>
                          </a:solidFill>
                          <a:latin typeface="Helvetica Neue"/>
                          <a:ea typeface="Helvetica Neue"/>
                          <a:cs typeface="Helvetica Neue"/>
                          <a:sym typeface="Helvetica Neue"/>
                        </a:rPr>
                        <a:t>Accuracy equity</a:t>
                      </a:r>
                    </a:p>
                  </a:txBody>
                  <a:tcPr marL="95163" marR="95163" marT="174477" marB="190327">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920"/>
        <p:cNvGrpSpPr/>
        <p:nvPr/>
      </p:nvGrpSpPr>
      <p:grpSpPr>
        <a:xfrm>
          <a:off x="0" y="0"/>
          <a:ext cx="0" cy="0"/>
          <a:chOff x="0" y="0"/>
          <a:chExt cx="0" cy="0"/>
        </a:xfrm>
      </p:grpSpPr>
      <p:sp>
        <p:nvSpPr>
          <p:cNvPr id="921" name="Google Shape;921;p41" descr="$PPTXTitle"/>
          <p:cNvSpPr txBox="1">
            <a:spLocks noGrp="1"/>
          </p:cNvSpPr>
          <p:nvPr>
            <p:ph type="title"/>
          </p:nvPr>
        </p:nvSpPr>
        <p:spPr>
          <a:xfrm>
            <a:off x="5765800" y="991107"/>
            <a:ext cx="1468755" cy="635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a:solidFill>
                  <a:srgbClr val="000000"/>
                </a:solidFill>
                <a:latin typeface="Helvetica Neue"/>
                <a:ea typeface="Helvetica Neue"/>
                <a:cs typeface="Helvetica Neue"/>
                <a:sym typeface="Helvetica Neue"/>
              </a:rPr>
              <a:t>Recall</a:t>
            </a:r>
            <a:endParaRPr/>
          </a:p>
        </p:txBody>
      </p:sp>
      <p:sp>
        <p:nvSpPr>
          <p:cNvPr id="922" name="Google Shape;922;p41"/>
          <p:cNvSpPr txBox="1"/>
          <p:nvPr/>
        </p:nvSpPr>
        <p:spPr>
          <a:xfrm>
            <a:off x="1099811" y="2141971"/>
            <a:ext cx="5619353"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latin typeface="Arial"/>
                <a:ea typeface="Arial"/>
                <a:cs typeface="Arial"/>
                <a:sym typeface="Arial"/>
              </a:rPr>
              <a:t>1. Positive predictive value (PPV)</a:t>
            </a:r>
            <a:endParaRPr sz="2400">
              <a:latin typeface="Arial"/>
              <a:ea typeface="Arial"/>
              <a:cs typeface="Arial"/>
              <a:sym typeface="Arial"/>
            </a:endParaRPr>
          </a:p>
        </p:txBody>
      </p:sp>
      <p:sp>
        <p:nvSpPr>
          <p:cNvPr id="923" name="Google Shape;923;p41"/>
          <p:cNvSpPr txBox="1"/>
          <p:nvPr/>
        </p:nvSpPr>
        <p:spPr>
          <a:xfrm>
            <a:off x="988060" y="3884140"/>
            <a:ext cx="5133340"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latin typeface="Arial"/>
                <a:ea typeface="Arial"/>
                <a:cs typeface="Arial"/>
                <a:sym typeface="Arial"/>
              </a:rPr>
              <a:t>2. False discovery rate (FDR)</a:t>
            </a:r>
            <a:endParaRPr sz="2400">
              <a:latin typeface="Arial"/>
              <a:ea typeface="Arial"/>
              <a:cs typeface="Arial"/>
              <a:sym typeface="Arial"/>
            </a:endParaRPr>
          </a:p>
        </p:txBody>
      </p:sp>
      <p:sp>
        <p:nvSpPr>
          <p:cNvPr id="924" name="Google Shape;924;p41"/>
          <p:cNvSpPr txBox="1"/>
          <p:nvPr/>
        </p:nvSpPr>
        <p:spPr>
          <a:xfrm>
            <a:off x="885826" y="5639985"/>
            <a:ext cx="4848123"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latin typeface="Arial"/>
                <a:ea typeface="Arial"/>
                <a:cs typeface="Arial"/>
                <a:sym typeface="Arial"/>
              </a:rPr>
              <a:t>3. False omission rate (FOR)</a:t>
            </a:r>
            <a:endParaRPr sz="2400">
              <a:latin typeface="Arial"/>
              <a:ea typeface="Arial"/>
              <a:cs typeface="Arial"/>
              <a:sym typeface="Arial"/>
            </a:endParaRPr>
          </a:p>
        </p:txBody>
      </p:sp>
      <p:sp>
        <p:nvSpPr>
          <p:cNvPr id="925" name="Google Shape;925;p41"/>
          <p:cNvSpPr txBox="1"/>
          <p:nvPr/>
        </p:nvSpPr>
        <p:spPr>
          <a:xfrm>
            <a:off x="861594" y="7327147"/>
            <a:ext cx="5133339"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latin typeface="Arial"/>
                <a:ea typeface="Arial"/>
                <a:cs typeface="Arial"/>
                <a:sym typeface="Arial"/>
              </a:rPr>
              <a:t>4. Negative predictive value (NPV)</a:t>
            </a:r>
            <a:endParaRPr sz="2400">
              <a:latin typeface="Arial"/>
              <a:ea typeface="Arial"/>
              <a:cs typeface="Arial"/>
              <a:sym typeface="Arial"/>
            </a:endParaRPr>
          </a:p>
        </p:txBody>
      </p:sp>
      <p:pic>
        <p:nvPicPr>
          <p:cNvPr id="926" name="Google Shape;926;p41"/>
          <p:cNvPicPr preferRelativeResize="0"/>
          <p:nvPr/>
        </p:nvPicPr>
        <p:blipFill rotWithShape="1">
          <a:blip r:embed="rId3">
            <a:alphaModFix/>
          </a:blip>
          <a:srcRect/>
          <a:stretch/>
        </p:blipFill>
        <p:spPr>
          <a:xfrm>
            <a:off x="1473200" y="2848084"/>
            <a:ext cx="3400860" cy="523694"/>
          </a:xfrm>
          <a:prstGeom prst="rect">
            <a:avLst/>
          </a:prstGeom>
          <a:noFill/>
          <a:ln>
            <a:noFill/>
          </a:ln>
        </p:spPr>
      </p:pic>
      <p:pic>
        <p:nvPicPr>
          <p:cNvPr id="927" name="Google Shape;927;p41"/>
          <p:cNvPicPr preferRelativeResize="0"/>
          <p:nvPr/>
        </p:nvPicPr>
        <p:blipFill rotWithShape="1">
          <a:blip r:embed="rId4">
            <a:alphaModFix/>
          </a:blip>
          <a:srcRect/>
          <a:stretch/>
        </p:blipFill>
        <p:spPr>
          <a:xfrm>
            <a:off x="1300119" y="4776495"/>
            <a:ext cx="3293831" cy="507212"/>
          </a:xfrm>
          <a:prstGeom prst="rect">
            <a:avLst/>
          </a:prstGeom>
          <a:noFill/>
          <a:ln>
            <a:noFill/>
          </a:ln>
        </p:spPr>
      </p:pic>
      <p:pic>
        <p:nvPicPr>
          <p:cNvPr id="928" name="Google Shape;928;p41"/>
          <p:cNvPicPr preferRelativeResize="0"/>
          <p:nvPr/>
        </p:nvPicPr>
        <p:blipFill rotWithShape="1">
          <a:blip r:embed="rId5">
            <a:alphaModFix/>
          </a:blip>
          <a:srcRect/>
          <a:stretch/>
        </p:blipFill>
        <p:spPr>
          <a:xfrm>
            <a:off x="1341670" y="6426594"/>
            <a:ext cx="3293831" cy="507212"/>
          </a:xfrm>
          <a:prstGeom prst="rect">
            <a:avLst/>
          </a:prstGeom>
          <a:noFill/>
          <a:ln>
            <a:noFill/>
          </a:ln>
        </p:spPr>
      </p:pic>
      <p:pic>
        <p:nvPicPr>
          <p:cNvPr id="929" name="Google Shape;929;p41"/>
          <p:cNvPicPr preferRelativeResize="0"/>
          <p:nvPr/>
        </p:nvPicPr>
        <p:blipFill rotWithShape="1">
          <a:blip r:embed="rId6">
            <a:alphaModFix/>
          </a:blip>
          <a:srcRect/>
          <a:stretch/>
        </p:blipFill>
        <p:spPr>
          <a:xfrm>
            <a:off x="1582144" y="8102644"/>
            <a:ext cx="3182971" cy="490141"/>
          </a:xfrm>
          <a:prstGeom prst="rect">
            <a:avLst/>
          </a:prstGeom>
          <a:noFill/>
          <a:ln>
            <a:noFill/>
          </a:ln>
        </p:spPr>
      </p:pic>
      <p:sp>
        <p:nvSpPr>
          <p:cNvPr id="930" name="Google Shape;930;p41"/>
          <p:cNvSpPr txBox="1"/>
          <p:nvPr/>
        </p:nvSpPr>
        <p:spPr>
          <a:xfrm>
            <a:off x="8267700" y="6403436"/>
            <a:ext cx="3087923" cy="2292935"/>
          </a:xfrm>
          <a:prstGeom prst="rect">
            <a:avLst/>
          </a:prstGeom>
          <a:noFill/>
          <a:ln>
            <a:noFill/>
          </a:ln>
        </p:spPr>
        <p:txBody>
          <a:bodyPr spcFirstLastPara="1" wrap="square" lIns="0" tIns="12700" rIns="0" bIns="0" anchor="t" anchorCtr="0">
            <a:spAutoFit/>
          </a:bodyPr>
          <a:lstStyle/>
          <a:p>
            <a:pPr marL="355600" lvl="0" indent="-342900" algn="l" rtl="0">
              <a:lnSpc>
                <a:spcPct val="100000"/>
              </a:lnSpc>
              <a:spcBef>
                <a:spcPts val="0"/>
              </a:spcBef>
              <a:spcAft>
                <a:spcPts val="0"/>
              </a:spcAft>
              <a:buSzPts val="2400"/>
              <a:buFont typeface="Arial"/>
              <a:buChar char="•"/>
            </a:pPr>
            <a:r>
              <a:rPr lang="en-US" sz="2400">
                <a:latin typeface="Arial"/>
                <a:ea typeface="Arial"/>
                <a:cs typeface="Arial"/>
                <a:sym typeface="Arial"/>
              </a:rPr>
              <a:t>True positive (TP)</a:t>
            </a:r>
            <a:endParaRPr sz="2400">
              <a:latin typeface="Arial"/>
              <a:ea typeface="Arial"/>
              <a:cs typeface="Arial"/>
              <a:sym typeface="Arial"/>
            </a:endParaRPr>
          </a:p>
          <a:p>
            <a:pPr marL="355600" lvl="0" indent="-342900" algn="l" rtl="0">
              <a:spcBef>
                <a:spcPts val="100"/>
              </a:spcBef>
              <a:spcAft>
                <a:spcPts val="0"/>
              </a:spcAft>
              <a:buSzPts val="2400"/>
              <a:buFont typeface="Arial"/>
              <a:buChar char="•"/>
            </a:pPr>
            <a:r>
              <a:rPr lang="en-US" sz="2400">
                <a:latin typeface="Arial"/>
                <a:ea typeface="Arial"/>
                <a:cs typeface="Arial"/>
                <a:sym typeface="Arial"/>
              </a:rPr>
              <a:t>False positive(FP)</a:t>
            </a:r>
            <a:endParaRPr/>
          </a:p>
          <a:p>
            <a:pPr marL="355600" lvl="0" indent="-342900" algn="l" rtl="0">
              <a:spcBef>
                <a:spcPts val="100"/>
              </a:spcBef>
              <a:spcAft>
                <a:spcPts val="0"/>
              </a:spcAft>
              <a:buSzPts val="2400"/>
              <a:buFont typeface="Arial"/>
              <a:buChar char="•"/>
            </a:pPr>
            <a:r>
              <a:rPr lang="en-US" sz="2400">
                <a:latin typeface="Arial"/>
                <a:ea typeface="Arial"/>
                <a:cs typeface="Arial"/>
                <a:sym typeface="Arial"/>
              </a:rPr>
              <a:t>True negative (TN)</a:t>
            </a:r>
            <a:endParaRPr/>
          </a:p>
          <a:p>
            <a:pPr marL="355600" lvl="0" indent="-342900" algn="l" rtl="0">
              <a:spcBef>
                <a:spcPts val="100"/>
              </a:spcBef>
              <a:spcAft>
                <a:spcPts val="0"/>
              </a:spcAft>
              <a:buSzPts val="2400"/>
              <a:buFont typeface="Arial"/>
              <a:buChar char="•"/>
            </a:pPr>
            <a:r>
              <a:rPr lang="en-US" sz="2400">
                <a:latin typeface="Arial"/>
                <a:ea typeface="Arial"/>
                <a:cs typeface="Arial"/>
                <a:sym typeface="Arial"/>
              </a:rPr>
              <a:t>False negative (FN)</a:t>
            </a:r>
            <a:endParaRPr sz="2400">
              <a:latin typeface="Arial"/>
              <a:ea typeface="Arial"/>
              <a:cs typeface="Arial"/>
              <a:sym typeface="Arial"/>
            </a:endParaRPr>
          </a:p>
          <a:p>
            <a:pPr marL="355600" lvl="0" indent="-190500" algn="l" rtl="0">
              <a:spcBef>
                <a:spcPts val="100"/>
              </a:spcBef>
              <a:spcAft>
                <a:spcPts val="0"/>
              </a:spcAft>
              <a:buSzPts val="2400"/>
              <a:buFont typeface="Arial"/>
              <a:buNone/>
            </a:pPr>
            <a:endParaRPr sz="2400">
              <a:latin typeface="Arial"/>
              <a:ea typeface="Arial"/>
              <a:cs typeface="Arial"/>
              <a:sym typeface="Arial"/>
            </a:endParaRPr>
          </a:p>
          <a:p>
            <a:pPr marL="355600" lvl="0" indent="-190500" algn="l" rtl="0">
              <a:lnSpc>
                <a:spcPct val="100000"/>
              </a:lnSpc>
              <a:spcBef>
                <a:spcPts val="100"/>
              </a:spcBef>
              <a:spcAft>
                <a:spcPts val="0"/>
              </a:spcAft>
              <a:buSzPts val="2400"/>
              <a:buFont typeface="Arial"/>
              <a:buNone/>
            </a:pPr>
            <a:endParaRPr sz="2400">
              <a:latin typeface="Arial"/>
              <a:ea typeface="Arial"/>
              <a:cs typeface="Arial"/>
              <a:sym typeface="Arial"/>
            </a:endParaRPr>
          </a:p>
        </p:txBody>
      </p:sp>
      <p:pic>
        <p:nvPicPr>
          <p:cNvPr id="931" name="Google Shape;931;p41"/>
          <p:cNvPicPr preferRelativeResize="0"/>
          <p:nvPr/>
        </p:nvPicPr>
        <p:blipFill rotWithShape="1">
          <a:blip r:embed="rId7">
            <a:alphaModFix/>
          </a:blip>
          <a:srcRect/>
          <a:stretch/>
        </p:blipFill>
        <p:spPr>
          <a:xfrm>
            <a:off x="10102904" y="1914671"/>
            <a:ext cx="374438" cy="356024"/>
          </a:xfrm>
          <a:prstGeom prst="rect">
            <a:avLst/>
          </a:prstGeom>
          <a:noFill/>
          <a:ln>
            <a:noFill/>
          </a:ln>
        </p:spPr>
      </p:pic>
      <p:pic>
        <p:nvPicPr>
          <p:cNvPr id="932" name="Google Shape;932;p41"/>
          <p:cNvPicPr preferRelativeResize="0"/>
          <p:nvPr/>
        </p:nvPicPr>
        <p:blipFill rotWithShape="1">
          <a:blip r:embed="rId8">
            <a:alphaModFix/>
          </a:blip>
          <a:srcRect/>
          <a:stretch/>
        </p:blipFill>
        <p:spPr>
          <a:xfrm>
            <a:off x="8255771" y="1916776"/>
            <a:ext cx="310526" cy="458026"/>
          </a:xfrm>
          <a:prstGeom prst="rect">
            <a:avLst/>
          </a:prstGeom>
          <a:noFill/>
          <a:ln>
            <a:noFill/>
          </a:ln>
        </p:spPr>
      </p:pic>
      <p:sp>
        <p:nvSpPr>
          <p:cNvPr id="933" name="Google Shape;933;p41"/>
          <p:cNvSpPr txBox="1"/>
          <p:nvPr/>
        </p:nvSpPr>
        <p:spPr>
          <a:xfrm>
            <a:off x="7873364" y="2559303"/>
            <a:ext cx="1516791" cy="761491"/>
          </a:xfrm>
          <a:prstGeom prst="rect">
            <a:avLst/>
          </a:prstGeom>
          <a:noFill/>
          <a:ln>
            <a:noFill/>
          </a:ln>
        </p:spPr>
        <p:txBody>
          <a:bodyPr spcFirstLastPara="1" wrap="square" lIns="0" tIns="12700" rIns="0" bIns="0" anchor="t" anchorCtr="0">
            <a:spAutoFit/>
          </a:bodyPr>
          <a:lstStyle/>
          <a:p>
            <a:pPr marL="114300" marR="5080" lvl="0" indent="-101600" algn="l" rtl="0">
              <a:lnSpc>
                <a:spcPct val="105300"/>
              </a:lnSpc>
              <a:spcBef>
                <a:spcPts val="0"/>
              </a:spcBef>
              <a:spcAft>
                <a:spcPts val="0"/>
              </a:spcAft>
              <a:buNone/>
            </a:pPr>
            <a:r>
              <a:rPr lang="en-US" sz="2400" b="1">
                <a:latin typeface="Arial"/>
                <a:ea typeface="Arial"/>
                <a:cs typeface="Arial"/>
                <a:sym typeface="Arial"/>
              </a:rPr>
              <a:t>Prediction decision</a:t>
            </a:r>
            <a:endParaRPr sz="2400">
              <a:latin typeface="Arial"/>
              <a:ea typeface="Arial"/>
              <a:cs typeface="Arial"/>
              <a:sym typeface="Arial"/>
            </a:endParaRPr>
          </a:p>
        </p:txBody>
      </p:sp>
      <p:sp>
        <p:nvSpPr>
          <p:cNvPr id="934" name="Google Shape;934;p41"/>
          <p:cNvSpPr txBox="1"/>
          <p:nvPr/>
        </p:nvSpPr>
        <p:spPr>
          <a:xfrm>
            <a:off x="9714834" y="2575557"/>
            <a:ext cx="2186889" cy="761491"/>
          </a:xfrm>
          <a:prstGeom prst="rect">
            <a:avLst/>
          </a:prstGeom>
          <a:noFill/>
          <a:ln>
            <a:noFill/>
          </a:ln>
        </p:spPr>
        <p:txBody>
          <a:bodyPr spcFirstLastPara="1" wrap="square" lIns="0" tIns="12700" rIns="0" bIns="0" anchor="t" anchorCtr="0">
            <a:spAutoFit/>
          </a:bodyPr>
          <a:lstStyle/>
          <a:p>
            <a:pPr marL="12700" marR="5080" lvl="0" indent="164465" algn="l" rtl="0">
              <a:lnSpc>
                <a:spcPct val="105300"/>
              </a:lnSpc>
              <a:spcBef>
                <a:spcPts val="0"/>
              </a:spcBef>
              <a:spcAft>
                <a:spcPts val="0"/>
              </a:spcAft>
              <a:buNone/>
            </a:pPr>
            <a:r>
              <a:rPr lang="en-US" sz="2400" b="1">
                <a:latin typeface="Arial"/>
                <a:ea typeface="Arial"/>
                <a:cs typeface="Arial"/>
                <a:sym typeface="Arial"/>
              </a:rPr>
              <a:t>Actual Outcome</a:t>
            </a:r>
            <a:endParaRPr sz="2400">
              <a:latin typeface="Arial"/>
              <a:ea typeface="Arial"/>
              <a:cs typeface="Arial"/>
              <a:sym typeface="Arial"/>
            </a:endParaRPr>
          </a:p>
        </p:txBody>
      </p:sp>
      <p:graphicFrame>
        <p:nvGraphicFramePr>
          <p:cNvPr id="935" name="Google Shape;935;p41"/>
          <p:cNvGraphicFramePr/>
          <p:nvPr/>
        </p:nvGraphicFramePr>
        <p:xfrm>
          <a:off x="8267700" y="4529835"/>
          <a:ext cx="2859700" cy="1541750"/>
        </p:xfrm>
        <a:graphic>
          <a:graphicData uri="http://schemas.openxmlformats.org/drawingml/2006/table">
            <a:tbl>
              <a:tblPr firstRow="1" bandRow="1">
                <a:noFill/>
                <a:tableStyleId>{1D887611-A821-4409-BF31-FEF9CEBD26EA}</a:tableStyleId>
              </a:tblPr>
              <a:tblGrid>
                <a:gridCol w="1429850">
                  <a:extLst>
                    <a:ext uri="{9D8B030D-6E8A-4147-A177-3AD203B41FA5}">
                      <a16:colId xmlns:a16="http://schemas.microsoft.com/office/drawing/2014/main" val="20000"/>
                    </a:ext>
                  </a:extLst>
                </a:gridCol>
                <a:gridCol w="1429850">
                  <a:extLst>
                    <a:ext uri="{9D8B030D-6E8A-4147-A177-3AD203B41FA5}">
                      <a16:colId xmlns:a16="http://schemas.microsoft.com/office/drawing/2014/main" val="20001"/>
                    </a:ext>
                  </a:extLst>
                </a:gridCol>
              </a:tblGrid>
              <a:tr h="770875">
                <a:tc>
                  <a:txBody>
                    <a:bodyPr/>
                    <a:lstStyle/>
                    <a:p>
                      <a:pPr marL="4445" marR="0" lvl="0" indent="0" algn="ctr" rtl="0">
                        <a:lnSpc>
                          <a:spcPct val="100000"/>
                        </a:lnSpc>
                        <a:spcBef>
                          <a:spcPts val="0"/>
                        </a:spcBef>
                        <a:spcAft>
                          <a:spcPts val="0"/>
                        </a:spcAft>
                        <a:buNone/>
                      </a:pPr>
                      <a:r>
                        <a:rPr lang="en-US" sz="2400" u="none" strike="noStrike" cap="none">
                          <a:latin typeface="Arial"/>
                          <a:ea typeface="Arial"/>
                          <a:cs typeface="Arial"/>
                          <a:sym typeface="Arial"/>
                        </a:rPr>
                        <a:t>TP</a:t>
                      </a:r>
                      <a:endParaRPr sz="2400" u="none" strike="noStrike" cap="none">
                        <a:latin typeface="Arial"/>
                        <a:ea typeface="Arial"/>
                        <a:cs typeface="Arial"/>
                        <a:sym typeface="Arial"/>
                      </a:endParaRPr>
                    </a:p>
                  </a:txBody>
                  <a:tcPr marL="0" marR="0" marT="181600" marB="0">
                    <a:lnL w="12700" cap="flat" cmpd="sng">
                      <a:solidFill>
                        <a:srgbClr val="A7AAA9"/>
                      </a:solidFill>
                      <a:prstDash val="solid"/>
                      <a:round/>
                      <a:headEnd type="none" w="sm" len="sm"/>
                      <a:tailEnd type="none" w="sm" len="sm"/>
                    </a:lnL>
                    <a:lnR w="12700" cap="flat" cmpd="sng">
                      <a:solidFill>
                        <a:srgbClr val="A7AAA9"/>
                      </a:solidFill>
                      <a:prstDash val="solid"/>
                      <a:round/>
                      <a:headEnd type="none" w="sm" len="sm"/>
                      <a:tailEnd type="none" w="sm" len="sm"/>
                    </a:lnR>
                    <a:lnT w="12700" cap="flat" cmpd="sng">
                      <a:solidFill>
                        <a:srgbClr val="A7AAA9"/>
                      </a:solidFill>
                      <a:prstDash val="solid"/>
                      <a:round/>
                      <a:headEnd type="none" w="sm" len="sm"/>
                      <a:tailEnd type="none" w="sm" len="sm"/>
                    </a:lnT>
                    <a:lnB w="12700" cap="flat" cmpd="sng">
                      <a:solidFill>
                        <a:srgbClr val="A7AAA9"/>
                      </a:solidFill>
                      <a:prstDash val="solid"/>
                      <a:round/>
                      <a:headEnd type="none" w="sm" len="sm"/>
                      <a:tailEnd type="none" w="sm" len="sm"/>
                    </a:lnB>
                    <a:solidFill>
                      <a:srgbClr val="EBEBEB"/>
                    </a:solidFill>
                  </a:tcPr>
                </a:tc>
                <a:tc>
                  <a:txBody>
                    <a:bodyPr/>
                    <a:lstStyle/>
                    <a:p>
                      <a:pPr marL="0" marR="0" lvl="0" indent="0" algn="ctr" rtl="0">
                        <a:lnSpc>
                          <a:spcPct val="100000"/>
                        </a:lnSpc>
                        <a:spcBef>
                          <a:spcPts val="0"/>
                        </a:spcBef>
                        <a:spcAft>
                          <a:spcPts val="0"/>
                        </a:spcAft>
                        <a:buNone/>
                      </a:pPr>
                      <a:r>
                        <a:rPr lang="en-US" sz="2400" u="none" strike="noStrike" cap="none">
                          <a:latin typeface="Arial"/>
                          <a:ea typeface="Arial"/>
                          <a:cs typeface="Arial"/>
                          <a:sym typeface="Arial"/>
                        </a:rPr>
                        <a:t>FP</a:t>
                      </a:r>
                      <a:endParaRPr sz="2400" u="none" strike="noStrike" cap="none">
                        <a:latin typeface="Arial"/>
                        <a:ea typeface="Arial"/>
                        <a:cs typeface="Arial"/>
                        <a:sym typeface="Arial"/>
                      </a:endParaRPr>
                    </a:p>
                  </a:txBody>
                  <a:tcPr marL="0" marR="0" marT="181600" marB="0">
                    <a:lnL w="12700" cap="flat" cmpd="sng">
                      <a:solidFill>
                        <a:srgbClr val="A7AAA9"/>
                      </a:solidFill>
                      <a:prstDash val="solid"/>
                      <a:round/>
                      <a:headEnd type="none" w="sm" len="sm"/>
                      <a:tailEnd type="none" w="sm" len="sm"/>
                    </a:lnL>
                    <a:lnR w="12700" cap="flat" cmpd="sng">
                      <a:solidFill>
                        <a:srgbClr val="A7AAA9"/>
                      </a:solidFill>
                      <a:prstDash val="solid"/>
                      <a:round/>
                      <a:headEnd type="none" w="sm" len="sm"/>
                      <a:tailEnd type="none" w="sm" len="sm"/>
                    </a:lnR>
                    <a:lnT w="12700" cap="flat" cmpd="sng">
                      <a:solidFill>
                        <a:srgbClr val="A7AAA9"/>
                      </a:solidFill>
                      <a:prstDash val="solid"/>
                      <a:round/>
                      <a:headEnd type="none" w="sm" len="sm"/>
                      <a:tailEnd type="none" w="sm" len="sm"/>
                    </a:lnT>
                    <a:lnB w="12700" cap="flat" cmpd="sng">
                      <a:solidFill>
                        <a:srgbClr val="A7AAA9"/>
                      </a:solidFill>
                      <a:prstDash val="solid"/>
                      <a:round/>
                      <a:headEnd type="none" w="sm" len="sm"/>
                      <a:tailEnd type="none" w="sm" len="sm"/>
                    </a:lnB>
                    <a:solidFill>
                      <a:srgbClr val="EBEBEB"/>
                    </a:solidFill>
                  </a:tcPr>
                </a:tc>
                <a:extLst>
                  <a:ext uri="{0D108BD9-81ED-4DB2-BD59-A6C34878D82A}">
                    <a16:rowId xmlns:a16="http://schemas.microsoft.com/office/drawing/2014/main" val="10000"/>
                  </a:ext>
                </a:extLst>
              </a:tr>
              <a:tr h="770875">
                <a:tc>
                  <a:txBody>
                    <a:bodyPr/>
                    <a:lstStyle/>
                    <a:p>
                      <a:pPr marL="0" marR="0" lvl="0" indent="0" algn="ctr" rtl="0">
                        <a:lnSpc>
                          <a:spcPct val="100000"/>
                        </a:lnSpc>
                        <a:spcBef>
                          <a:spcPts val="0"/>
                        </a:spcBef>
                        <a:spcAft>
                          <a:spcPts val="0"/>
                        </a:spcAft>
                        <a:buNone/>
                      </a:pPr>
                      <a:r>
                        <a:rPr lang="en-US" sz="2400" u="none" strike="noStrike" cap="none">
                          <a:latin typeface="Arial"/>
                          <a:ea typeface="Arial"/>
                          <a:cs typeface="Arial"/>
                          <a:sym typeface="Arial"/>
                        </a:rPr>
                        <a:t>FN</a:t>
                      </a:r>
                      <a:endParaRPr sz="2400" u="none" strike="noStrike" cap="none">
                        <a:latin typeface="Arial"/>
                        <a:ea typeface="Arial"/>
                        <a:cs typeface="Arial"/>
                        <a:sym typeface="Arial"/>
                      </a:endParaRPr>
                    </a:p>
                  </a:txBody>
                  <a:tcPr marL="0" marR="0" marT="177800" marB="0">
                    <a:lnL w="12700" cap="flat" cmpd="sng">
                      <a:solidFill>
                        <a:srgbClr val="A7AAA9"/>
                      </a:solidFill>
                      <a:prstDash val="solid"/>
                      <a:round/>
                      <a:headEnd type="none" w="sm" len="sm"/>
                      <a:tailEnd type="none" w="sm" len="sm"/>
                    </a:lnL>
                    <a:lnR w="12700" cap="flat" cmpd="sng">
                      <a:solidFill>
                        <a:srgbClr val="A7AAA9"/>
                      </a:solidFill>
                      <a:prstDash val="solid"/>
                      <a:round/>
                      <a:headEnd type="none" w="sm" len="sm"/>
                      <a:tailEnd type="none" w="sm" len="sm"/>
                    </a:lnR>
                    <a:lnT w="12700" cap="flat" cmpd="sng">
                      <a:solidFill>
                        <a:srgbClr val="A7AAA9"/>
                      </a:solidFill>
                      <a:prstDash val="solid"/>
                      <a:round/>
                      <a:headEnd type="none" w="sm" len="sm"/>
                      <a:tailEnd type="none" w="sm" len="sm"/>
                    </a:lnT>
                    <a:lnB w="12700" cap="flat" cmpd="sng">
                      <a:solidFill>
                        <a:srgbClr val="A7AAA9"/>
                      </a:solidFill>
                      <a:prstDash val="solid"/>
                      <a:round/>
                      <a:headEnd type="none" w="sm" len="sm"/>
                      <a:tailEnd type="none" w="sm" len="sm"/>
                    </a:lnB>
                    <a:solidFill>
                      <a:srgbClr val="EBEBEB"/>
                    </a:solidFill>
                  </a:tcPr>
                </a:tc>
                <a:tc>
                  <a:txBody>
                    <a:bodyPr/>
                    <a:lstStyle/>
                    <a:p>
                      <a:pPr marL="12065" marR="0" lvl="0" indent="0" algn="ctr" rtl="0">
                        <a:lnSpc>
                          <a:spcPct val="100000"/>
                        </a:lnSpc>
                        <a:spcBef>
                          <a:spcPts val="0"/>
                        </a:spcBef>
                        <a:spcAft>
                          <a:spcPts val="0"/>
                        </a:spcAft>
                        <a:buNone/>
                      </a:pPr>
                      <a:r>
                        <a:rPr lang="en-US" sz="2400" u="none" strike="noStrike" cap="none">
                          <a:latin typeface="Arial"/>
                          <a:ea typeface="Arial"/>
                          <a:cs typeface="Arial"/>
                          <a:sym typeface="Arial"/>
                        </a:rPr>
                        <a:t>TN</a:t>
                      </a:r>
                      <a:endParaRPr sz="2400" u="none" strike="noStrike" cap="none">
                        <a:latin typeface="Arial"/>
                        <a:ea typeface="Arial"/>
                        <a:cs typeface="Arial"/>
                        <a:sym typeface="Arial"/>
                      </a:endParaRPr>
                    </a:p>
                  </a:txBody>
                  <a:tcPr marL="0" marR="0" marT="177800" marB="0">
                    <a:lnL w="12700" cap="flat" cmpd="sng">
                      <a:solidFill>
                        <a:srgbClr val="A7AAA9"/>
                      </a:solidFill>
                      <a:prstDash val="solid"/>
                      <a:round/>
                      <a:headEnd type="none" w="sm" len="sm"/>
                      <a:tailEnd type="none" w="sm" len="sm"/>
                    </a:lnL>
                    <a:lnR w="12700" cap="flat" cmpd="sng">
                      <a:solidFill>
                        <a:srgbClr val="A7AAA9"/>
                      </a:solidFill>
                      <a:prstDash val="solid"/>
                      <a:round/>
                      <a:headEnd type="none" w="sm" len="sm"/>
                      <a:tailEnd type="none" w="sm" len="sm"/>
                    </a:lnR>
                    <a:lnT w="12700" cap="flat" cmpd="sng">
                      <a:solidFill>
                        <a:srgbClr val="A7AAA9"/>
                      </a:solidFill>
                      <a:prstDash val="solid"/>
                      <a:round/>
                      <a:headEnd type="none" w="sm" len="sm"/>
                      <a:tailEnd type="none" w="sm" len="sm"/>
                    </a:lnT>
                    <a:lnB w="12700" cap="flat" cmpd="sng">
                      <a:solidFill>
                        <a:srgbClr val="A7AAA9"/>
                      </a:solidFill>
                      <a:prstDash val="solid"/>
                      <a:round/>
                      <a:headEnd type="none" w="sm" len="sm"/>
                      <a:tailEnd type="none" w="sm" len="sm"/>
                    </a:lnB>
                    <a:solidFill>
                      <a:srgbClr val="EBEBEB"/>
                    </a:solidFill>
                  </a:tcPr>
                </a:tc>
                <a:extLst>
                  <a:ext uri="{0D108BD9-81ED-4DB2-BD59-A6C34878D82A}">
                    <a16:rowId xmlns:a16="http://schemas.microsoft.com/office/drawing/2014/main" val="10001"/>
                  </a:ext>
                </a:extLst>
              </a:tr>
            </a:tbl>
          </a:graphicData>
        </a:graphic>
      </p:graphicFrame>
      <p:sp>
        <p:nvSpPr>
          <p:cNvPr id="936" name="Google Shape;936;p41"/>
          <p:cNvSpPr txBox="1"/>
          <p:nvPr/>
        </p:nvSpPr>
        <p:spPr>
          <a:xfrm>
            <a:off x="8178800" y="3437635"/>
            <a:ext cx="2508885" cy="1026563"/>
          </a:xfrm>
          <a:prstGeom prst="rect">
            <a:avLst/>
          </a:prstGeom>
          <a:noFill/>
          <a:ln>
            <a:noFill/>
          </a:ln>
        </p:spPr>
        <p:txBody>
          <a:bodyPr spcFirstLastPara="1" wrap="square" lIns="0" tIns="12700" rIns="0" bIns="0" anchor="t" anchorCtr="0">
            <a:spAutoFit/>
          </a:bodyPr>
          <a:lstStyle/>
          <a:p>
            <a:pPr marL="317500" marR="5080" lvl="0" indent="-304800" algn="l" rtl="0">
              <a:lnSpc>
                <a:spcPct val="145800"/>
              </a:lnSpc>
              <a:spcBef>
                <a:spcPts val="0"/>
              </a:spcBef>
              <a:spcAft>
                <a:spcPts val="0"/>
              </a:spcAft>
              <a:buNone/>
            </a:pPr>
            <a:r>
              <a:rPr lang="en-US" sz="2400" b="1">
                <a:latin typeface="Arial"/>
                <a:ea typeface="Arial"/>
                <a:cs typeface="Arial"/>
                <a:sym typeface="Arial"/>
              </a:rPr>
              <a:t>Confusion Matrix Y=1	Y=0</a:t>
            </a:r>
            <a:endParaRPr sz="2400">
              <a:latin typeface="Arial"/>
              <a:ea typeface="Arial"/>
              <a:cs typeface="Arial"/>
              <a:sym typeface="Arial"/>
            </a:endParaRPr>
          </a:p>
        </p:txBody>
      </p:sp>
      <p:sp>
        <p:nvSpPr>
          <p:cNvPr id="937" name="Google Shape;937;p41"/>
          <p:cNvSpPr txBox="1"/>
          <p:nvPr/>
        </p:nvSpPr>
        <p:spPr>
          <a:xfrm>
            <a:off x="7581900" y="4876291"/>
            <a:ext cx="557530" cy="102552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b="1">
                <a:latin typeface="Helvetica Neue"/>
                <a:ea typeface="Helvetica Neue"/>
                <a:cs typeface="Helvetica Neue"/>
                <a:sym typeface="Helvetica Neue"/>
              </a:rPr>
              <a:t>d=1</a:t>
            </a:r>
            <a:endParaRPr sz="2400">
              <a:latin typeface="Helvetica Neue"/>
              <a:ea typeface="Helvetica Neue"/>
              <a:cs typeface="Helvetica Neue"/>
              <a:sym typeface="Helvetica Neue"/>
            </a:endParaRPr>
          </a:p>
          <a:p>
            <a:pPr marL="12700" lvl="0" indent="0" algn="l" rtl="0">
              <a:lnSpc>
                <a:spcPct val="100000"/>
              </a:lnSpc>
              <a:spcBef>
                <a:spcPts val="2110"/>
              </a:spcBef>
              <a:spcAft>
                <a:spcPts val="0"/>
              </a:spcAft>
              <a:buNone/>
            </a:pPr>
            <a:r>
              <a:rPr lang="en-US" sz="2400" b="1">
                <a:latin typeface="Helvetica Neue"/>
                <a:ea typeface="Helvetica Neue"/>
                <a:cs typeface="Helvetica Neue"/>
                <a:sym typeface="Helvetica Neue"/>
              </a:rPr>
              <a:t>d=0</a:t>
            </a:r>
            <a:endParaRPr sz="2400">
              <a:latin typeface="Helvetica Neue"/>
              <a:ea typeface="Helvetica Neue"/>
              <a:cs typeface="Helvetica Neue"/>
              <a:sym typeface="Helvetica Neue"/>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941"/>
        <p:cNvGrpSpPr/>
        <p:nvPr/>
      </p:nvGrpSpPr>
      <p:grpSpPr>
        <a:xfrm>
          <a:off x="0" y="0"/>
          <a:ext cx="0" cy="0"/>
          <a:chOff x="0" y="0"/>
          <a:chExt cx="0" cy="0"/>
        </a:xfrm>
      </p:grpSpPr>
      <p:sp>
        <p:nvSpPr>
          <p:cNvPr id="942" name="Google Shape;942;p42" descr="$PPTXTitle"/>
          <p:cNvSpPr txBox="1">
            <a:spLocks noGrp="1"/>
          </p:cNvSpPr>
          <p:nvPr>
            <p:ph type="title"/>
          </p:nvPr>
        </p:nvSpPr>
        <p:spPr>
          <a:xfrm>
            <a:off x="5765800" y="991107"/>
            <a:ext cx="1468755" cy="635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a:solidFill>
                  <a:srgbClr val="000000"/>
                </a:solidFill>
                <a:latin typeface="Helvetica Neue"/>
                <a:ea typeface="Helvetica Neue"/>
                <a:cs typeface="Helvetica Neue"/>
                <a:sym typeface="Helvetica Neue"/>
              </a:rPr>
              <a:t>Recall</a:t>
            </a:r>
            <a:endParaRPr/>
          </a:p>
        </p:txBody>
      </p:sp>
      <p:sp>
        <p:nvSpPr>
          <p:cNvPr id="943" name="Google Shape;943;p42"/>
          <p:cNvSpPr txBox="1"/>
          <p:nvPr/>
        </p:nvSpPr>
        <p:spPr>
          <a:xfrm>
            <a:off x="1016000" y="2706116"/>
            <a:ext cx="5181600"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latin typeface="Arial"/>
                <a:ea typeface="Arial"/>
                <a:cs typeface="Arial"/>
                <a:sym typeface="Arial"/>
              </a:rPr>
              <a:t>5. True positive rate (TPR)</a:t>
            </a:r>
            <a:endParaRPr sz="2400">
              <a:latin typeface="Arial"/>
              <a:ea typeface="Arial"/>
              <a:cs typeface="Arial"/>
              <a:sym typeface="Arial"/>
            </a:endParaRPr>
          </a:p>
        </p:txBody>
      </p:sp>
      <p:sp>
        <p:nvSpPr>
          <p:cNvPr id="944" name="Google Shape;944;p42"/>
          <p:cNvSpPr txBox="1"/>
          <p:nvPr/>
        </p:nvSpPr>
        <p:spPr>
          <a:xfrm>
            <a:off x="1016000" y="4342891"/>
            <a:ext cx="5181600"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latin typeface="Arial"/>
                <a:ea typeface="Arial"/>
                <a:cs typeface="Arial"/>
                <a:sym typeface="Arial"/>
              </a:rPr>
              <a:t>6. False positive rate (FPR)</a:t>
            </a:r>
            <a:endParaRPr sz="2400">
              <a:latin typeface="Arial"/>
              <a:ea typeface="Arial"/>
              <a:cs typeface="Arial"/>
              <a:sym typeface="Arial"/>
            </a:endParaRPr>
          </a:p>
        </p:txBody>
      </p:sp>
      <p:sp>
        <p:nvSpPr>
          <p:cNvPr id="945" name="Google Shape;945;p42"/>
          <p:cNvSpPr txBox="1"/>
          <p:nvPr/>
        </p:nvSpPr>
        <p:spPr>
          <a:xfrm>
            <a:off x="1016000" y="5982715"/>
            <a:ext cx="4749800"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latin typeface="Arial"/>
                <a:ea typeface="Arial"/>
                <a:cs typeface="Arial"/>
                <a:sym typeface="Arial"/>
              </a:rPr>
              <a:t>7. False negative rate (FNR)</a:t>
            </a:r>
            <a:endParaRPr sz="2400">
              <a:latin typeface="Arial"/>
              <a:ea typeface="Arial"/>
              <a:cs typeface="Arial"/>
              <a:sym typeface="Arial"/>
            </a:endParaRPr>
          </a:p>
        </p:txBody>
      </p:sp>
      <p:sp>
        <p:nvSpPr>
          <p:cNvPr id="946" name="Google Shape;946;p42"/>
          <p:cNvSpPr txBox="1"/>
          <p:nvPr/>
        </p:nvSpPr>
        <p:spPr>
          <a:xfrm>
            <a:off x="1016000" y="7619492"/>
            <a:ext cx="5181600"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latin typeface="Arial"/>
                <a:ea typeface="Arial"/>
                <a:cs typeface="Arial"/>
                <a:sym typeface="Arial"/>
              </a:rPr>
              <a:t>8. True negative rate (TNR)</a:t>
            </a:r>
            <a:endParaRPr sz="2400">
              <a:latin typeface="Arial"/>
              <a:ea typeface="Arial"/>
              <a:cs typeface="Arial"/>
              <a:sym typeface="Arial"/>
            </a:endParaRPr>
          </a:p>
        </p:txBody>
      </p:sp>
      <p:pic>
        <p:nvPicPr>
          <p:cNvPr id="947" name="Google Shape;947;p42"/>
          <p:cNvPicPr preferRelativeResize="0"/>
          <p:nvPr/>
        </p:nvPicPr>
        <p:blipFill rotWithShape="1">
          <a:blip r:embed="rId3">
            <a:alphaModFix/>
          </a:blip>
          <a:srcRect/>
          <a:stretch/>
        </p:blipFill>
        <p:spPr>
          <a:xfrm>
            <a:off x="2211123" y="3428354"/>
            <a:ext cx="3396736" cy="523058"/>
          </a:xfrm>
          <a:prstGeom prst="rect">
            <a:avLst/>
          </a:prstGeom>
          <a:noFill/>
          <a:ln>
            <a:noFill/>
          </a:ln>
        </p:spPr>
      </p:pic>
      <p:pic>
        <p:nvPicPr>
          <p:cNvPr id="948" name="Google Shape;948;p42"/>
          <p:cNvPicPr preferRelativeResize="0"/>
          <p:nvPr/>
        </p:nvPicPr>
        <p:blipFill rotWithShape="1">
          <a:blip r:embed="rId4">
            <a:alphaModFix/>
          </a:blip>
          <a:srcRect/>
          <a:stretch/>
        </p:blipFill>
        <p:spPr>
          <a:xfrm>
            <a:off x="2211123" y="5108240"/>
            <a:ext cx="3396736" cy="523059"/>
          </a:xfrm>
          <a:prstGeom prst="rect">
            <a:avLst/>
          </a:prstGeom>
          <a:noFill/>
          <a:ln>
            <a:noFill/>
          </a:ln>
        </p:spPr>
      </p:pic>
      <p:pic>
        <p:nvPicPr>
          <p:cNvPr id="949" name="Google Shape;949;p42"/>
          <p:cNvPicPr preferRelativeResize="0"/>
          <p:nvPr/>
        </p:nvPicPr>
        <p:blipFill rotWithShape="1">
          <a:blip r:embed="rId5">
            <a:alphaModFix/>
          </a:blip>
          <a:srcRect/>
          <a:stretch/>
        </p:blipFill>
        <p:spPr>
          <a:xfrm>
            <a:off x="2107153" y="6788125"/>
            <a:ext cx="3494143" cy="538058"/>
          </a:xfrm>
          <a:prstGeom prst="rect">
            <a:avLst/>
          </a:prstGeom>
          <a:noFill/>
          <a:ln>
            <a:noFill/>
          </a:ln>
        </p:spPr>
      </p:pic>
      <p:pic>
        <p:nvPicPr>
          <p:cNvPr id="950" name="Google Shape;950;p42"/>
          <p:cNvPicPr preferRelativeResize="0"/>
          <p:nvPr/>
        </p:nvPicPr>
        <p:blipFill rotWithShape="1">
          <a:blip r:embed="rId6">
            <a:alphaModFix/>
          </a:blip>
          <a:srcRect/>
          <a:stretch/>
        </p:blipFill>
        <p:spPr>
          <a:xfrm>
            <a:off x="1883346" y="8468009"/>
            <a:ext cx="3494143" cy="538058"/>
          </a:xfrm>
          <a:prstGeom prst="rect">
            <a:avLst/>
          </a:prstGeom>
          <a:noFill/>
          <a:ln>
            <a:noFill/>
          </a:ln>
        </p:spPr>
      </p:pic>
      <p:sp>
        <p:nvSpPr>
          <p:cNvPr id="951" name="Google Shape;951;p42"/>
          <p:cNvSpPr txBox="1"/>
          <p:nvPr/>
        </p:nvSpPr>
        <p:spPr>
          <a:xfrm>
            <a:off x="8124203" y="6461122"/>
            <a:ext cx="4169397" cy="2292935"/>
          </a:xfrm>
          <a:prstGeom prst="rect">
            <a:avLst/>
          </a:prstGeom>
          <a:noFill/>
          <a:ln>
            <a:noFill/>
          </a:ln>
        </p:spPr>
        <p:txBody>
          <a:bodyPr spcFirstLastPara="1" wrap="square" lIns="0" tIns="12700" rIns="0" bIns="0" anchor="t" anchorCtr="0">
            <a:spAutoFit/>
          </a:bodyPr>
          <a:lstStyle/>
          <a:p>
            <a:pPr marL="355600" lvl="0" indent="-342900" algn="l" rtl="0">
              <a:lnSpc>
                <a:spcPct val="100000"/>
              </a:lnSpc>
              <a:spcBef>
                <a:spcPts val="0"/>
              </a:spcBef>
              <a:spcAft>
                <a:spcPts val="0"/>
              </a:spcAft>
              <a:buSzPts val="2400"/>
              <a:buFont typeface="Arial"/>
              <a:buChar char="•"/>
            </a:pPr>
            <a:r>
              <a:rPr lang="en-US" sz="2400">
                <a:latin typeface="Arial"/>
                <a:ea typeface="Arial"/>
                <a:cs typeface="Arial"/>
                <a:sym typeface="Arial"/>
              </a:rPr>
              <a:t>True positive (TP)</a:t>
            </a:r>
            <a:endParaRPr sz="2400">
              <a:latin typeface="Arial"/>
              <a:ea typeface="Arial"/>
              <a:cs typeface="Arial"/>
              <a:sym typeface="Arial"/>
            </a:endParaRPr>
          </a:p>
          <a:p>
            <a:pPr marL="355600" lvl="0" indent="-342900" algn="l" rtl="0">
              <a:spcBef>
                <a:spcPts val="100"/>
              </a:spcBef>
              <a:spcAft>
                <a:spcPts val="0"/>
              </a:spcAft>
              <a:buSzPts val="2400"/>
              <a:buFont typeface="Arial"/>
              <a:buChar char="•"/>
            </a:pPr>
            <a:r>
              <a:rPr lang="en-US" sz="2400">
                <a:latin typeface="Arial"/>
                <a:ea typeface="Arial"/>
                <a:cs typeface="Arial"/>
                <a:sym typeface="Arial"/>
              </a:rPr>
              <a:t>False positive(FP)</a:t>
            </a:r>
            <a:endParaRPr/>
          </a:p>
          <a:p>
            <a:pPr marL="355600" lvl="0" indent="-342900" algn="l" rtl="0">
              <a:spcBef>
                <a:spcPts val="100"/>
              </a:spcBef>
              <a:spcAft>
                <a:spcPts val="0"/>
              </a:spcAft>
              <a:buSzPts val="2400"/>
              <a:buFont typeface="Arial"/>
              <a:buChar char="•"/>
            </a:pPr>
            <a:r>
              <a:rPr lang="en-US" sz="2400">
                <a:latin typeface="Arial"/>
                <a:ea typeface="Arial"/>
                <a:cs typeface="Arial"/>
                <a:sym typeface="Arial"/>
              </a:rPr>
              <a:t>True negative (TN)</a:t>
            </a:r>
            <a:endParaRPr/>
          </a:p>
          <a:p>
            <a:pPr marL="355600" lvl="0" indent="-342900" algn="l" rtl="0">
              <a:spcBef>
                <a:spcPts val="100"/>
              </a:spcBef>
              <a:spcAft>
                <a:spcPts val="0"/>
              </a:spcAft>
              <a:buSzPts val="2400"/>
              <a:buFont typeface="Arial"/>
              <a:buChar char="•"/>
            </a:pPr>
            <a:r>
              <a:rPr lang="en-US" sz="2400">
                <a:latin typeface="Arial"/>
                <a:ea typeface="Arial"/>
                <a:cs typeface="Arial"/>
                <a:sym typeface="Arial"/>
              </a:rPr>
              <a:t>False negative (FN)</a:t>
            </a:r>
            <a:endParaRPr sz="2400">
              <a:latin typeface="Arial"/>
              <a:ea typeface="Arial"/>
              <a:cs typeface="Arial"/>
              <a:sym typeface="Arial"/>
            </a:endParaRPr>
          </a:p>
          <a:p>
            <a:pPr marL="355600" lvl="0" indent="-190500" algn="l" rtl="0">
              <a:spcBef>
                <a:spcPts val="100"/>
              </a:spcBef>
              <a:spcAft>
                <a:spcPts val="0"/>
              </a:spcAft>
              <a:buSzPts val="2400"/>
              <a:buFont typeface="Arial"/>
              <a:buNone/>
            </a:pPr>
            <a:endParaRPr sz="2400">
              <a:latin typeface="Arial"/>
              <a:ea typeface="Arial"/>
              <a:cs typeface="Arial"/>
              <a:sym typeface="Arial"/>
            </a:endParaRPr>
          </a:p>
          <a:p>
            <a:pPr marL="355600" lvl="0" indent="-190500" algn="l" rtl="0">
              <a:lnSpc>
                <a:spcPct val="100000"/>
              </a:lnSpc>
              <a:spcBef>
                <a:spcPts val="100"/>
              </a:spcBef>
              <a:spcAft>
                <a:spcPts val="0"/>
              </a:spcAft>
              <a:buSzPts val="2400"/>
              <a:buFont typeface="Arial"/>
              <a:buNone/>
            </a:pPr>
            <a:endParaRPr sz="2400">
              <a:latin typeface="Arial"/>
              <a:ea typeface="Arial"/>
              <a:cs typeface="Arial"/>
              <a:sym typeface="Arial"/>
            </a:endParaRPr>
          </a:p>
        </p:txBody>
      </p:sp>
      <p:pic>
        <p:nvPicPr>
          <p:cNvPr id="952" name="Google Shape;952;p42"/>
          <p:cNvPicPr preferRelativeResize="0"/>
          <p:nvPr/>
        </p:nvPicPr>
        <p:blipFill rotWithShape="1">
          <a:blip r:embed="rId7">
            <a:alphaModFix/>
          </a:blip>
          <a:srcRect/>
          <a:stretch/>
        </p:blipFill>
        <p:spPr>
          <a:xfrm>
            <a:off x="10102904" y="1914671"/>
            <a:ext cx="374438" cy="356024"/>
          </a:xfrm>
          <a:prstGeom prst="rect">
            <a:avLst/>
          </a:prstGeom>
          <a:noFill/>
          <a:ln>
            <a:noFill/>
          </a:ln>
        </p:spPr>
      </p:pic>
      <p:pic>
        <p:nvPicPr>
          <p:cNvPr id="953" name="Google Shape;953;p42"/>
          <p:cNvPicPr preferRelativeResize="0"/>
          <p:nvPr/>
        </p:nvPicPr>
        <p:blipFill rotWithShape="1">
          <a:blip r:embed="rId8">
            <a:alphaModFix/>
          </a:blip>
          <a:srcRect/>
          <a:stretch/>
        </p:blipFill>
        <p:spPr>
          <a:xfrm>
            <a:off x="8255771" y="1916776"/>
            <a:ext cx="310526" cy="458026"/>
          </a:xfrm>
          <a:prstGeom prst="rect">
            <a:avLst/>
          </a:prstGeom>
          <a:noFill/>
          <a:ln>
            <a:noFill/>
          </a:ln>
        </p:spPr>
      </p:pic>
      <p:sp>
        <p:nvSpPr>
          <p:cNvPr id="954" name="Google Shape;954;p42"/>
          <p:cNvSpPr txBox="1"/>
          <p:nvPr/>
        </p:nvSpPr>
        <p:spPr>
          <a:xfrm>
            <a:off x="7873365" y="2559303"/>
            <a:ext cx="1956486" cy="761491"/>
          </a:xfrm>
          <a:prstGeom prst="rect">
            <a:avLst/>
          </a:prstGeom>
          <a:noFill/>
          <a:ln>
            <a:noFill/>
          </a:ln>
        </p:spPr>
        <p:txBody>
          <a:bodyPr spcFirstLastPara="1" wrap="square" lIns="0" tIns="12700" rIns="0" bIns="0" anchor="t" anchorCtr="0">
            <a:spAutoFit/>
          </a:bodyPr>
          <a:lstStyle/>
          <a:p>
            <a:pPr marL="114300" marR="5080" lvl="0" indent="-101600" algn="l" rtl="0">
              <a:lnSpc>
                <a:spcPct val="105300"/>
              </a:lnSpc>
              <a:spcBef>
                <a:spcPts val="0"/>
              </a:spcBef>
              <a:spcAft>
                <a:spcPts val="0"/>
              </a:spcAft>
              <a:buNone/>
            </a:pPr>
            <a:r>
              <a:rPr lang="en-US" sz="2400" b="1">
                <a:latin typeface="Arial"/>
                <a:ea typeface="Arial"/>
                <a:cs typeface="Arial"/>
                <a:sym typeface="Arial"/>
              </a:rPr>
              <a:t>Prediction decision</a:t>
            </a:r>
            <a:endParaRPr sz="2400">
              <a:latin typeface="Arial"/>
              <a:ea typeface="Arial"/>
              <a:cs typeface="Arial"/>
              <a:sym typeface="Arial"/>
            </a:endParaRPr>
          </a:p>
        </p:txBody>
      </p:sp>
      <p:sp>
        <p:nvSpPr>
          <p:cNvPr id="955" name="Google Shape;955;p42"/>
          <p:cNvSpPr txBox="1"/>
          <p:nvPr/>
        </p:nvSpPr>
        <p:spPr>
          <a:xfrm>
            <a:off x="9829851" y="2593377"/>
            <a:ext cx="1981200" cy="699102"/>
          </a:xfrm>
          <a:prstGeom prst="rect">
            <a:avLst/>
          </a:prstGeom>
          <a:noFill/>
          <a:ln>
            <a:noFill/>
          </a:ln>
        </p:spPr>
        <p:txBody>
          <a:bodyPr spcFirstLastPara="1" wrap="square" lIns="0" tIns="12700" rIns="0" bIns="0" anchor="t" anchorCtr="0">
            <a:spAutoFit/>
          </a:bodyPr>
          <a:lstStyle/>
          <a:p>
            <a:pPr marL="12700" marR="5080" lvl="0" indent="164465" algn="l" rtl="0">
              <a:lnSpc>
                <a:spcPct val="105300"/>
              </a:lnSpc>
              <a:spcBef>
                <a:spcPts val="0"/>
              </a:spcBef>
              <a:spcAft>
                <a:spcPts val="0"/>
              </a:spcAft>
              <a:buNone/>
            </a:pPr>
            <a:r>
              <a:rPr lang="en-US" sz="2200" b="1">
                <a:latin typeface="Arial"/>
                <a:ea typeface="Arial"/>
                <a:cs typeface="Arial"/>
                <a:sym typeface="Arial"/>
              </a:rPr>
              <a:t>Actual Outcome</a:t>
            </a:r>
            <a:endParaRPr sz="2200">
              <a:latin typeface="Arial"/>
              <a:ea typeface="Arial"/>
              <a:cs typeface="Arial"/>
              <a:sym typeface="Arial"/>
            </a:endParaRPr>
          </a:p>
        </p:txBody>
      </p:sp>
      <p:graphicFrame>
        <p:nvGraphicFramePr>
          <p:cNvPr id="956" name="Google Shape;956;p42"/>
          <p:cNvGraphicFramePr/>
          <p:nvPr/>
        </p:nvGraphicFramePr>
        <p:xfrm>
          <a:off x="8267700" y="4529835"/>
          <a:ext cx="2654300" cy="1541750"/>
        </p:xfrm>
        <a:graphic>
          <a:graphicData uri="http://schemas.openxmlformats.org/drawingml/2006/table">
            <a:tbl>
              <a:tblPr firstRow="1" bandRow="1">
                <a:noFill/>
                <a:tableStyleId>{1D887611-A821-4409-BF31-FEF9CEBD26EA}</a:tableStyleId>
              </a:tblPr>
              <a:tblGrid>
                <a:gridCol w="1327150">
                  <a:extLst>
                    <a:ext uri="{9D8B030D-6E8A-4147-A177-3AD203B41FA5}">
                      <a16:colId xmlns:a16="http://schemas.microsoft.com/office/drawing/2014/main" val="20000"/>
                    </a:ext>
                  </a:extLst>
                </a:gridCol>
                <a:gridCol w="1327150">
                  <a:extLst>
                    <a:ext uri="{9D8B030D-6E8A-4147-A177-3AD203B41FA5}">
                      <a16:colId xmlns:a16="http://schemas.microsoft.com/office/drawing/2014/main" val="20001"/>
                    </a:ext>
                  </a:extLst>
                </a:gridCol>
              </a:tblGrid>
              <a:tr h="770875">
                <a:tc>
                  <a:txBody>
                    <a:bodyPr/>
                    <a:lstStyle/>
                    <a:p>
                      <a:pPr marL="4445" marR="0" lvl="0" indent="0" algn="ctr" rtl="0">
                        <a:lnSpc>
                          <a:spcPct val="100000"/>
                        </a:lnSpc>
                        <a:spcBef>
                          <a:spcPts val="0"/>
                        </a:spcBef>
                        <a:spcAft>
                          <a:spcPts val="0"/>
                        </a:spcAft>
                        <a:buNone/>
                      </a:pPr>
                      <a:r>
                        <a:rPr lang="en-US" sz="2400" u="none" strike="noStrike" cap="none">
                          <a:latin typeface="Arial"/>
                          <a:ea typeface="Arial"/>
                          <a:cs typeface="Arial"/>
                          <a:sym typeface="Arial"/>
                        </a:rPr>
                        <a:t>TP</a:t>
                      </a:r>
                      <a:endParaRPr sz="2400" u="none" strike="noStrike" cap="none">
                        <a:latin typeface="Arial"/>
                        <a:ea typeface="Arial"/>
                        <a:cs typeface="Arial"/>
                        <a:sym typeface="Arial"/>
                      </a:endParaRPr>
                    </a:p>
                  </a:txBody>
                  <a:tcPr marL="0" marR="0" marT="181600" marB="0">
                    <a:lnL w="12700" cap="flat" cmpd="sng">
                      <a:solidFill>
                        <a:srgbClr val="A7AAA9"/>
                      </a:solidFill>
                      <a:prstDash val="solid"/>
                      <a:round/>
                      <a:headEnd type="none" w="sm" len="sm"/>
                      <a:tailEnd type="none" w="sm" len="sm"/>
                    </a:lnL>
                    <a:lnR w="12700" cap="flat" cmpd="sng">
                      <a:solidFill>
                        <a:srgbClr val="A7AAA9"/>
                      </a:solidFill>
                      <a:prstDash val="solid"/>
                      <a:round/>
                      <a:headEnd type="none" w="sm" len="sm"/>
                      <a:tailEnd type="none" w="sm" len="sm"/>
                    </a:lnR>
                    <a:lnT w="12700" cap="flat" cmpd="sng">
                      <a:solidFill>
                        <a:srgbClr val="A7AAA9"/>
                      </a:solidFill>
                      <a:prstDash val="solid"/>
                      <a:round/>
                      <a:headEnd type="none" w="sm" len="sm"/>
                      <a:tailEnd type="none" w="sm" len="sm"/>
                    </a:lnT>
                    <a:lnB w="12700" cap="flat" cmpd="sng">
                      <a:solidFill>
                        <a:srgbClr val="A7AAA9"/>
                      </a:solidFill>
                      <a:prstDash val="solid"/>
                      <a:round/>
                      <a:headEnd type="none" w="sm" len="sm"/>
                      <a:tailEnd type="none" w="sm" len="sm"/>
                    </a:lnB>
                    <a:solidFill>
                      <a:srgbClr val="EBEBEB"/>
                    </a:solidFill>
                  </a:tcPr>
                </a:tc>
                <a:tc>
                  <a:txBody>
                    <a:bodyPr/>
                    <a:lstStyle/>
                    <a:p>
                      <a:pPr marL="0" marR="0" lvl="0" indent="0" algn="ctr" rtl="0">
                        <a:lnSpc>
                          <a:spcPct val="100000"/>
                        </a:lnSpc>
                        <a:spcBef>
                          <a:spcPts val="0"/>
                        </a:spcBef>
                        <a:spcAft>
                          <a:spcPts val="0"/>
                        </a:spcAft>
                        <a:buNone/>
                      </a:pPr>
                      <a:r>
                        <a:rPr lang="en-US" sz="2400" u="none" strike="noStrike" cap="none">
                          <a:latin typeface="Arial"/>
                          <a:ea typeface="Arial"/>
                          <a:cs typeface="Arial"/>
                          <a:sym typeface="Arial"/>
                        </a:rPr>
                        <a:t>FP</a:t>
                      </a:r>
                      <a:endParaRPr sz="2400" u="none" strike="noStrike" cap="none">
                        <a:latin typeface="Arial"/>
                        <a:ea typeface="Arial"/>
                        <a:cs typeface="Arial"/>
                        <a:sym typeface="Arial"/>
                      </a:endParaRPr>
                    </a:p>
                  </a:txBody>
                  <a:tcPr marL="0" marR="0" marT="181600" marB="0">
                    <a:lnL w="12700" cap="flat" cmpd="sng">
                      <a:solidFill>
                        <a:srgbClr val="A7AAA9"/>
                      </a:solidFill>
                      <a:prstDash val="solid"/>
                      <a:round/>
                      <a:headEnd type="none" w="sm" len="sm"/>
                      <a:tailEnd type="none" w="sm" len="sm"/>
                    </a:lnL>
                    <a:lnR w="12700" cap="flat" cmpd="sng">
                      <a:solidFill>
                        <a:srgbClr val="A7AAA9"/>
                      </a:solidFill>
                      <a:prstDash val="solid"/>
                      <a:round/>
                      <a:headEnd type="none" w="sm" len="sm"/>
                      <a:tailEnd type="none" w="sm" len="sm"/>
                    </a:lnR>
                    <a:lnT w="12700" cap="flat" cmpd="sng">
                      <a:solidFill>
                        <a:srgbClr val="A7AAA9"/>
                      </a:solidFill>
                      <a:prstDash val="solid"/>
                      <a:round/>
                      <a:headEnd type="none" w="sm" len="sm"/>
                      <a:tailEnd type="none" w="sm" len="sm"/>
                    </a:lnT>
                    <a:lnB w="12700" cap="flat" cmpd="sng">
                      <a:solidFill>
                        <a:srgbClr val="A7AAA9"/>
                      </a:solidFill>
                      <a:prstDash val="solid"/>
                      <a:round/>
                      <a:headEnd type="none" w="sm" len="sm"/>
                      <a:tailEnd type="none" w="sm" len="sm"/>
                    </a:lnB>
                    <a:solidFill>
                      <a:srgbClr val="EBEBEB"/>
                    </a:solidFill>
                  </a:tcPr>
                </a:tc>
                <a:extLst>
                  <a:ext uri="{0D108BD9-81ED-4DB2-BD59-A6C34878D82A}">
                    <a16:rowId xmlns:a16="http://schemas.microsoft.com/office/drawing/2014/main" val="10000"/>
                  </a:ext>
                </a:extLst>
              </a:tr>
              <a:tr h="770875">
                <a:tc>
                  <a:txBody>
                    <a:bodyPr/>
                    <a:lstStyle/>
                    <a:p>
                      <a:pPr marL="0" marR="0" lvl="0" indent="0" algn="ctr" rtl="0">
                        <a:lnSpc>
                          <a:spcPct val="100000"/>
                        </a:lnSpc>
                        <a:spcBef>
                          <a:spcPts val="0"/>
                        </a:spcBef>
                        <a:spcAft>
                          <a:spcPts val="0"/>
                        </a:spcAft>
                        <a:buNone/>
                      </a:pPr>
                      <a:r>
                        <a:rPr lang="en-US" sz="2400" u="none" strike="noStrike" cap="none">
                          <a:latin typeface="Arial"/>
                          <a:ea typeface="Arial"/>
                          <a:cs typeface="Arial"/>
                          <a:sym typeface="Arial"/>
                        </a:rPr>
                        <a:t>FN</a:t>
                      </a:r>
                      <a:endParaRPr sz="2400" u="none" strike="noStrike" cap="none">
                        <a:latin typeface="Arial"/>
                        <a:ea typeface="Arial"/>
                        <a:cs typeface="Arial"/>
                        <a:sym typeface="Arial"/>
                      </a:endParaRPr>
                    </a:p>
                  </a:txBody>
                  <a:tcPr marL="0" marR="0" marT="177800" marB="0">
                    <a:lnL w="12700" cap="flat" cmpd="sng">
                      <a:solidFill>
                        <a:srgbClr val="A7AAA9"/>
                      </a:solidFill>
                      <a:prstDash val="solid"/>
                      <a:round/>
                      <a:headEnd type="none" w="sm" len="sm"/>
                      <a:tailEnd type="none" w="sm" len="sm"/>
                    </a:lnL>
                    <a:lnR w="12700" cap="flat" cmpd="sng">
                      <a:solidFill>
                        <a:srgbClr val="A7AAA9"/>
                      </a:solidFill>
                      <a:prstDash val="solid"/>
                      <a:round/>
                      <a:headEnd type="none" w="sm" len="sm"/>
                      <a:tailEnd type="none" w="sm" len="sm"/>
                    </a:lnR>
                    <a:lnT w="12700" cap="flat" cmpd="sng">
                      <a:solidFill>
                        <a:srgbClr val="A7AAA9"/>
                      </a:solidFill>
                      <a:prstDash val="solid"/>
                      <a:round/>
                      <a:headEnd type="none" w="sm" len="sm"/>
                      <a:tailEnd type="none" w="sm" len="sm"/>
                    </a:lnT>
                    <a:lnB w="12700" cap="flat" cmpd="sng">
                      <a:solidFill>
                        <a:srgbClr val="A7AAA9"/>
                      </a:solidFill>
                      <a:prstDash val="solid"/>
                      <a:round/>
                      <a:headEnd type="none" w="sm" len="sm"/>
                      <a:tailEnd type="none" w="sm" len="sm"/>
                    </a:lnB>
                    <a:solidFill>
                      <a:srgbClr val="EBEBEB"/>
                    </a:solidFill>
                  </a:tcPr>
                </a:tc>
                <a:tc>
                  <a:txBody>
                    <a:bodyPr/>
                    <a:lstStyle/>
                    <a:p>
                      <a:pPr marL="12065" marR="0" lvl="0" indent="0" algn="ctr" rtl="0">
                        <a:lnSpc>
                          <a:spcPct val="100000"/>
                        </a:lnSpc>
                        <a:spcBef>
                          <a:spcPts val="0"/>
                        </a:spcBef>
                        <a:spcAft>
                          <a:spcPts val="0"/>
                        </a:spcAft>
                        <a:buNone/>
                      </a:pPr>
                      <a:r>
                        <a:rPr lang="en-US" sz="2400" u="none" strike="noStrike" cap="none">
                          <a:latin typeface="Arial"/>
                          <a:ea typeface="Arial"/>
                          <a:cs typeface="Arial"/>
                          <a:sym typeface="Arial"/>
                        </a:rPr>
                        <a:t>TN</a:t>
                      </a:r>
                      <a:endParaRPr sz="2400" u="none" strike="noStrike" cap="none">
                        <a:latin typeface="Arial"/>
                        <a:ea typeface="Arial"/>
                        <a:cs typeface="Arial"/>
                        <a:sym typeface="Arial"/>
                      </a:endParaRPr>
                    </a:p>
                  </a:txBody>
                  <a:tcPr marL="0" marR="0" marT="177800" marB="0">
                    <a:lnL w="12700" cap="flat" cmpd="sng">
                      <a:solidFill>
                        <a:srgbClr val="A7AAA9"/>
                      </a:solidFill>
                      <a:prstDash val="solid"/>
                      <a:round/>
                      <a:headEnd type="none" w="sm" len="sm"/>
                      <a:tailEnd type="none" w="sm" len="sm"/>
                    </a:lnL>
                    <a:lnR w="12700" cap="flat" cmpd="sng">
                      <a:solidFill>
                        <a:srgbClr val="A7AAA9"/>
                      </a:solidFill>
                      <a:prstDash val="solid"/>
                      <a:round/>
                      <a:headEnd type="none" w="sm" len="sm"/>
                      <a:tailEnd type="none" w="sm" len="sm"/>
                    </a:lnR>
                    <a:lnT w="12700" cap="flat" cmpd="sng">
                      <a:solidFill>
                        <a:srgbClr val="A7AAA9"/>
                      </a:solidFill>
                      <a:prstDash val="solid"/>
                      <a:round/>
                      <a:headEnd type="none" w="sm" len="sm"/>
                      <a:tailEnd type="none" w="sm" len="sm"/>
                    </a:lnT>
                    <a:lnB w="12700" cap="flat" cmpd="sng">
                      <a:solidFill>
                        <a:srgbClr val="A7AAA9"/>
                      </a:solidFill>
                      <a:prstDash val="solid"/>
                      <a:round/>
                      <a:headEnd type="none" w="sm" len="sm"/>
                      <a:tailEnd type="none" w="sm" len="sm"/>
                    </a:lnB>
                    <a:solidFill>
                      <a:srgbClr val="EBEBEB"/>
                    </a:solidFill>
                  </a:tcPr>
                </a:tc>
                <a:extLst>
                  <a:ext uri="{0D108BD9-81ED-4DB2-BD59-A6C34878D82A}">
                    <a16:rowId xmlns:a16="http://schemas.microsoft.com/office/drawing/2014/main" val="10001"/>
                  </a:ext>
                </a:extLst>
              </a:tr>
            </a:tbl>
          </a:graphicData>
        </a:graphic>
      </p:graphicFrame>
      <p:sp>
        <p:nvSpPr>
          <p:cNvPr id="957" name="Google Shape;957;p42"/>
          <p:cNvSpPr txBox="1"/>
          <p:nvPr/>
        </p:nvSpPr>
        <p:spPr>
          <a:xfrm>
            <a:off x="8178800" y="3437635"/>
            <a:ext cx="2508885" cy="1092200"/>
          </a:xfrm>
          <a:prstGeom prst="rect">
            <a:avLst/>
          </a:prstGeom>
          <a:noFill/>
          <a:ln>
            <a:noFill/>
          </a:ln>
        </p:spPr>
        <p:txBody>
          <a:bodyPr spcFirstLastPara="1" wrap="square" lIns="0" tIns="12700" rIns="0" bIns="0" anchor="t" anchorCtr="0">
            <a:spAutoFit/>
          </a:bodyPr>
          <a:lstStyle/>
          <a:p>
            <a:pPr marL="317500" marR="5080" lvl="0" indent="-304800" algn="l" rtl="0">
              <a:lnSpc>
                <a:spcPct val="145800"/>
              </a:lnSpc>
              <a:spcBef>
                <a:spcPts val="0"/>
              </a:spcBef>
              <a:spcAft>
                <a:spcPts val="0"/>
              </a:spcAft>
              <a:buNone/>
            </a:pPr>
            <a:r>
              <a:rPr lang="en-US" sz="2400" b="1">
                <a:latin typeface="Helvetica Neue"/>
                <a:ea typeface="Helvetica Neue"/>
                <a:cs typeface="Helvetica Neue"/>
                <a:sym typeface="Helvetica Neue"/>
              </a:rPr>
              <a:t>Confusion Matrix Y=1	Y=0</a:t>
            </a:r>
            <a:endParaRPr sz="2400">
              <a:latin typeface="Helvetica Neue"/>
              <a:ea typeface="Helvetica Neue"/>
              <a:cs typeface="Helvetica Neue"/>
              <a:sym typeface="Helvetica Neue"/>
            </a:endParaRPr>
          </a:p>
        </p:txBody>
      </p:sp>
      <p:sp>
        <p:nvSpPr>
          <p:cNvPr id="958" name="Google Shape;958;p42"/>
          <p:cNvSpPr txBox="1"/>
          <p:nvPr/>
        </p:nvSpPr>
        <p:spPr>
          <a:xfrm>
            <a:off x="7581900" y="4876291"/>
            <a:ext cx="557530" cy="102552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b="1">
                <a:latin typeface="Helvetica Neue"/>
                <a:ea typeface="Helvetica Neue"/>
                <a:cs typeface="Helvetica Neue"/>
                <a:sym typeface="Helvetica Neue"/>
              </a:rPr>
              <a:t>d=1</a:t>
            </a:r>
            <a:endParaRPr sz="2400">
              <a:latin typeface="Helvetica Neue"/>
              <a:ea typeface="Helvetica Neue"/>
              <a:cs typeface="Helvetica Neue"/>
              <a:sym typeface="Helvetica Neue"/>
            </a:endParaRPr>
          </a:p>
          <a:p>
            <a:pPr marL="12700" lvl="0" indent="0" algn="l" rtl="0">
              <a:lnSpc>
                <a:spcPct val="100000"/>
              </a:lnSpc>
              <a:spcBef>
                <a:spcPts val="2110"/>
              </a:spcBef>
              <a:spcAft>
                <a:spcPts val="0"/>
              </a:spcAft>
              <a:buNone/>
            </a:pPr>
            <a:r>
              <a:rPr lang="en-US" sz="2400" b="1">
                <a:latin typeface="Helvetica Neue"/>
                <a:ea typeface="Helvetica Neue"/>
                <a:cs typeface="Helvetica Neue"/>
                <a:sym typeface="Helvetica Neue"/>
              </a:rPr>
              <a:t>d=0</a:t>
            </a:r>
            <a:endParaRPr sz="2400">
              <a:latin typeface="Helvetica Neue"/>
              <a:ea typeface="Helvetica Neue"/>
              <a:cs typeface="Helvetica Neue"/>
              <a:sym typeface="Helvetica Neue"/>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962"/>
        <p:cNvGrpSpPr/>
        <p:nvPr/>
      </p:nvGrpSpPr>
      <p:grpSpPr>
        <a:xfrm>
          <a:off x="0" y="0"/>
          <a:ext cx="0" cy="0"/>
          <a:chOff x="0" y="0"/>
          <a:chExt cx="0" cy="0"/>
        </a:xfrm>
      </p:grpSpPr>
      <p:sp>
        <p:nvSpPr>
          <p:cNvPr id="963" name="Google Shape;963;p43" descr="$PPTXTitle"/>
          <p:cNvSpPr txBox="1">
            <a:spLocks noGrp="1"/>
          </p:cNvSpPr>
          <p:nvPr>
            <p:ph type="title"/>
          </p:nvPr>
        </p:nvSpPr>
        <p:spPr>
          <a:xfrm>
            <a:off x="707542" y="494791"/>
            <a:ext cx="11589715" cy="985519"/>
          </a:xfrm>
          <a:prstGeom prst="rect">
            <a:avLst/>
          </a:prstGeom>
          <a:noFill/>
          <a:ln>
            <a:noFill/>
          </a:ln>
        </p:spPr>
        <p:txBody>
          <a:bodyPr spcFirstLastPara="1" wrap="square" lIns="0" tIns="232150" rIns="0" bIns="0" anchor="t" anchorCtr="0">
            <a:spAutoFit/>
          </a:bodyPr>
          <a:lstStyle/>
          <a:p>
            <a:pPr marL="12700" lvl="0" indent="0" algn="l" rtl="0">
              <a:lnSpc>
                <a:spcPct val="100000"/>
              </a:lnSpc>
              <a:spcBef>
                <a:spcPts val="0"/>
              </a:spcBef>
              <a:spcAft>
                <a:spcPts val="0"/>
              </a:spcAft>
              <a:buNone/>
            </a:pPr>
            <a:r>
              <a:rPr lang="en-US" sz="3300">
                <a:solidFill>
                  <a:srgbClr val="0096CE"/>
                </a:solidFill>
              </a:rPr>
              <a:t>Classification using Scores</a:t>
            </a:r>
            <a:endParaRPr sz="3300"/>
          </a:p>
        </p:txBody>
      </p:sp>
      <p:sp>
        <p:nvSpPr>
          <p:cNvPr id="964" name="Google Shape;964;p43"/>
          <p:cNvSpPr txBox="1"/>
          <p:nvPr/>
        </p:nvSpPr>
        <p:spPr>
          <a:xfrm>
            <a:off x="706906" y="1692656"/>
            <a:ext cx="4517390" cy="866775"/>
          </a:xfrm>
          <a:prstGeom prst="rect">
            <a:avLst/>
          </a:prstGeom>
          <a:noFill/>
          <a:ln>
            <a:noFill/>
          </a:ln>
        </p:spPr>
        <p:txBody>
          <a:bodyPr spcFirstLastPara="1" wrap="square" lIns="0" tIns="113025" rIns="0" bIns="0" anchor="t" anchorCtr="0">
            <a:spAutoFit/>
          </a:bodyPr>
          <a:lstStyle/>
          <a:p>
            <a:pPr marL="185420" lvl="0" indent="-172720" algn="l" rtl="0">
              <a:lnSpc>
                <a:spcPct val="100000"/>
              </a:lnSpc>
              <a:spcBef>
                <a:spcPts val="0"/>
              </a:spcBef>
              <a:spcAft>
                <a:spcPts val="0"/>
              </a:spcAft>
              <a:buClr>
                <a:srgbClr val="001F5F"/>
              </a:buClr>
              <a:buSzPts val="2100"/>
              <a:buFont typeface="Arial"/>
              <a:buChar char="•"/>
            </a:pPr>
            <a:r>
              <a:rPr lang="en-US" sz="2100">
                <a:solidFill>
                  <a:srgbClr val="001F5F"/>
                </a:solidFill>
                <a:latin typeface="Arial"/>
                <a:ea typeface="Arial"/>
                <a:cs typeface="Arial"/>
                <a:sym typeface="Arial"/>
              </a:rPr>
              <a:t>A numeric score for each class 𝑐 ∈ 𝐶</a:t>
            </a:r>
            <a:endParaRPr sz="2100">
              <a:latin typeface="Arial"/>
              <a:ea typeface="Arial"/>
              <a:cs typeface="Arial"/>
              <a:sym typeface="Arial"/>
            </a:endParaRPr>
          </a:p>
          <a:p>
            <a:pPr marL="185420" lvl="0" indent="-172720" algn="l" rtl="0">
              <a:lnSpc>
                <a:spcPct val="100000"/>
              </a:lnSpc>
              <a:spcBef>
                <a:spcPts val="790"/>
              </a:spcBef>
              <a:spcAft>
                <a:spcPts val="0"/>
              </a:spcAft>
              <a:buClr>
                <a:srgbClr val="001F5F"/>
              </a:buClr>
              <a:buSzPts val="2100"/>
              <a:buFont typeface="Arial"/>
              <a:buChar char="•"/>
            </a:pPr>
            <a:r>
              <a:rPr lang="en-US" sz="2100">
                <a:solidFill>
                  <a:srgbClr val="001F5F"/>
                </a:solidFill>
                <a:latin typeface="Arial"/>
                <a:ea typeface="Arial"/>
                <a:cs typeface="Arial"/>
                <a:sym typeface="Arial"/>
              </a:rPr>
              <a:t>Often a probability distribution</a:t>
            </a:r>
            <a:endParaRPr sz="2100">
              <a:latin typeface="Arial"/>
              <a:ea typeface="Arial"/>
              <a:cs typeface="Arial"/>
              <a:sym typeface="Arial"/>
            </a:endParaRPr>
          </a:p>
        </p:txBody>
      </p:sp>
      <p:pic>
        <p:nvPicPr>
          <p:cNvPr id="965" name="Google Shape;965;p43"/>
          <p:cNvPicPr preferRelativeResize="0"/>
          <p:nvPr/>
        </p:nvPicPr>
        <p:blipFill rotWithShape="1">
          <a:blip r:embed="rId3">
            <a:alphaModFix/>
          </a:blip>
          <a:srcRect/>
          <a:stretch/>
        </p:blipFill>
        <p:spPr>
          <a:xfrm>
            <a:off x="1903855" y="2639695"/>
            <a:ext cx="70612" cy="211710"/>
          </a:xfrm>
          <a:prstGeom prst="rect">
            <a:avLst/>
          </a:prstGeom>
          <a:noFill/>
          <a:ln>
            <a:noFill/>
          </a:ln>
        </p:spPr>
      </p:pic>
      <p:pic>
        <p:nvPicPr>
          <p:cNvPr id="966" name="Google Shape;966;p43"/>
          <p:cNvPicPr preferRelativeResize="0"/>
          <p:nvPr/>
        </p:nvPicPr>
        <p:blipFill rotWithShape="1">
          <a:blip r:embed="rId4">
            <a:alphaModFix/>
          </a:blip>
          <a:srcRect/>
          <a:stretch/>
        </p:blipFill>
        <p:spPr>
          <a:xfrm>
            <a:off x="1698750" y="2639695"/>
            <a:ext cx="70612" cy="211710"/>
          </a:xfrm>
          <a:prstGeom prst="rect">
            <a:avLst/>
          </a:prstGeom>
          <a:noFill/>
          <a:ln>
            <a:noFill/>
          </a:ln>
        </p:spPr>
      </p:pic>
      <p:sp>
        <p:nvSpPr>
          <p:cNvPr id="967" name="Google Shape;967;p43"/>
          <p:cNvSpPr/>
          <p:nvPr/>
        </p:nvSpPr>
        <p:spPr>
          <a:xfrm>
            <a:off x="2701544" y="2637789"/>
            <a:ext cx="50165" cy="213360"/>
          </a:xfrm>
          <a:custGeom>
            <a:avLst/>
            <a:gdLst/>
            <a:ahLst/>
            <a:cxnLst/>
            <a:rect l="l" t="t" r="r" b="b"/>
            <a:pathLst>
              <a:path w="50164" h="213360" extrusionOk="0">
                <a:moveTo>
                  <a:pt x="49784" y="0"/>
                </a:moveTo>
                <a:lnTo>
                  <a:pt x="0" y="0"/>
                </a:lnTo>
                <a:lnTo>
                  <a:pt x="0" y="8890"/>
                </a:lnTo>
                <a:lnTo>
                  <a:pt x="31242" y="8890"/>
                </a:lnTo>
                <a:lnTo>
                  <a:pt x="31242" y="204470"/>
                </a:lnTo>
                <a:lnTo>
                  <a:pt x="0" y="204470"/>
                </a:lnTo>
                <a:lnTo>
                  <a:pt x="0" y="213360"/>
                </a:lnTo>
                <a:lnTo>
                  <a:pt x="49784" y="213360"/>
                </a:lnTo>
                <a:lnTo>
                  <a:pt x="49784" y="204470"/>
                </a:lnTo>
                <a:lnTo>
                  <a:pt x="49784" y="8890"/>
                </a:lnTo>
                <a:lnTo>
                  <a:pt x="49784"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68" name="Google Shape;968;p43"/>
          <p:cNvSpPr/>
          <p:nvPr/>
        </p:nvSpPr>
        <p:spPr>
          <a:xfrm>
            <a:off x="2341118" y="2637789"/>
            <a:ext cx="50165" cy="213360"/>
          </a:xfrm>
          <a:custGeom>
            <a:avLst/>
            <a:gdLst/>
            <a:ahLst/>
            <a:cxnLst/>
            <a:rect l="l" t="t" r="r" b="b"/>
            <a:pathLst>
              <a:path w="50164" h="213360" extrusionOk="0">
                <a:moveTo>
                  <a:pt x="49784" y="0"/>
                </a:moveTo>
                <a:lnTo>
                  <a:pt x="0" y="0"/>
                </a:lnTo>
                <a:lnTo>
                  <a:pt x="0" y="8890"/>
                </a:lnTo>
                <a:lnTo>
                  <a:pt x="0" y="204470"/>
                </a:lnTo>
                <a:lnTo>
                  <a:pt x="0" y="213360"/>
                </a:lnTo>
                <a:lnTo>
                  <a:pt x="49784" y="213360"/>
                </a:lnTo>
                <a:lnTo>
                  <a:pt x="49784" y="204470"/>
                </a:lnTo>
                <a:lnTo>
                  <a:pt x="18542" y="204470"/>
                </a:lnTo>
                <a:lnTo>
                  <a:pt x="18542" y="8890"/>
                </a:lnTo>
                <a:lnTo>
                  <a:pt x="49784" y="8890"/>
                </a:lnTo>
                <a:lnTo>
                  <a:pt x="49784"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69" name="Google Shape;969;p43"/>
          <p:cNvSpPr txBox="1"/>
          <p:nvPr/>
        </p:nvSpPr>
        <p:spPr>
          <a:xfrm>
            <a:off x="1049806" y="2556764"/>
            <a:ext cx="1631314" cy="299720"/>
          </a:xfrm>
          <a:prstGeom prst="rect">
            <a:avLst/>
          </a:prstGeom>
          <a:noFill/>
          <a:ln>
            <a:noFill/>
          </a:ln>
        </p:spPr>
        <p:txBody>
          <a:bodyPr spcFirstLastPara="1" wrap="square" lIns="0" tIns="12700" rIns="0" bIns="0" anchor="t" anchorCtr="0">
            <a:spAutoFit/>
          </a:bodyPr>
          <a:lstStyle/>
          <a:p>
            <a:pPr marL="184785" lvl="0" indent="-172085" algn="l" rtl="0">
              <a:lnSpc>
                <a:spcPct val="100000"/>
              </a:lnSpc>
              <a:spcBef>
                <a:spcPts val="0"/>
              </a:spcBef>
              <a:spcAft>
                <a:spcPts val="0"/>
              </a:spcAft>
              <a:buClr>
                <a:srgbClr val="001F5F"/>
              </a:buClr>
              <a:buSzPts val="1800"/>
              <a:buFont typeface="Arial"/>
              <a:buChar char="•"/>
            </a:pPr>
            <a:r>
              <a:rPr lang="en-US" sz="1800">
                <a:solidFill>
                  <a:srgbClr val="001F5F"/>
                </a:solidFill>
                <a:latin typeface="Arial"/>
                <a:ea typeface="Arial"/>
                <a:cs typeface="Arial"/>
                <a:sym typeface="Arial"/>
              </a:rPr>
              <a:t>ℎ′: 𝜙  𝑜	→  0,1</a:t>
            </a:r>
            <a:endParaRPr sz="1800">
              <a:latin typeface="Arial"/>
              <a:ea typeface="Arial"/>
              <a:cs typeface="Arial"/>
              <a:sym typeface="Arial"/>
            </a:endParaRPr>
          </a:p>
        </p:txBody>
      </p:sp>
      <p:sp>
        <p:nvSpPr>
          <p:cNvPr id="970" name="Google Shape;970;p43"/>
          <p:cNvSpPr/>
          <p:nvPr/>
        </p:nvSpPr>
        <p:spPr>
          <a:xfrm>
            <a:off x="2960751" y="2601595"/>
            <a:ext cx="12700" cy="152400"/>
          </a:xfrm>
          <a:custGeom>
            <a:avLst/>
            <a:gdLst/>
            <a:ahLst/>
            <a:cxnLst/>
            <a:rect l="l" t="t" r="r" b="b"/>
            <a:pathLst>
              <a:path w="12700" h="152400" extrusionOk="0">
                <a:moveTo>
                  <a:pt x="12573" y="0"/>
                </a:moveTo>
                <a:lnTo>
                  <a:pt x="0" y="0"/>
                </a:lnTo>
                <a:lnTo>
                  <a:pt x="0" y="152273"/>
                </a:lnTo>
                <a:lnTo>
                  <a:pt x="12573" y="152273"/>
                </a:lnTo>
                <a:lnTo>
                  <a:pt x="12573"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1" name="Google Shape;971;p43"/>
          <p:cNvSpPr/>
          <p:nvPr/>
        </p:nvSpPr>
        <p:spPr>
          <a:xfrm>
            <a:off x="2797681" y="2601595"/>
            <a:ext cx="12700" cy="152400"/>
          </a:xfrm>
          <a:custGeom>
            <a:avLst/>
            <a:gdLst/>
            <a:ahLst/>
            <a:cxnLst/>
            <a:rect l="l" t="t" r="r" b="b"/>
            <a:pathLst>
              <a:path w="12700" h="152400" extrusionOk="0">
                <a:moveTo>
                  <a:pt x="12573" y="0"/>
                </a:moveTo>
                <a:lnTo>
                  <a:pt x="0" y="0"/>
                </a:lnTo>
                <a:lnTo>
                  <a:pt x="0" y="152273"/>
                </a:lnTo>
                <a:lnTo>
                  <a:pt x="12573" y="152273"/>
                </a:lnTo>
                <a:lnTo>
                  <a:pt x="12573"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2" name="Google Shape;972;p43"/>
          <p:cNvSpPr txBox="1"/>
          <p:nvPr/>
        </p:nvSpPr>
        <p:spPr>
          <a:xfrm>
            <a:off x="2818638" y="2534919"/>
            <a:ext cx="124460" cy="2235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300">
                <a:solidFill>
                  <a:srgbClr val="001F5F"/>
                </a:solidFill>
                <a:latin typeface="Arial"/>
                <a:ea typeface="Arial"/>
                <a:cs typeface="Arial"/>
                <a:sym typeface="Arial"/>
              </a:rPr>
              <a:t>𝐶</a:t>
            </a:r>
            <a:endParaRPr sz="1300">
              <a:latin typeface="Arial"/>
              <a:ea typeface="Arial"/>
              <a:cs typeface="Arial"/>
              <a:sym typeface="Arial"/>
            </a:endParaRPr>
          </a:p>
        </p:txBody>
      </p:sp>
      <p:sp>
        <p:nvSpPr>
          <p:cNvPr id="973" name="Google Shape;973;p43"/>
          <p:cNvSpPr/>
          <p:nvPr/>
        </p:nvSpPr>
        <p:spPr>
          <a:xfrm>
            <a:off x="2236597" y="2938398"/>
            <a:ext cx="66040" cy="208279"/>
          </a:xfrm>
          <a:custGeom>
            <a:avLst/>
            <a:gdLst/>
            <a:ahLst/>
            <a:cxnLst/>
            <a:rect l="l" t="t" r="r" b="b"/>
            <a:pathLst>
              <a:path w="66039" h="208280" extrusionOk="0">
                <a:moveTo>
                  <a:pt x="17145" y="0"/>
                </a:moveTo>
                <a:lnTo>
                  <a:pt x="0" y="0"/>
                </a:lnTo>
                <a:lnTo>
                  <a:pt x="0" y="207772"/>
                </a:lnTo>
                <a:lnTo>
                  <a:pt x="17145" y="207772"/>
                </a:lnTo>
                <a:lnTo>
                  <a:pt x="17145" y="0"/>
                </a:lnTo>
                <a:close/>
              </a:path>
              <a:path w="66039" h="208280" extrusionOk="0">
                <a:moveTo>
                  <a:pt x="65786" y="0"/>
                </a:moveTo>
                <a:lnTo>
                  <a:pt x="48514" y="0"/>
                </a:lnTo>
                <a:lnTo>
                  <a:pt x="48514" y="207772"/>
                </a:lnTo>
                <a:lnTo>
                  <a:pt x="65786" y="207772"/>
                </a:lnTo>
                <a:lnTo>
                  <a:pt x="65786"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74" name="Google Shape;974;p43"/>
          <p:cNvSpPr/>
          <p:nvPr/>
        </p:nvSpPr>
        <p:spPr>
          <a:xfrm>
            <a:off x="1262761" y="2938398"/>
            <a:ext cx="66040" cy="208279"/>
          </a:xfrm>
          <a:custGeom>
            <a:avLst/>
            <a:gdLst/>
            <a:ahLst/>
            <a:cxnLst/>
            <a:rect l="l" t="t" r="r" b="b"/>
            <a:pathLst>
              <a:path w="66040" h="208280" extrusionOk="0">
                <a:moveTo>
                  <a:pt x="17132" y="0"/>
                </a:moveTo>
                <a:lnTo>
                  <a:pt x="0" y="0"/>
                </a:lnTo>
                <a:lnTo>
                  <a:pt x="0" y="207772"/>
                </a:lnTo>
                <a:lnTo>
                  <a:pt x="17132" y="207772"/>
                </a:lnTo>
                <a:lnTo>
                  <a:pt x="17132" y="0"/>
                </a:lnTo>
                <a:close/>
              </a:path>
              <a:path w="66040" h="208280" extrusionOk="0">
                <a:moveTo>
                  <a:pt x="65773" y="0"/>
                </a:moveTo>
                <a:lnTo>
                  <a:pt x="48501" y="0"/>
                </a:lnTo>
                <a:lnTo>
                  <a:pt x="48501" y="207772"/>
                </a:lnTo>
                <a:lnTo>
                  <a:pt x="65773" y="207772"/>
                </a:lnTo>
                <a:lnTo>
                  <a:pt x="65773"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975" name="Google Shape;975;p43"/>
          <p:cNvPicPr preferRelativeResize="0"/>
          <p:nvPr/>
        </p:nvPicPr>
        <p:blipFill rotWithShape="1">
          <a:blip r:embed="rId5">
            <a:alphaModFix/>
          </a:blip>
          <a:srcRect/>
          <a:stretch/>
        </p:blipFill>
        <p:spPr>
          <a:xfrm>
            <a:off x="2022726" y="2936875"/>
            <a:ext cx="70612" cy="211710"/>
          </a:xfrm>
          <a:prstGeom prst="rect">
            <a:avLst/>
          </a:prstGeom>
          <a:noFill/>
          <a:ln>
            <a:noFill/>
          </a:ln>
        </p:spPr>
      </p:pic>
      <p:pic>
        <p:nvPicPr>
          <p:cNvPr id="976" name="Google Shape;976;p43"/>
          <p:cNvPicPr preferRelativeResize="0"/>
          <p:nvPr/>
        </p:nvPicPr>
        <p:blipFill rotWithShape="1">
          <a:blip r:embed="rId6">
            <a:alphaModFix/>
          </a:blip>
          <a:srcRect/>
          <a:stretch/>
        </p:blipFill>
        <p:spPr>
          <a:xfrm>
            <a:off x="1817622" y="2936875"/>
            <a:ext cx="70610" cy="211710"/>
          </a:xfrm>
          <a:prstGeom prst="rect">
            <a:avLst/>
          </a:prstGeom>
          <a:noFill/>
          <a:ln>
            <a:noFill/>
          </a:ln>
        </p:spPr>
      </p:pic>
      <p:sp>
        <p:nvSpPr>
          <p:cNvPr id="977" name="Google Shape;977;p43"/>
          <p:cNvSpPr/>
          <p:nvPr/>
        </p:nvSpPr>
        <p:spPr>
          <a:xfrm>
            <a:off x="1441196" y="3903724"/>
            <a:ext cx="75565" cy="276225"/>
          </a:xfrm>
          <a:custGeom>
            <a:avLst/>
            <a:gdLst/>
            <a:ahLst/>
            <a:cxnLst/>
            <a:rect l="l" t="t" r="r" b="b"/>
            <a:pathLst>
              <a:path w="75565" h="276225" extrusionOk="0">
                <a:moveTo>
                  <a:pt x="72516" y="0"/>
                </a:moveTo>
                <a:lnTo>
                  <a:pt x="18922" y="47370"/>
                </a:lnTo>
                <a:lnTo>
                  <a:pt x="4737" y="89192"/>
                </a:lnTo>
                <a:lnTo>
                  <a:pt x="0" y="138175"/>
                </a:lnTo>
                <a:lnTo>
                  <a:pt x="1181" y="163371"/>
                </a:lnTo>
                <a:lnTo>
                  <a:pt x="10655" y="208710"/>
                </a:lnTo>
                <a:lnTo>
                  <a:pt x="29348" y="245999"/>
                </a:lnTo>
                <a:lnTo>
                  <a:pt x="72516" y="276097"/>
                </a:lnTo>
                <a:lnTo>
                  <a:pt x="75310" y="266953"/>
                </a:lnTo>
                <a:lnTo>
                  <a:pt x="62660" y="260388"/>
                </a:lnTo>
                <a:lnTo>
                  <a:pt x="51625" y="250799"/>
                </a:lnTo>
                <a:lnTo>
                  <a:pt x="28332" y="204584"/>
                </a:lnTo>
                <a:lnTo>
                  <a:pt x="21423" y="162382"/>
                </a:lnTo>
                <a:lnTo>
                  <a:pt x="20573" y="138049"/>
                </a:lnTo>
                <a:lnTo>
                  <a:pt x="21423" y="113893"/>
                </a:lnTo>
                <a:lnTo>
                  <a:pt x="28332" y="71550"/>
                </a:lnTo>
                <a:lnTo>
                  <a:pt x="51625" y="25260"/>
                </a:lnTo>
                <a:lnTo>
                  <a:pt x="62660" y="15697"/>
                </a:lnTo>
                <a:lnTo>
                  <a:pt x="75310" y="9143"/>
                </a:lnTo>
                <a:lnTo>
                  <a:pt x="72516"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nvGrpSpPr>
          <p:cNvPr id="978" name="Google Shape;978;p43"/>
          <p:cNvGrpSpPr/>
          <p:nvPr/>
        </p:nvGrpSpPr>
        <p:grpSpPr>
          <a:xfrm>
            <a:off x="1703323" y="3903724"/>
            <a:ext cx="3210941" cy="954786"/>
            <a:chOff x="1703323" y="3903724"/>
            <a:chExt cx="3210941" cy="954786"/>
          </a:xfrm>
        </p:grpSpPr>
        <p:pic>
          <p:nvPicPr>
            <p:cNvPr id="979" name="Google Shape;979;p43"/>
            <p:cNvPicPr preferRelativeResize="0"/>
            <p:nvPr/>
          </p:nvPicPr>
          <p:blipFill rotWithShape="1">
            <a:blip r:embed="rId7">
              <a:alphaModFix/>
            </a:blip>
            <a:srcRect/>
            <a:stretch/>
          </p:blipFill>
          <p:spPr>
            <a:xfrm>
              <a:off x="1703323" y="3936617"/>
              <a:ext cx="70612" cy="211709"/>
            </a:xfrm>
            <a:prstGeom prst="rect">
              <a:avLst/>
            </a:prstGeom>
            <a:noFill/>
            <a:ln>
              <a:noFill/>
            </a:ln>
          </p:spPr>
        </p:pic>
        <p:pic>
          <p:nvPicPr>
            <p:cNvPr id="980" name="Google Shape;980;p43"/>
            <p:cNvPicPr preferRelativeResize="0"/>
            <p:nvPr/>
          </p:nvPicPr>
          <p:blipFill rotWithShape="1">
            <a:blip r:embed="rId8">
              <a:alphaModFix/>
            </a:blip>
            <a:srcRect/>
            <a:stretch/>
          </p:blipFill>
          <p:spPr>
            <a:xfrm>
              <a:off x="3251072" y="3936617"/>
              <a:ext cx="70612" cy="211709"/>
            </a:xfrm>
            <a:prstGeom prst="rect">
              <a:avLst/>
            </a:prstGeom>
            <a:noFill/>
            <a:ln>
              <a:noFill/>
            </a:ln>
          </p:spPr>
        </p:pic>
        <p:sp>
          <p:nvSpPr>
            <p:cNvPr id="981" name="Google Shape;981;p43"/>
            <p:cNvSpPr/>
            <p:nvPr/>
          </p:nvSpPr>
          <p:spPr>
            <a:xfrm>
              <a:off x="3350132" y="3903724"/>
              <a:ext cx="75565" cy="276225"/>
            </a:xfrm>
            <a:custGeom>
              <a:avLst/>
              <a:gdLst/>
              <a:ahLst/>
              <a:cxnLst/>
              <a:rect l="l" t="t" r="r" b="b"/>
              <a:pathLst>
                <a:path w="75564" h="276225" extrusionOk="0">
                  <a:moveTo>
                    <a:pt x="2793" y="0"/>
                  </a:moveTo>
                  <a:lnTo>
                    <a:pt x="0" y="9143"/>
                  </a:lnTo>
                  <a:lnTo>
                    <a:pt x="12687" y="15697"/>
                  </a:lnTo>
                  <a:lnTo>
                    <a:pt x="23722" y="25260"/>
                  </a:lnTo>
                  <a:lnTo>
                    <a:pt x="46977" y="71550"/>
                  </a:lnTo>
                  <a:lnTo>
                    <a:pt x="53975" y="113893"/>
                  </a:lnTo>
                  <a:lnTo>
                    <a:pt x="54863" y="138175"/>
                  </a:lnTo>
                  <a:lnTo>
                    <a:pt x="53975" y="162382"/>
                  </a:lnTo>
                  <a:lnTo>
                    <a:pt x="46977" y="204584"/>
                  </a:lnTo>
                  <a:lnTo>
                    <a:pt x="23722" y="250799"/>
                  </a:lnTo>
                  <a:lnTo>
                    <a:pt x="0" y="266953"/>
                  </a:lnTo>
                  <a:lnTo>
                    <a:pt x="2793" y="276097"/>
                  </a:lnTo>
                  <a:lnTo>
                    <a:pt x="46074" y="245999"/>
                  </a:lnTo>
                  <a:lnTo>
                    <a:pt x="64743" y="208710"/>
                  </a:lnTo>
                  <a:lnTo>
                    <a:pt x="74128" y="163371"/>
                  </a:lnTo>
                  <a:lnTo>
                    <a:pt x="75311" y="138049"/>
                  </a:lnTo>
                  <a:lnTo>
                    <a:pt x="70623" y="89192"/>
                  </a:lnTo>
                  <a:lnTo>
                    <a:pt x="56514" y="47370"/>
                  </a:lnTo>
                  <a:lnTo>
                    <a:pt x="33654" y="16408"/>
                  </a:lnTo>
                  <a:lnTo>
                    <a:pt x="2793"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982" name="Google Shape;982;p43"/>
            <p:cNvPicPr preferRelativeResize="0"/>
            <p:nvPr/>
          </p:nvPicPr>
          <p:blipFill rotWithShape="1">
            <a:blip r:embed="rId9">
              <a:alphaModFix/>
            </a:blip>
            <a:srcRect/>
            <a:stretch/>
          </p:blipFill>
          <p:spPr>
            <a:xfrm>
              <a:off x="3763772" y="3936617"/>
              <a:ext cx="70612" cy="211709"/>
            </a:xfrm>
            <a:prstGeom prst="rect">
              <a:avLst/>
            </a:prstGeom>
            <a:noFill/>
            <a:ln>
              <a:noFill/>
            </a:ln>
          </p:spPr>
        </p:pic>
        <p:pic>
          <p:nvPicPr>
            <p:cNvPr id="983" name="Google Shape;983;p43"/>
            <p:cNvPicPr preferRelativeResize="0"/>
            <p:nvPr/>
          </p:nvPicPr>
          <p:blipFill rotWithShape="1">
            <a:blip r:embed="rId10">
              <a:alphaModFix/>
            </a:blip>
            <a:srcRect/>
            <a:stretch/>
          </p:blipFill>
          <p:spPr>
            <a:xfrm>
              <a:off x="4843652" y="3936617"/>
              <a:ext cx="70612" cy="211709"/>
            </a:xfrm>
            <a:prstGeom prst="rect">
              <a:avLst/>
            </a:prstGeom>
            <a:noFill/>
            <a:ln>
              <a:noFill/>
            </a:ln>
          </p:spPr>
        </p:pic>
        <p:pic>
          <p:nvPicPr>
            <p:cNvPr id="984" name="Google Shape;984;p43"/>
            <p:cNvPicPr preferRelativeResize="0"/>
            <p:nvPr/>
          </p:nvPicPr>
          <p:blipFill rotWithShape="1">
            <a:blip r:embed="rId11">
              <a:alphaModFix/>
            </a:blip>
            <a:srcRect/>
            <a:stretch/>
          </p:blipFill>
          <p:spPr>
            <a:xfrm>
              <a:off x="1790699" y="4099534"/>
              <a:ext cx="2084830" cy="758976"/>
            </a:xfrm>
            <a:prstGeom prst="rect">
              <a:avLst/>
            </a:prstGeom>
            <a:noFill/>
            <a:ln>
              <a:noFill/>
            </a:ln>
          </p:spPr>
        </p:pic>
        <p:pic>
          <p:nvPicPr>
            <p:cNvPr id="985" name="Google Shape;985;p43"/>
            <p:cNvPicPr preferRelativeResize="0"/>
            <p:nvPr/>
          </p:nvPicPr>
          <p:blipFill rotWithShape="1">
            <a:blip r:embed="rId12">
              <a:alphaModFix/>
            </a:blip>
            <a:srcRect/>
            <a:stretch/>
          </p:blipFill>
          <p:spPr>
            <a:xfrm>
              <a:off x="1836419" y="4132453"/>
              <a:ext cx="1977388" cy="665099"/>
            </a:xfrm>
            <a:prstGeom prst="rect">
              <a:avLst/>
            </a:prstGeom>
            <a:noFill/>
            <a:ln>
              <a:noFill/>
            </a:ln>
          </p:spPr>
        </p:pic>
        <p:sp>
          <p:nvSpPr>
            <p:cNvPr id="986" name="Google Shape;986;p43"/>
            <p:cNvSpPr/>
            <p:nvPr/>
          </p:nvSpPr>
          <p:spPr>
            <a:xfrm>
              <a:off x="1836419" y="4132453"/>
              <a:ext cx="1977389" cy="665480"/>
            </a:xfrm>
            <a:custGeom>
              <a:avLst/>
              <a:gdLst/>
              <a:ahLst/>
              <a:cxnLst/>
              <a:rect l="l" t="t" r="r" b="b"/>
              <a:pathLst>
                <a:path w="1977389" h="665479" extrusionOk="0">
                  <a:moveTo>
                    <a:pt x="0" y="377063"/>
                  </a:moveTo>
                  <a:lnTo>
                    <a:pt x="840105" y="377063"/>
                  </a:lnTo>
                  <a:lnTo>
                    <a:pt x="1977389" y="0"/>
                  </a:lnTo>
                  <a:lnTo>
                    <a:pt x="1200150" y="377063"/>
                  </a:lnTo>
                  <a:lnTo>
                    <a:pt x="1440180" y="377063"/>
                  </a:lnTo>
                  <a:lnTo>
                    <a:pt x="1440180" y="425069"/>
                  </a:lnTo>
                  <a:lnTo>
                    <a:pt x="1440180" y="497078"/>
                  </a:lnTo>
                  <a:lnTo>
                    <a:pt x="1440180" y="665100"/>
                  </a:lnTo>
                  <a:lnTo>
                    <a:pt x="1200150" y="665100"/>
                  </a:lnTo>
                  <a:lnTo>
                    <a:pt x="840105" y="665100"/>
                  </a:lnTo>
                  <a:lnTo>
                    <a:pt x="0" y="665100"/>
                  </a:lnTo>
                  <a:lnTo>
                    <a:pt x="0" y="497078"/>
                  </a:lnTo>
                  <a:lnTo>
                    <a:pt x="0" y="425069"/>
                  </a:lnTo>
                  <a:lnTo>
                    <a:pt x="0" y="377063"/>
                  </a:lnTo>
                  <a:close/>
                </a:path>
              </a:pathLst>
            </a:custGeom>
            <a:noFill/>
            <a:ln w="9525" cap="flat" cmpd="sng">
              <a:solidFill>
                <a:srgbClr val="FF901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87" name="Google Shape;987;p43"/>
          <p:cNvSpPr txBox="1"/>
          <p:nvPr/>
        </p:nvSpPr>
        <p:spPr>
          <a:xfrm>
            <a:off x="706906" y="5251450"/>
            <a:ext cx="4572635" cy="695960"/>
          </a:xfrm>
          <a:prstGeom prst="rect">
            <a:avLst/>
          </a:prstGeom>
          <a:noFill/>
          <a:ln>
            <a:noFill/>
          </a:ln>
        </p:spPr>
        <p:txBody>
          <a:bodyPr spcFirstLastPara="1" wrap="square" lIns="0" tIns="53325" rIns="0" bIns="0" anchor="t" anchorCtr="0">
            <a:spAutoFit/>
          </a:bodyPr>
          <a:lstStyle/>
          <a:p>
            <a:pPr marL="185420" lvl="0" indent="-172720" algn="l" rtl="0">
              <a:lnSpc>
                <a:spcPct val="100000"/>
              </a:lnSpc>
              <a:spcBef>
                <a:spcPts val="0"/>
              </a:spcBef>
              <a:spcAft>
                <a:spcPts val="0"/>
              </a:spcAft>
              <a:buClr>
                <a:srgbClr val="001F5F"/>
              </a:buClr>
              <a:buSzPts val="2100"/>
              <a:buFont typeface="Arial"/>
              <a:buChar char="•"/>
            </a:pPr>
            <a:r>
              <a:rPr lang="en-US" sz="2100">
                <a:solidFill>
                  <a:srgbClr val="001F5F"/>
                </a:solidFill>
                <a:latin typeface="Arial"/>
                <a:ea typeface="Arial"/>
                <a:cs typeface="Arial"/>
                <a:sym typeface="Arial"/>
              </a:rPr>
              <a:t>Standard approach:</a:t>
            </a:r>
            <a:endParaRPr sz="2100">
              <a:latin typeface="Arial"/>
              <a:ea typeface="Arial"/>
              <a:cs typeface="Arial"/>
              <a:sym typeface="Arial"/>
            </a:endParaRPr>
          </a:p>
          <a:p>
            <a:pPr marL="527050" lvl="1" indent="-172084" algn="l" rtl="0">
              <a:lnSpc>
                <a:spcPct val="100000"/>
              </a:lnSpc>
              <a:spcBef>
                <a:spcPts val="275"/>
              </a:spcBef>
              <a:spcAft>
                <a:spcPts val="0"/>
              </a:spcAft>
              <a:buClr>
                <a:srgbClr val="001F5F"/>
              </a:buClr>
              <a:buSzPts val="1800"/>
              <a:buFont typeface="Arial"/>
              <a:buChar char="•"/>
            </a:pPr>
            <a:r>
              <a:rPr lang="en-US" sz="1800">
                <a:solidFill>
                  <a:srgbClr val="001F5F"/>
                </a:solidFill>
                <a:latin typeface="Arial"/>
                <a:ea typeface="Arial"/>
                <a:cs typeface="Arial"/>
                <a:sym typeface="Arial"/>
              </a:rPr>
              <a:t>Classification is class with highest score</a:t>
            </a:r>
            <a:endParaRPr sz="1800">
              <a:latin typeface="Arial"/>
              <a:ea typeface="Arial"/>
              <a:cs typeface="Arial"/>
              <a:sym typeface="Arial"/>
            </a:endParaRPr>
          </a:p>
        </p:txBody>
      </p:sp>
      <p:sp>
        <p:nvSpPr>
          <p:cNvPr id="988" name="Google Shape;988;p43"/>
          <p:cNvSpPr txBox="1"/>
          <p:nvPr/>
        </p:nvSpPr>
        <p:spPr>
          <a:xfrm>
            <a:off x="668806" y="2793636"/>
            <a:ext cx="4434840" cy="1986280"/>
          </a:xfrm>
          <a:prstGeom prst="rect">
            <a:avLst/>
          </a:prstGeom>
          <a:noFill/>
          <a:ln>
            <a:noFill/>
          </a:ln>
        </p:spPr>
        <p:txBody>
          <a:bodyPr spcFirstLastPara="1" wrap="square" lIns="0" tIns="71100" rIns="0" bIns="0" anchor="t" anchorCtr="0">
            <a:spAutoFit/>
          </a:bodyPr>
          <a:lstStyle/>
          <a:p>
            <a:pPr marL="685800" lvl="0" indent="-292735" algn="l" rtl="0">
              <a:lnSpc>
                <a:spcPct val="100000"/>
              </a:lnSpc>
              <a:spcBef>
                <a:spcPts val="0"/>
              </a:spcBef>
              <a:spcAft>
                <a:spcPts val="0"/>
              </a:spcAft>
              <a:buClr>
                <a:srgbClr val="001F5F"/>
              </a:buClr>
              <a:buSzPts val="1800"/>
              <a:buFont typeface="Arial"/>
              <a:buChar char="•"/>
            </a:pPr>
            <a:r>
              <a:rPr lang="en-US" sz="1800">
                <a:solidFill>
                  <a:srgbClr val="001F5F"/>
                </a:solidFill>
                <a:latin typeface="Arial"/>
                <a:ea typeface="Arial"/>
                <a:cs typeface="Arial"/>
                <a:sym typeface="Arial"/>
              </a:rPr>
              <a:t>ℎ′(𝜙 𝑜  )	</a:t>
            </a:r>
            <a:r>
              <a:rPr lang="en-US" sz="1950" baseline="-25000">
                <a:solidFill>
                  <a:srgbClr val="001F5F"/>
                </a:solidFill>
                <a:latin typeface="Arial"/>
                <a:ea typeface="Arial"/>
                <a:cs typeface="Arial"/>
                <a:sym typeface="Arial"/>
              </a:rPr>
              <a:t>1 </a:t>
            </a:r>
            <a:r>
              <a:rPr lang="en-US" sz="1800">
                <a:solidFill>
                  <a:srgbClr val="001F5F"/>
                </a:solidFill>
                <a:latin typeface="Arial"/>
                <a:ea typeface="Arial"/>
                <a:cs typeface="Arial"/>
                <a:sym typeface="Arial"/>
              </a:rPr>
              <a:t>= 1</a:t>
            </a:r>
            <a:endParaRPr sz="1800">
              <a:latin typeface="Arial"/>
              <a:ea typeface="Arial"/>
              <a:cs typeface="Arial"/>
              <a:sym typeface="Arial"/>
            </a:endParaRPr>
          </a:p>
          <a:p>
            <a:pPr marL="223520" lvl="0" indent="-172720" algn="l" rtl="0">
              <a:lnSpc>
                <a:spcPct val="100000"/>
              </a:lnSpc>
              <a:spcBef>
                <a:spcPts val="540"/>
              </a:spcBef>
              <a:spcAft>
                <a:spcPts val="0"/>
              </a:spcAft>
              <a:buClr>
                <a:srgbClr val="001F5F"/>
              </a:buClr>
              <a:buSzPts val="2100"/>
              <a:buFont typeface="Arial"/>
              <a:buChar char="•"/>
            </a:pPr>
            <a:r>
              <a:rPr lang="en-US" sz="2100">
                <a:solidFill>
                  <a:srgbClr val="001F5F"/>
                </a:solidFill>
                <a:latin typeface="Arial"/>
                <a:ea typeface="Arial"/>
                <a:cs typeface="Arial"/>
                <a:sym typeface="Arial"/>
              </a:rPr>
              <a:t>Example</a:t>
            </a:r>
            <a:endParaRPr sz="2100">
              <a:latin typeface="Arial"/>
              <a:ea typeface="Arial"/>
              <a:cs typeface="Arial"/>
              <a:sym typeface="Arial"/>
            </a:endParaRPr>
          </a:p>
          <a:p>
            <a:pPr marL="565150" lvl="1" indent="-172084" algn="l" rtl="0">
              <a:lnSpc>
                <a:spcPct val="100000"/>
              </a:lnSpc>
              <a:spcBef>
                <a:spcPts val="180"/>
              </a:spcBef>
              <a:spcAft>
                <a:spcPts val="0"/>
              </a:spcAft>
              <a:buClr>
                <a:srgbClr val="001F5F"/>
              </a:buClr>
              <a:buSzPts val="1800"/>
              <a:buFont typeface="Arial"/>
              <a:buChar char="•"/>
            </a:pPr>
            <a:r>
              <a:rPr lang="en-US" sz="1800">
                <a:solidFill>
                  <a:srgbClr val="001F5F"/>
                </a:solidFill>
                <a:latin typeface="Arial"/>
                <a:ea typeface="Arial"/>
                <a:cs typeface="Arial"/>
                <a:sym typeface="Arial"/>
              </a:rPr>
              <a:t>Three classes: „whale“, „bear“, „other“</a:t>
            </a:r>
            <a:endParaRPr sz="1800">
              <a:latin typeface="Arial"/>
              <a:ea typeface="Arial"/>
              <a:cs typeface="Arial"/>
              <a:sym typeface="Arial"/>
            </a:endParaRPr>
          </a:p>
          <a:p>
            <a:pPr marL="565150" lvl="1" indent="-172084" algn="l" rtl="0">
              <a:lnSpc>
                <a:spcPct val="100000"/>
              </a:lnSpc>
              <a:spcBef>
                <a:spcPts val="240"/>
              </a:spcBef>
              <a:spcAft>
                <a:spcPts val="0"/>
              </a:spcAft>
              <a:buClr>
                <a:srgbClr val="001F5F"/>
              </a:buClr>
              <a:buSzPts val="1800"/>
              <a:buFont typeface="Arial"/>
              <a:buChar char="•"/>
            </a:pPr>
            <a:r>
              <a:rPr lang="en-US" sz="1800">
                <a:solidFill>
                  <a:srgbClr val="001F5F"/>
                </a:solidFill>
                <a:latin typeface="Arial"/>
                <a:ea typeface="Arial"/>
                <a:cs typeface="Arial"/>
                <a:sym typeface="Arial"/>
              </a:rPr>
              <a:t>ℎ′ 𝜙 "whalepicture"	=	0.7,0.1,0.2</a:t>
            </a:r>
            <a:endParaRPr sz="1800">
              <a:latin typeface="Arial"/>
              <a:ea typeface="Arial"/>
              <a:cs typeface="Arial"/>
              <a:sym typeface="Arial"/>
            </a:endParaRPr>
          </a:p>
          <a:p>
            <a:pPr marL="0" lvl="0" indent="0" algn="l" rtl="0">
              <a:lnSpc>
                <a:spcPct val="100000"/>
              </a:lnSpc>
              <a:spcBef>
                <a:spcPts val="605"/>
              </a:spcBef>
              <a:spcAft>
                <a:spcPts val="0"/>
              </a:spcAft>
              <a:buNone/>
            </a:pPr>
            <a:endParaRPr sz="1800">
              <a:latin typeface="Arial"/>
              <a:ea typeface="Arial"/>
              <a:cs typeface="Arial"/>
              <a:sym typeface="Arial"/>
            </a:endParaRPr>
          </a:p>
          <a:p>
            <a:pPr marL="1280160" lvl="0" indent="0" algn="l" rtl="0">
              <a:lnSpc>
                <a:spcPct val="100000"/>
              </a:lnSpc>
              <a:spcBef>
                <a:spcPts val="0"/>
              </a:spcBef>
              <a:spcAft>
                <a:spcPts val="0"/>
              </a:spcAft>
              <a:buNone/>
            </a:pPr>
            <a:r>
              <a:rPr lang="en-US" sz="1800">
                <a:solidFill>
                  <a:srgbClr val="001F5F"/>
                </a:solidFill>
                <a:latin typeface="Arial"/>
                <a:ea typeface="Arial"/>
                <a:cs typeface="Arial"/>
                <a:sym typeface="Arial"/>
              </a:rPr>
              <a:t>score whale</a:t>
            </a:r>
            <a:endParaRPr sz="1800">
              <a:latin typeface="Arial"/>
              <a:ea typeface="Arial"/>
              <a:cs typeface="Arial"/>
              <a:sym typeface="Arial"/>
            </a:endParaRPr>
          </a:p>
        </p:txBody>
      </p:sp>
      <p:grpSp>
        <p:nvGrpSpPr>
          <p:cNvPr id="989" name="Google Shape;989;p43"/>
          <p:cNvGrpSpPr/>
          <p:nvPr/>
        </p:nvGrpSpPr>
        <p:grpSpPr>
          <a:xfrm>
            <a:off x="3374134" y="4084320"/>
            <a:ext cx="1527048" cy="1065276"/>
            <a:chOff x="3374134" y="4084320"/>
            <a:chExt cx="1527048" cy="1065276"/>
          </a:xfrm>
        </p:grpSpPr>
        <p:pic>
          <p:nvPicPr>
            <p:cNvPr id="990" name="Google Shape;990;p43"/>
            <p:cNvPicPr preferRelativeResize="0"/>
            <p:nvPr/>
          </p:nvPicPr>
          <p:blipFill rotWithShape="1">
            <a:blip r:embed="rId13">
              <a:alphaModFix/>
            </a:blip>
            <a:srcRect/>
            <a:stretch/>
          </p:blipFill>
          <p:spPr>
            <a:xfrm>
              <a:off x="3374134" y="4084320"/>
              <a:ext cx="1527048" cy="1065276"/>
            </a:xfrm>
            <a:prstGeom prst="rect">
              <a:avLst/>
            </a:prstGeom>
            <a:noFill/>
            <a:ln>
              <a:noFill/>
            </a:ln>
          </p:spPr>
        </p:pic>
        <p:pic>
          <p:nvPicPr>
            <p:cNvPr id="991" name="Google Shape;991;p43"/>
            <p:cNvPicPr preferRelativeResize="0"/>
            <p:nvPr/>
          </p:nvPicPr>
          <p:blipFill rotWithShape="1">
            <a:blip r:embed="rId14">
              <a:alphaModFix/>
            </a:blip>
            <a:srcRect/>
            <a:stretch/>
          </p:blipFill>
          <p:spPr>
            <a:xfrm>
              <a:off x="3419854" y="4118737"/>
              <a:ext cx="1440178" cy="969899"/>
            </a:xfrm>
            <a:prstGeom prst="rect">
              <a:avLst/>
            </a:prstGeom>
            <a:noFill/>
            <a:ln>
              <a:noFill/>
            </a:ln>
          </p:spPr>
        </p:pic>
        <p:sp>
          <p:nvSpPr>
            <p:cNvPr id="992" name="Google Shape;992;p43"/>
            <p:cNvSpPr/>
            <p:nvPr/>
          </p:nvSpPr>
          <p:spPr>
            <a:xfrm>
              <a:off x="3419854" y="4118737"/>
              <a:ext cx="1440180" cy="970280"/>
            </a:xfrm>
            <a:custGeom>
              <a:avLst/>
              <a:gdLst/>
              <a:ahLst/>
              <a:cxnLst/>
              <a:rect l="l" t="t" r="r" b="b"/>
              <a:pathLst>
                <a:path w="1440179" h="970279" extrusionOk="0">
                  <a:moveTo>
                    <a:pt x="0" y="681863"/>
                  </a:moveTo>
                  <a:lnTo>
                    <a:pt x="840105" y="681863"/>
                  </a:lnTo>
                  <a:lnTo>
                    <a:pt x="788670" y="0"/>
                  </a:lnTo>
                  <a:lnTo>
                    <a:pt x="1200151" y="681863"/>
                  </a:lnTo>
                  <a:lnTo>
                    <a:pt x="1440181" y="681863"/>
                  </a:lnTo>
                  <a:lnTo>
                    <a:pt x="1440181" y="729869"/>
                  </a:lnTo>
                  <a:lnTo>
                    <a:pt x="1440181" y="801878"/>
                  </a:lnTo>
                  <a:lnTo>
                    <a:pt x="1440181" y="969900"/>
                  </a:lnTo>
                  <a:lnTo>
                    <a:pt x="1200151" y="969900"/>
                  </a:lnTo>
                  <a:lnTo>
                    <a:pt x="840105" y="969900"/>
                  </a:lnTo>
                  <a:lnTo>
                    <a:pt x="0" y="969900"/>
                  </a:lnTo>
                  <a:lnTo>
                    <a:pt x="0" y="801878"/>
                  </a:lnTo>
                  <a:lnTo>
                    <a:pt x="0" y="729869"/>
                  </a:lnTo>
                  <a:lnTo>
                    <a:pt x="0" y="681863"/>
                  </a:lnTo>
                  <a:close/>
                </a:path>
              </a:pathLst>
            </a:custGeom>
            <a:noFill/>
            <a:ln w="9525" cap="flat" cmpd="sng">
              <a:solidFill>
                <a:srgbClr val="FF901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3" name="Google Shape;993;p43"/>
          <p:cNvSpPr txBox="1"/>
          <p:nvPr/>
        </p:nvSpPr>
        <p:spPr>
          <a:xfrm>
            <a:off x="3588510" y="4787900"/>
            <a:ext cx="1093470"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solidFill>
                  <a:srgbClr val="001F5F"/>
                </a:solidFill>
                <a:latin typeface="Arial"/>
                <a:ea typeface="Arial"/>
                <a:cs typeface="Arial"/>
                <a:sym typeface="Arial"/>
              </a:rPr>
              <a:t>score bear</a:t>
            </a:r>
            <a:endParaRPr sz="1800">
              <a:latin typeface="Arial"/>
              <a:ea typeface="Arial"/>
              <a:cs typeface="Arial"/>
              <a:sym typeface="Arial"/>
            </a:endParaRPr>
          </a:p>
        </p:txBody>
      </p:sp>
      <p:grpSp>
        <p:nvGrpSpPr>
          <p:cNvPr id="994" name="Google Shape;994;p43"/>
          <p:cNvGrpSpPr/>
          <p:nvPr/>
        </p:nvGrpSpPr>
        <p:grpSpPr>
          <a:xfrm>
            <a:off x="4657344" y="4134585"/>
            <a:ext cx="1844038" cy="978433"/>
            <a:chOff x="4657344" y="4134585"/>
            <a:chExt cx="1844038" cy="978433"/>
          </a:xfrm>
        </p:grpSpPr>
        <p:pic>
          <p:nvPicPr>
            <p:cNvPr id="995" name="Google Shape;995;p43"/>
            <p:cNvPicPr preferRelativeResize="0"/>
            <p:nvPr/>
          </p:nvPicPr>
          <p:blipFill rotWithShape="1">
            <a:blip r:embed="rId15">
              <a:alphaModFix/>
            </a:blip>
            <a:srcRect/>
            <a:stretch/>
          </p:blipFill>
          <p:spPr>
            <a:xfrm>
              <a:off x="4657344" y="4134585"/>
              <a:ext cx="1844038" cy="978433"/>
            </a:xfrm>
            <a:prstGeom prst="rect">
              <a:avLst/>
            </a:prstGeom>
            <a:noFill/>
            <a:ln>
              <a:noFill/>
            </a:ln>
          </p:spPr>
        </p:pic>
        <p:pic>
          <p:nvPicPr>
            <p:cNvPr id="996" name="Google Shape;996;p43"/>
            <p:cNvPicPr preferRelativeResize="0"/>
            <p:nvPr/>
          </p:nvPicPr>
          <p:blipFill rotWithShape="1">
            <a:blip r:embed="rId16">
              <a:alphaModFix/>
            </a:blip>
            <a:srcRect/>
            <a:stretch/>
          </p:blipFill>
          <p:spPr>
            <a:xfrm>
              <a:off x="4719066" y="4173600"/>
              <a:ext cx="1741168" cy="878459"/>
            </a:xfrm>
            <a:prstGeom prst="rect">
              <a:avLst/>
            </a:prstGeom>
            <a:noFill/>
            <a:ln>
              <a:noFill/>
            </a:ln>
          </p:spPr>
        </p:pic>
        <p:sp>
          <p:nvSpPr>
            <p:cNvPr id="997" name="Google Shape;997;p43"/>
            <p:cNvSpPr/>
            <p:nvPr/>
          </p:nvSpPr>
          <p:spPr>
            <a:xfrm>
              <a:off x="4719066" y="4173600"/>
              <a:ext cx="1741170" cy="878840"/>
            </a:xfrm>
            <a:custGeom>
              <a:avLst/>
              <a:gdLst/>
              <a:ahLst/>
              <a:cxnLst/>
              <a:rect l="l" t="t" r="r" b="b"/>
              <a:pathLst>
                <a:path w="1741170" h="878839" extrusionOk="0">
                  <a:moveTo>
                    <a:pt x="300989" y="590423"/>
                  </a:moveTo>
                  <a:lnTo>
                    <a:pt x="541019" y="590423"/>
                  </a:lnTo>
                  <a:lnTo>
                    <a:pt x="0" y="0"/>
                  </a:lnTo>
                  <a:lnTo>
                    <a:pt x="901064" y="590423"/>
                  </a:lnTo>
                  <a:lnTo>
                    <a:pt x="1741170" y="590423"/>
                  </a:lnTo>
                  <a:lnTo>
                    <a:pt x="1741170" y="638429"/>
                  </a:lnTo>
                  <a:lnTo>
                    <a:pt x="1741170" y="710438"/>
                  </a:lnTo>
                  <a:lnTo>
                    <a:pt x="1741170" y="878460"/>
                  </a:lnTo>
                  <a:lnTo>
                    <a:pt x="901064" y="878460"/>
                  </a:lnTo>
                  <a:lnTo>
                    <a:pt x="541019" y="878460"/>
                  </a:lnTo>
                  <a:lnTo>
                    <a:pt x="300989" y="878460"/>
                  </a:lnTo>
                  <a:lnTo>
                    <a:pt x="300989" y="710438"/>
                  </a:lnTo>
                  <a:lnTo>
                    <a:pt x="300989" y="638429"/>
                  </a:lnTo>
                  <a:lnTo>
                    <a:pt x="300989" y="590423"/>
                  </a:lnTo>
                  <a:close/>
                </a:path>
              </a:pathLst>
            </a:custGeom>
            <a:noFill/>
            <a:ln w="9525" cap="flat" cmpd="sng">
              <a:solidFill>
                <a:srgbClr val="FF901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98" name="Google Shape;998;p43"/>
          <p:cNvSpPr txBox="1"/>
          <p:nvPr/>
        </p:nvSpPr>
        <p:spPr>
          <a:xfrm>
            <a:off x="5157595" y="4754371"/>
            <a:ext cx="1160780"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solidFill>
                  <a:srgbClr val="001F5F"/>
                </a:solidFill>
                <a:latin typeface="Arial"/>
                <a:ea typeface="Arial"/>
                <a:cs typeface="Arial"/>
                <a:sym typeface="Arial"/>
              </a:rPr>
              <a:t>score other</a:t>
            </a:r>
            <a:endParaRPr sz="1800">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1002"/>
        <p:cNvGrpSpPr/>
        <p:nvPr/>
      </p:nvGrpSpPr>
      <p:grpSpPr>
        <a:xfrm>
          <a:off x="0" y="0"/>
          <a:ext cx="0" cy="0"/>
          <a:chOff x="0" y="0"/>
          <a:chExt cx="0" cy="0"/>
        </a:xfrm>
      </p:grpSpPr>
      <p:grpSp>
        <p:nvGrpSpPr>
          <p:cNvPr id="1003" name="Google Shape;1003;p44"/>
          <p:cNvGrpSpPr/>
          <p:nvPr/>
        </p:nvGrpSpPr>
        <p:grpSpPr>
          <a:xfrm>
            <a:off x="3310436" y="3055959"/>
            <a:ext cx="8073651" cy="6507632"/>
            <a:chOff x="2700526" y="2343910"/>
            <a:chExt cx="5692139" cy="3893822"/>
          </a:xfrm>
        </p:grpSpPr>
        <p:pic>
          <p:nvPicPr>
            <p:cNvPr id="1004" name="Google Shape;1004;p44"/>
            <p:cNvPicPr preferRelativeResize="0"/>
            <p:nvPr/>
          </p:nvPicPr>
          <p:blipFill rotWithShape="1">
            <a:blip r:embed="rId3">
              <a:alphaModFix/>
            </a:blip>
            <a:srcRect/>
            <a:stretch/>
          </p:blipFill>
          <p:spPr>
            <a:xfrm>
              <a:off x="2705099" y="2348482"/>
              <a:ext cx="3733800" cy="2591545"/>
            </a:xfrm>
            <a:prstGeom prst="rect">
              <a:avLst/>
            </a:prstGeom>
            <a:noFill/>
            <a:ln>
              <a:noFill/>
            </a:ln>
          </p:spPr>
        </p:pic>
        <p:sp>
          <p:nvSpPr>
            <p:cNvPr id="1005" name="Google Shape;1005;p44"/>
            <p:cNvSpPr/>
            <p:nvPr/>
          </p:nvSpPr>
          <p:spPr>
            <a:xfrm>
              <a:off x="2700526" y="2343910"/>
              <a:ext cx="3743325" cy="2658110"/>
            </a:xfrm>
            <a:custGeom>
              <a:avLst/>
              <a:gdLst/>
              <a:ahLst/>
              <a:cxnLst/>
              <a:rect l="l" t="t" r="r" b="b"/>
              <a:pathLst>
                <a:path w="3743325" h="2658110" extrusionOk="0">
                  <a:moveTo>
                    <a:pt x="0" y="0"/>
                  </a:moveTo>
                  <a:lnTo>
                    <a:pt x="3742944" y="0"/>
                  </a:lnTo>
                  <a:lnTo>
                    <a:pt x="3742944" y="2657856"/>
                  </a:lnTo>
                  <a:lnTo>
                    <a:pt x="0" y="2657856"/>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1006" name="Google Shape;1006;p44"/>
            <p:cNvPicPr preferRelativeResize="0"/>
            <p:nvPr/>
          </p:nvPicPr>
          <p:blipFill rotWithShape="1">
            <a:blip r:embed="rId4">
              <a:alphaModFix/>
            </a:blip>
            <a:srcRect/>
            <a:stretch/>
          </p:blipFill>
          <p:spPr>
            <a:xfrm>
              <a:off x="3966970" y="4305300"/>
              <a:ext cx="4425695" cy="1932432"/>
            </a:xfrm>
            <a:prstGeom prst="rect">
              <a:avLst/>
            </a:prstGeom>
            <a:noFill/>
            <a:ln>
              <a:noFill/>
            </a:ln>
          </p:spPr>
        </p:pic>
        <p:pic>
          <p:nvPicPr>
            <p:cNvPr id="1007" name="Google Shape;1007;p44"/>
            <p:cNvPicPr preferRelativeResize="0"/>
            <p:nvPr/>
          </p:nvPicPr>
          <p:blipFill rotWithShape="1">
            <a:blip r:embed="rId5">
              <a:alphaModFix/>
            </a:blip>
            <a:srcRect/>
            <a:stretch/>
          </p:blipFill>
          <p:spPr>
            <a:xfrm>
              <a:off x="4032629" y="4339969"/>
              <a:ext cx="4318888" cy="1836801"/>
            </a:xfrm>
            <a:prstGeom prst="rect">
              <a:avLst/>
            </a:prstGeom>
            <a:noFill/>
            <a:ln>
              <a:noFill/>
            </a:ln>
          </p:spPr>
        </p:pic>
        <p:sp>
          <p:nvSpPr>
            <p:cNvPr id="1008" name="Google Shape;1008;p44"/>
            <p:cNvSpPr/>
            <p:nvPr/>
          </p:nvSpPr>
          <p:spPr>
            <a:xfrm>
              <a:off x="4032629" y="4339969"/>
              <a:ext cx="4319270" cy="1837055"/>
            </a:xfrm>
            <a:custGeom>
              <a:avLst/>
              <a:gdLst/>
              <a:ahLst/>
              <a:cxnLst/>
              <a:rect l="l" t="t" r="r" b="b"/>
              <a:pathLst>
                <a:path w="4319270" h="1837054" extrusionOk="0">
                  <a:moveTo>
                    <a:pt x="1115440" y="923924"/>
                  </a:moveTo>
                  <a:lnTo>
                    <a:pt x="1649348" y="923924"/>
                  </a:lnTo>
                  <a:lnTo>
                    <a:pt x="0" y="0"/>
                  </a:lnTo>
                  <a:lnTo>
                    <a:pt x="2450210" y="923924"/>
                  </a:lnTo>
                  <a:lnTo>
                    <a:pt x="4318889" y="923924"/>
                  </a:lnTo>
                  <a:lnTo>
                    <a:pt x="4318889" y="1076071"/>
                  </a:lnTo>
                  <a:lnTo>
                    <a:pt x="4318889" y="1304290"/>
                  </a:lnTo>
                  <a:lnTo>
                    <a:pt x="4318889" y="1836802"/>
                  </a:lnTo>
                  <a:lnTo>
                    <a:pt x="2450210" y="1836802"/>
                  </a:lnTo>
                  <a:lnTo>
                    <a:pt x="1649348" y="1836802"/>
                  </a:lnTo>
                  <a:lnTo>
                    <a:pt x="1115440" y="1836802"/>
                  </a:lnTo>
                  <a:lnTo>
                    <a:pt x="1115440" y="1304290"/>
                  </a:lnTo>
                  <a:lnTo>
                    <a:pt x="1115440" y="1076071"/>
                  </a:lnTo>
                  <a:lnTo>
                    <a:pt x="1115440" y="923924"/>
                  </a:lnTo>
                  <a:close/>
                </a:path>
              </a:pathLst>
            </a:custGeom>
            <a:noFill/>
            <a:ln w="9525" cap="flat" cmpd="sng">
              <a:solidFill>
                <a:srgbClr val="FF901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009" name="Google Shape;1009;p44" descr="$PPTXTitle"/>
          <p:cNvSpPr txBox="1">
            <a:spLocks noGrp="1"/>
          </p:cNvSpPr>
          <p:nvPr>
            <p:ph type="title"/>
          </p:nvPr>
        </p:nvSpPr>
        <p:spPr>
          <a:xfrm>
            <a:off x="707543" y="494791"/>
            <a:ext cx="8080858" cy="757643"/>
          </a:xfrm>
          <a:prstGeom prst="rect">
            <a:avLst/>
          </a:prstGeom>
          <a:noFill/>
          <a:ln>
            <a:noFill/>
          </a:ln>
        </p:spPr>
        <p:txBody>
          <a:bodyPr spcFirstLastPara="1" wrap="square" lIns="0" tIns="232150" rIns="0" bIns="0" anchor="t" anchorCtr="0">
            <a:spAutoFit/>
          </a:bodyPr>
          <a:lstStyle/>
          <a:p>
            <a:pPr marL="12700" lvl="0" indent="0" algn="l" rtl="0">
              <a:lnSpc>
                <a:spcPct val="100000"/>
              </a:lnSpc>
              <a:spcBef>
                <a:spcPts val="0"/>
              </a:spcBef>
              <a:spcAft>
                <a:spcPts val="0"/>
              </a:spcAft>
              <a:buNone/>
            </a:pPr>
            <a:r>
              <a:rPr lang="en-US" sz="3400" b="1">
                <a:solidFill>
                  <a:srgbClr val="0070C0"/>
                </a:solidFill>
              </a:rPr>
              <a:t>Thresholds for Scores</a:t>
            </a:r>
            <a:endParaRPr sz="3400" b="1">
              <a:solidFill>
                <a:srgbClr val="0070C0"/>
              </a:solidFill>
            </a:endParaRPr>
          </a:p>
        </p:txBody>
      </p:sp>
      <p:sp>
        <p:nvSpPr>
          <p:cNvPr id="1010" name="Google Shape;1010;p44"/>
          <p:cNvSpPr txBox="1"/>
          <p:nvPr/>
        </p:nvSpPr>
        <p:spPr>
          <a:xfrm>
            <a:off x="706906" y="1805431"/>
            <a:ext cx="6405094" cy="382156"/>
          </a:xfrm>
          <a:prstGeom prst="rect">
            <a:avLst/>
          </a:prstGeom>
          <a:noFill/>
          <a:ln>
            <a:noFill/>
          </a:ln>
        </p:spPr>
        <p:txBody>
          <a:bodyPr spcFirstLastPara="1" wrap="square" lIns="0" tIns="12700" rIns="0" bIns="0" anchor="t" anchorCtr="0">
            <a:spAutoFit/>
          </a:bodyPr>
          <a:lstStyle/>
          <a:p>
            <a:pPr marL="185420" lvl="0" indent="-172720" algn="l" rtl="0">
              <a:lnSpc>
                <a:spcPct val="10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Different thresholds also possible</a:t>
            </a:r>
            <a:endParaRPr sz="2400">
              <a:solidFill>
                <a:schemeClr val="dk1"/>
              </a:solidFill>
              <a:latin typeface="Arial"/>
              <a:ea typeface="Arial"/>
              <a:cs typeface="Arial"/>
              <a:sym typeface="Arial"/>
            </a:endParaRPr>
          </a:p>
        </p:txBody>
      </p:sp>
      <p:sp>
        <p:nvSpPr>
          <p:cNvPr id="1011" name="Google Shape;1011;p44"/>
          <p:cNvSpPr txBox="1"/>
          <p:nvPr/>
        </p:nvSpPr>
        <p:spPr>
          <a:xfrm>
            <a:off x="7721600" y="7967445"/>
            <a:ext cx="2941320" cy="1491434"/>
          </a:xfrm>
          <a:prstGeom prst="rect">
            <a:avLst/>
          </a:prstGeom>
          <a:noFill/>
          <a:ln>
            <a:noFill/>
          </a:ln>
        </p:spPr>
        <p:txBody>
          <a:bodyPr spcFirstLastPara="1" wrap="square" lIns="0" tIns="13950" rIns="0" bIns="0" anchor="t" anchorCtr="0">
            <a:spAutoFit/>
          </a:bodyPr>
          <a:lstStyle/>
          <a:p>
            <a:pPr marL="12700" marR="5080" lvl="0" indent="3175" algn="ctr" rtl="0">
              <a:spcBef>
                <a:spcPts val="0"/>
              </a:spcBef>
              <a:spcAft>
                <a:spcPts val="0"/>
              </a:spcAft>
              <a:buNone/>
            </a:pPr>
            <a:r>
              <a:rPr lang="en-US" sz="2400">
                <a:solidFill>
                  <a:srgbClr val="001F5F"/>
                </a:solidFill>
                <a:latin typeface="Arial"/>
                <a:ea typeface="Arial"/>
                <a:cs typeface="Arial"/>
                <a:sym typeface="Arial"/>
              </a:rPr>
              <a:t>Many “No Spam” incorrectly detected as spam if “highest” score is used</a:t>
            </a:r>
            <a:endParaRPr sz="2400">
              <a:latin typeface="Arial"/>
              <a:ea typeface="Arial"/>
              <a:cs typeface="Arial"/>
              <a:sym typeface="Arial"/>
            </a:endParaRPr>
          </a:p>
        </p:txBody>
      </p:sp>
      <p:grpSp>
        <p:nvGrpSpPr>
          <p:cNvPr id="1012" name="Google Shape;1012;p44"/>
          <p:cNvGrpSpPr/>
          <p:nvPr/>
        </p:nvGrpSpPr>
        <p:grpSpPr>
          <a:xfrm>
            <a:off x="421457" y="7315870"/>
            <a:ext cx="4585464" cy="2352455"/>
            <a:chOff x="134112" y="4728970"/>
            <a:chExt cx="4119372" cy="1376170"/>
          </a:xfrm>
        </p:grpSpPr>
        <p:pic>
          <p:nvPicPr>
            <p:cNvPr id="1013" name="Google Shape;1013;p44"/>
            <p:cNvPicPr preferRelativeResize="0"/>
            <p:nvPr/>
          </p:nvPicPr>
          <p:blipFill rotWithShape="1">
            <a:blip r:embed="rId6">
              <a:alphaModFix/>
            </a:blip>
            <a:srcRect/>
            <a:stretch/>
          </p:blipFill>
          <p:spPr>
            <a:xfrm>
              <a:off x="134112" y="4728970"/>
              <a:ext cx="4119372" cy="1376170"/>
            </a:xfrm>
            <a:prstGeom prst="rect">
              <a:avLst/>
            </a:prstGeom>
            <a:noFill/>
            <a:ln>
              <a:noFill/>
            </a:ln>
          </p:spPr>
        </p:pic>
        <p:pic>
          <p:nvPicPr>
            <p:cNvPr id="1014" name="Google Shape;1014;p44"/>
            <p:cNvPicPr preferRelativeResize="0"/>
            <p:nvPr/>
          </p:nvPicPr>
          <p:blipFill rotWithShape="1">
            <a:blip r:embed="rId7">
              <a:alphaModFix/>
            </a:blip>
            <a:srcRect/>
            <a:stretch/>
          </p:blipFill>
          <p:spPr>
            <a:xfrm>
              <a:off x="179832" y="4756148"/>
              <a:ext cx="4032504" cy="1288032"/>
            </a:xfrm>
            <a:prstGeom prst="rect">
              <a:avLst/>
            </a:prstGeom>
            <a:noFill/>
            <a:ln>
              <a:noFill/>
            </a:ln>
          </p:spPr>
        </p:pic>
        <p:sp>
          <p:nvSpPr>
            <p:cNvPr id="1015" name="Google Shape;1015;p44"/>
            <p:cNvSpPr/>
            <p:nvPr/>
          </p:nvSpPr>
          <p:spPr>
            <a:xfrm>
              <a:off x="179832" y="4756148"/>
              <a:ext cx="4032885" cy="1288415"/>
            </a:xfrm>
            <a:custGeom>
              <a:avLst/>
              <a:gdLst/>
              <a:ahLst/>
              <a:cxnLst/>
              <a:rect l="l" t="t" r="r" b="b"/>
              <a:pathLst>
                <a:path w="4032885" h="1288414" extrusionOk="0">
                  <a:moveTo>
                    <a:pt x="0" y="375157"/>
                  </a:moveTo>
                  <a:lnTo>
                    <a:pt x="2352294" y="375157"/>
                  </a:lnTo>
                  <a:lnTo>
                    <a:pt x="3530980" y="0"/>
                  </a:lnTo>
                  <a:lnTo>
                    <a:pt x="3360420" y="375157"/>
                  </a:lnTo>
                  <a:lnTo>
                    <a:pt x="4032504" y="375157"/>
                  </a:lnTo>
                  <a:lnTo>
                    <a:pt x="4032504" y="527304"/>
                  </a:lnTo>
                  <a:lnTo>
                    <a:pt x="4032504" y="755522"/>
                  </a:lnTo>
                  <a:lnTo>
                    <a:pt x="4032504" y="1288034"/>
                  </a:lnTo>
                  <a:lnTo>
                    <a:pt x="3360420" y="1288034"/>
                  </a:lnTo>
                  <a:lnTo>
                    <a:pt x="2352294" y="1288034"/>
                  </a:lnTo>
                  <a:lnTo>
                    <a:pt x="0" y="1288034"/>
                  </a:lnTo>
                  <a:lnTo>
                    <a:pt x="0" y="755522"/>
                  </a:lnTo>
                  <a:lnTo>
                    <a:pt x="0" y="527304"/>
                  </a:lnTo>
                  <a:lnTo>
                    <a:pt x="0" y="375157"/>
                  </a:lnTo>
                  <a:close/>
                </a:path>
              </a:pathLst>
            </a:custGeom>
            <a:noFill/>
            <a:ln w="9525" cap="flat" cmpd="sng">
              <a:solidFill>
                <a:srgbClr val="FF901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016" name="Google Shape;1016;p44"/>
          <p:cNvSpPr txBox="1"/>
          <p:nvPr/>
        </p:nvSpPr>
        <p:spPr>
          <a:xfrm>
            <a:off x="861961" y="8141200"/>
            <a:ext cx="3663950" cy="1080135"/>
          </a:xfrm>
          <a:prstGeom prst="rect">
            <a:avLst/>
          </a:prstGeom>
          <a:noFill/>
          <a:ln>
            <a:noFill/>
          </a:ln>
        </p:spPr>
        <p:txBody>
          <a:bodyPr spcFirstLastPara="1" wrap="square" lIns="0" tIns="28575" rIns="0" bIns="0" anchor="t" anchorCtr="0">
            <a:spAutoFit/>
          </a:bodyPr>
          <a:lstStyle/>
          <a:p>
            <a:pPr marL="384175" marR="8890" lvl="0" indent="-365760" algn="l" rtl="0">
              <a:lnSpc>
                <a:spcPct val="107000"/>
              </a:lnSpc>
              <a:spcBef>
                <a:spcPts val="0"/>
              </a:spcBef>
              <a:spcAft>
                <a:spcPts val="0"/>
              </a:spcAft>
              <a:buClr>
                <a:srgbClr val="000000"/>
              </a:buClr>
              <a:buSzPts val="2400"/>
              <a:buFont typeface="Arial"/>
              <a:buNone/>
            </a:pPr>
            <a:r>
              <a:rPr lang="en-US" sz="2400">
                <a:solidFill>
                  <a:srgbClr val="000000"/>
                </a:solidFill>
                <a:latin typeface="Arial"/>
                <a:ea typeface="Arial"/>
                <a:cs typeface="Arial"/>
                <a:sym typeface="Arial"/>
              </a:rPr>
              <a:t>Threshold of 0.2 would miss “Spam” but better identify “No Spam”</a:t>
            </a:r>
            <a:endParaRPr sz="1200">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282"/>
        <p:cNvGrpSpPr/>
        <p:nvPr/>
      </p:nvGrpSpPr>
      <p:grpSpPr>
        <a:xfrm>
          <a:off x="0" y="0"/>
          <a:ext cx="0" cy="0"/>
          <a:chOff x="0" y="0"/>
          <a:chExt cx="0" cy="0"/>
        </a:xfrm>
      </p:grpSpPr>
      <p:sp>
        <p:nvSpPr>
          <p:cNvPr id="1283" name="Google Shape;1283;p63" descr="$PPTXTitle"/>
          <p:cNvSpPr txBox="1">
            <a:spLocks noGrp="1"/>
          </p:cNvSpPr>
          <p:nvPr>
            <p:ph type="title"/>
          </p:nvPr>
        </p:nvSpPr>
        <p:spPr>
          <a:xfrm>
            <a:off x="707542" y="494791"/>
            <a:ext cx="11589715" cy="985519"/>
          </a:xfrm>
          <a:prstGeom prst="rect">
            <a:avLst/>
          </a:prstGeom>
          <a:noFill/>
          <a:ln>
            <a:noFill/>
          </a:ln>
        </p:spPr>
        <p:txBody>
          <a:bodyPr spcFirstLastPara="1" wrap="square" lIns="0" tIns="232150" rIns="0" bIns="0" anchor="t" anchorCtr="0">
            <a:spAutoFit/>
          </a:bodyPr>
          <a:lstStyle/>
          <a:p>
            <a:pPr marL="12700" lvl="0" indent="0" algn="l" rtl="0">
              <a:lnSpc>
                <a:spcPct val="100000"/>
              </a:lnSpc>
              <a:spcBef>
                <a:spcPts val="0"/>
              </a:spcBef>
              <a:spcAft>
                <a:spcPts val="0"/>
              </a:spcAft>
              <a:buNone/>
            </a:pPr>
            <a:r>
              <a:rPr lang="en-US" sz="3300">
                <a:solidFill>
                  <a:srgbClr val="0096CE"/>
                </a:solidFill>
              </a:rPr>
              <a:t>Logistic Regression</a:t>
            </a:r>
            <a:endParaRPr sz="3300"/>
          </a:p>
        </p:txBody>
      </p:sp>
      <p:sp>
        <p:nvSpPr>
          <p:cNvPr id="1284" name="Google Shape;1284;p63"/>
          <p:cNvSpPr txBox="1"/>
          <p:nvPr/>
        </p:nvSpPr>
        <p:spPr>
          <a:xfrm>
            <a:off x="668806" y="1764537"/>
            <a:ext cx="7473315" cy="2748915"/>
          </a:xfrm>
          <a:prstGeom prst="rect">
            <a:avLst/>
          </a:prstGeom>
          <a:noFill/>
          <a:ln>
            <a:noFill/>
          </a:ln>
        </p:spPr>
        <p:txBody>
          <a:bodyPr spcFirstLastPara="1" wrap="square" lIns="0" tIns="53325" rIns="0" bIns="0" anchor="t" anchorCtr="0">
            <a:spAutoFit/>
          </a:bodyPr>
          <a:lstStyle/>
          <a:p>
            <a:pPr marL="223520" lvl="0" indent="-172720" algn="l" rtl="0">
              <a:lnSpc>
                <a:spcPct val="100000"/>
              </a:lnSpc>
              <a:spcBef>
                <a:spcPts val="0"/>
              </a:spcBef>
              <a:spcAft>
                <a:spcPts val="0"/>
              </a:spcAft>
              <a:buClr>
                <a:srgbClr val="001F5F"/>
              </a:buClr>
              <a:buSzPts val="2100"/>
              <a:buFont typeface="Arial"/>
              <a:buChar char="•"/>
            </a:pPr>
            <a:r>
              <a:rPr lang="en-US" sz="2100">
                <a:solidFill>
                  <a:srgbClr val="001F5F"/>
                </a:solidFill>
                <a:latin typeface="Arial"/>
                <a:ea typeface="Arial"/>
                <a:cs typeface="Arial"/>
                <a:sym typeface="Arial"/>
              </a:rPr>
              <a:t>Basic Idea:</a:t>
            </a:r>
            <a:endParaRPr sz="2100">
              <a:latin typeface="Arial"/>
              <a:ea typeface="Arial"/>
              <a:cs typeface="Arial"/>
              <a:sym typeface="Arial"/>
            </a:endParaRPr>
          </a:p>
          <a:p>
            <a:pPr marL="565150" lvl="1" indent="-172084" algn="l" rtl="0">
              <a:lnSpc>
                <a:spcPct val="100000"/>
              </a:lnSpc>
              <a:spcBef>
                <a:spcPts val="275"/>
              </a:spcBef>
              <a:spcAft>
                <a:spcPts val="0"/>
              </a:spcAft>
              <a:buClr>
                <a:srgbClr val="001F5F"/>
              </a:buClr>
              <a:buSzPts val="1800"/>
              <a:buFont typeface="Arial"/>
              <a:buChar char="•"/>
            </a:pPr>
            <a:r>
              <a:rPr lang="en-US" sz="1800">
                <a:solidFill>
                  <a:srgbClr val="001F5F"/>
                </a:solidFill>
                <a:latin typeface="Arial"/>
                <a:ea typeface="Arial"/>
                <a:cs typeface="Arial"/>
                <a:sym typeface="Arial"/>
              </a:rPr>
              <a:t>Regression model of the probability that an object belongs to a class</a:t>
            </a:r>
            <a:endParaRPr sz="1800">
              <a:latin typeface="Arial"/>
              <a:ea typeface="Arial"/>
              <a:cs typeface="Arial"/>
              <a:sym typeface="Arial"/>
            </a:endParaRPr>
          </a:p>
          <a:p>
            <a:pPr marL="565150" lvl="1" indent="-172084" algn="l" rtl="0">
              <a:lnSpc>
                <a:spcPct val="100000"/>
              </a:lnSpc>
              <a:spcBef>
                <a:spcPts val="145"/>
              </a:spcBef>
              <a:spcAft>
                <a:spcPts val="0"/>
              </a:spcAft>
              <a:buClr>
                <a:srgbClr val="001F5F"/>
              </a:buClr>
              <a:buSzPts val="1800"/>
              <a:buFont typeface="Arial"/>
              <a:buChar char="•"/>
            </a:pPr>
            <a:r>
              <a:rPr lang="en-US" sz="1800">
                <a:solidFill>
                  <a:srgbClr val="001F5F"/>
                </a:solidFill>
                <a:latin typeface="Arial"/>
                <a:ea typeface="Arial"/>
                <a:cs typeface="Arial"/>
                <a:sym typeface="Arial"/>
              </a:rPr>
              <a:t>Combines the 𝑙𝑜𝑔𝑖𝑡 function with </a:t>
            </a:r>
            <a:r>
              <a:rPr lang="en-US" sz="1800" i="1">
                <a:solidFill>
                  <a:srgbClr val="001F5F"/>
                </a:solidFill>
                <a:latin typeface="Arial"/>
                <a:ea typeface="Arial"/>
                <a:cs typeface="Arial"/>
                <a:sym typeface="Arial"/>
              </a:rPr>
              <a:t>linear regression</a:t>
            </a:r>
            <a:endParaRPr sz="1800">
              <a:latin typeface="Arial"/>
              <a:ea typeface="Arial"/>
              <a:cs typeface="Arial"/>
              <a:sym typeface="Arial"/>
            </a:endParaRPr>
          </a:p>
          <a:p>
            <a:pPr marL="0" lvl="1" indent="0" algn="l" rtl="0">
              <a:lnSpc>
                <a:spcPct val="100000"/>
              </a:lnSpc>
              <a:spcBef>
                <a:spcPts val="1685"/>
              </a:spcBef>
              <a:spcAft>
                <a:spcPts val="0"/>
              </a:spcAft>
              <a:buClr>
                <a:srgbClr val="001F5F"/>
              </a:buClr>
              <a:buSzPts val="1800"/>
              <a:buFont typeface="Arial"/>
              <a:buNone/>
            </a:pPr>
            <a:endParaRPr sz="1800">
              <a:latin typeface="Arial"/>
              <a:ea typeface="Arial"/>
              <a:cs typeface="Arial"/>
              <a:sym typeface="Arial"/>
            </a:endParaRPr>
          </a:p>
          <a:p>
            <a:pPr marL="223520" lvl="0" indent="-172720" algn="l" rtl="0">
              <a:lnSpc>
                <a:spcPct val="100000"/>
              </a:lnSpc>
              <a:spcBef>
                <a:spcPts val="0"/>
              </a:spcBef>
              <a:spcAft>
                <a:spcPts val="0"/>
              </a:spcAft>
              <a:buClr>
                <a:srgbClr val="001F5F"/>
              </a:buClr>
              <a:buSzPts val="2100"/>
              <a:buFont typeface="Arial"/>
              <a:buChar char="•"/>
            </a:pPr>
            <a:r>
              <a:rPr lang="en-US" sz="2100">
                <a:solidFill>
                  <a:srgbClr val="001F5F"/>
                </a:solidFill>
                <a:latin typeface="Arial"/>
                <a:ea typeface="Arial"/>
                <a:cs typeface="Arial"/>
                <a:sym typeface="Arial"/>
              </a:rPr>
              <a:t>Linear Regression</a:t>
            </a:r>
            <a:endParaRPr sz="2100">
              <a:latin typeface="Arial"/>
              <a:ea typeface="Arial"/>
              <a:cs typeface="Arial"/>
              <a:sym typeface="Arial"/>
            </a:endParaRPr>
          </a:p>
          <a:p>
            <a:pPr marL="565150" lvl="1" indent="-172084" algn="l" rtl="0">
              <a:lnSpc>
                <a:spcPct val="100000"/>
              </a:lnSpc>
              <a:spcBef>
                <a:spcPts val="60"/>
              </a:spcBef>
              <a:spcAft>
                <a:spcPts val="0"/>
              </a:spcAft>
              <a:buClr>
                <a:srgbClr val="001F5F"/>
              </a:buClr>
              <a:buSzPts val="1800"/>
              <a:buFont typeface="Arial"/>
              <a:buChar char="•"/>
            </a:pPr>
            <a:r>
              <a:rPr lang="en-US" sz="1800">
                <a:solidFill>
                  <a:srgbClr val="001F5F"/>
                </a:solidFill>
                <a:latin typeface="Arial"/>
                <a:ea typeface="Arial"/>
                <a:cs typeface="Arial"/>
                <a:sym typeface="Arial"/>
              </a:rPr>
              <a:t>𝑦 as linear combination of 𝑥</a:t>
            </a:r>
            <a:r>
              <a:rPr lang="en-US" sz="1950" baseline="-25000">
                <a:solidFill>
                  <a:srgbClr val="001F5F"/>
                </a:solidFill>
                <a:latin typeface="Arial"/>
                <a:ea typeface="Arial"/>
                <a:cs typeface="Arial"/>
                <a:sym typeface="Arial"/>
              </a:rPr>
              <a:t>1</a:t>
            </a:r>
            <a:r>
              <a:rPr lang="en-US" sz="1800">
                <a:solidFill>
                  <a:srgbClr val="001F5F"/>
                </a:solidFill>
                <a:latin typeface="Arial"/>
                <a:ea typeface="Arial"/>
                <a:cs typeface="Arial"/>
                <a:sym typeface="Arial"/>
              </a:rPr>
              <a:t>, …, 𝑥</a:t>
            </a:r>
            <a:r>
              <a:rPr lang="en-US" sz="1950" baseline="-25000">
                <a:solidFill>
                  <a:srgbClr val="001F5F"/>
                </a:solidFill>
                <a:latin typeface="Arial"/>
                <a:ea typeface="Arial"/>
                <a:cs typeface="Arial"/>
                <a:sym typeface="Arial"/>
              </a:rPr>
              <a:t>𝑛</a:t>
            </a:r>
            <a:endParaRPr sz="1950" baseline="-25000">
              <a:latin typeface="Arial"/>
              <a:ea typeface="Arial"/>
              <a:cs typeface="Arial"/>
              <a:sym typeface="Arial"/>
            </a:endParaRPr>
          </a:p>
          <a:p>
            <a:pPr marL="565150" lvl="1" indent="-172084" algn="l" rtl="0">
              <a:lnSpc>
                <a:spcPct val="100000"/>
              </a:lnSpc>
              <a:spcBef>
                <a:spcPts val="240"/>
              </a:spcBef>
              <a:spcAft>
                <a:spcPts val="0"/>
              </a:spcAft>
              <a:buClr>
                <a:srgbClr val="001F5F"/>
              </a:buClr>
              <a:buSzPts val="1800"/>
              <a:buFont typeface="Arial"/>
              <a:buChar char="•"/>
            </a:pPr>
            <a:r>
              <a:rPr lang="en-US" sz="1800">
                <a:solidFill>
                  <a:srgbClr val="001F5F"/>
                </a:solidFill>
                <a:latin typeface="Arial"/>
                <a:ea typeface="Arial"/>
                <a:cs typeface="Arial"/>
                <a:sym typeface="Arial"/>
              </a:rPr>
              <a:t>𝑦 = 𝑏</a:t>
            </a:r>
            <a:r>
              <a:rPr lang="en-US" sz="1950" baseline="-25000">
                <a:solidFill>
                  <a:srgbClr val="001F5F"/>
                </a:solidFill>
                <a:latin typeface="Arial"/>
                <a:ea typeface="Arial"/>
                <a:cs typeface="Arial"/>
                <a:sym typeface="Arial"/>
              </a:rPr>
              <a:t>0 </a:t>
            </a:r>
            <a:r>
              <a:rPr lang="en-US" sz="1800">
                <a:solidFill>
                  <a:srgbClr val="001F5F"/>
                </a:solidFill>
                <a:latin typeface="Arial"/>
                <a:ea typeface="Arial"/>
                <a:cs typeface="Arial"/>
                <a:sym typeface="Arial"/>
              </a:rPr>
              <a:t>+ 𝑏</a:t>
            </a:r>
            <a:r>
              <a:rPr lang="en-US" sz="1950" baseline="-25000">
                <a:solidFill>
                  <a:srgbClr val="001F5F"/>
                </a:solidFill>
                <a:latin typeface="Arial"/>
                <a:ea typeface="Arial"/>
                <a:cs typeface="Arial"/>
                <a:sym typeface="Arial"/>
              </a:rPr>
              <a:t>1</a:t>
            </a:r>
            <a:r>
              <a:rPr lang="en-US" sz="1800">
                <a:solidFill>
                  <a:srgbClr val="001F5F"/>
                </a:solidFill>
                <a:latin typeface="Arial"/>
                <a:ea typeface="Arial"/>
                <a:cs typeface="Arial"/>
                <a:sym typeface="Arial"/>
              </a:rPr>
              <a:t>𝑥</a:t>
            </a:r>
            <a:r>
              <a:rPr lang="en-US" sz="1950" baseline="-25000">
                <a:solidFill>
                  <a:srgbClr val="001F5F"/>
                </a:solidFill>
                <a:latin typeface="Arial"/>
                <a:ea typeface="Arial"/>
                <a:cs typeface="Arial"/>
                <a:sym typeface="Arial"/>
              </a:rPr>
              <a:t>1 </a:t>
            </a:r>
            <a:r>
              <a:rPr lang="en-US" sz="1800">
                <a:solidFill>
                  <a:srgbClr val="001F5F"/>
                </a:solidFill>
                <a:latin typeface="Arial"/>
                <a:ea typeface="Arial"/>
                <a:cs typeface="Arial"/>
                <a:sym typeface="Arial"/>
              </a:rPr>
              <a:t>+ ⋯+ 𝑏</a:t>
            </a:r>
            <a:r>
              <a:rPr lang="en-US" sz="1950" baseline="-25000">
                <a:solidFill>
                  <a:srgbClr val="001F5F"/>
                </a:solidFill>
                <a:latin typeface="Arial"/>
                <a:ea typeface="Arial"/>
                <a:cs typeface="Arial"/>
                <a:sym typeface="Arial"/>
              </a:rPr>
              <a:t>𝑛</a:t>
            </a:r>
            <a:r>
              <a:rPr lang="en-US" sz="1800">
                <a:solidFill>
                  <a:srgbClr val="001F5F"/>
                </a:solidFill>
                <a:latin typeface="Arial"/>
                <a:ea typeface="Arial"/>
                <a:cs typeface="Arial"/>
                <a:sym typeface="Arial"/>
              </a:rPr>
              <a:t>𝑥</a:t>
            </a:r>
            <a:r>
              <a:rPr lang="en-US" sz="1950" baseline="-25000">
                <a:solidFill>
                  <a:srgbClr val="001F5F"/>
                </a:solidFill>
                <a:latin typeface="Arial"/>
                <a:ea typeface="Arial"/>
                <a:cs typeface="Arial"/>
                <a:sym typeface="Arial"/>
              </a:rPr>
              <a:t>𝑛</a:t>
            </a:r>
            <a:endParaRPr sz="1950" baseline="-25000">
              <a:latin typeface="Arial"/>
              <a:ea typeface="Arial"/>
              <a:cs typeface="Arial"/>
              <a:sym typeface="Arial"/>
            </a:endParaRPr>
          </a:p>
          <a:p>
            <a:pPr marL="223520" lvl="0" indent="-172720" algn="l" rtl="0">
              <a:lnSpc>
                <a:spcPct val="100000"/>
              </a:lnSpc>
              <a:spcBef>
                <a:spcPts val="445"/>
              </a:spcBef>
              <a:spcAft>
                <a:spcPts val="0"/>
              </a:spcAft>
              <a:buClr>
                <a:srgbClr val="001F5F"/>
              </a:buClr>
              <a:buSzPts val="2100"/>
              <a:buFont typeface="Arial"/>
              <a:buChar char="•"/>
            </a:pPr>
            <a:r>
              <a:rPr lang="en-US" sz="2100">
                <a:solidFill>
                  <a:srgbClr val="001F5F"/>
                </a:solidFill>
                <a:latin typeface="Arial"/>
                <a:ea typeface="Arial"/>
                <a:cs typeface="Arial"/>
                <a:sym typeface="Arial"/>
              </a:rPr>
              <a:t>The 𝑙𝑜𝑔𝑖𝑡 function</a:t>
            </a:r>
            <a:endParaRPr sz="2100">
              <a:latin typeface="Arial"/>
              <a:ea typeface="Arial"/>
              <a:cs typeface="Arial"/>
              <a:sym typeface="Arial"/>
            </a:endParaRPr>
          </a:p>
        </p:txBody>
      </p:sp>
      <p:sp>
        <p:nvSpPr>
          <p:cNvPr id="1285" name="Google Shape;1285;p63"/>
          <p:cNvSpPr/>
          <p:nvPr/>
        </p:nvSpPr>
        <p:spPr>
          <a:xfrm>
            <a:off x="1756664" y="4618482"/>
            <a:ext cx="75565" cy="276225"/>
          </a:xfrm>
          <a:custGeom>
            <a:avLst/>
            <a:gdLst/>
            <a:ahLst/>
            <a:cxnLst/>
            <a:rect l="l" t="t" r="r" b="b"/>
            <a:pathLst>
              <a:path w="75564" h="276225" extrusionOk="0">
                <a:moveTo>
                  <a:pt x="72517" y="0"/>
                </a:moveTo>
                <a:lnTo>
                  <a:pt x="18923" y="47370"/>
                </a:lnTo>
                <a:lnTo>
                  <a:pt x="4737" y="89192"/>
                </a:lnTo>
                <a:lnTo>
                  <a:pt x="0" y="138175"/>
                </a:lnTo>
                <a:lnTo>
                  <a:pt x="1181" y="163371"/>
                </a:lnTo>
                <a:lnTo>
                  <a:pt x="10655" y="208710"/>
                </a:lnTo>
                <a:lnTo>
                  <a:pt x="29348" y="245998"/>
                </a:lnTo>
                <a:lnTo>
                  <a:pt x="72517" y="276097"/>
                </a:lnTo>
                <a:lnTo>
                  <a:pt x="75311" y="266953"/>
                </a:lnTo>
                <a:lnTo>
                  <a:pt x="62660" y="260388"/>
                </a:lnTo>
                <a:lnTo>
                  <a:pt x="51625" y="250798"/>
                </a:lnTo>
                <a:lnTo>
                  <a:pt x="28332" y="204584"/>
                </a:lnTo>
                <a:lnTo>
                  <a:pt x="21423" y="162382"/>
                </a:lnTo>
                <a:lnTo>
                  <a:pt x="20574" y="138048"/>
                </a:lnTo>
                <a:lnTo>
                  <a:pt x="21423" y="113892"/>
                </a:lnTo>
                <a:lnTo>
                  <a:pt x="28332" y="71550"/>
                </a:lnTo>
                <a:lnTo>
                  <a:pt x="51625" y="25260"/>
                </a:lnTo>
                <a:lnTo>
                  <a:pt x="62660" y="15697"/>
                </a:lnTo>
                <a:lnTo>
                  <a:pt x="75311" y="9143"/>
                </a:lnTo>
                <a:lnTo>
                  <a:pt x="72517"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1286" name="Google Shape;1286;p63"/>
          <p:cNvPicPr preferRelativeResize="0"/>
          <p:nvPr/>
        </p:nvPicPr>
        <p:blipFill rotWithShape="1">
          <a:blip r:embed="rId3">
            <a:alphaModFix/>
          </a:blip>
          <a:srcRect/>
          <a:stretch/>
        </p:blipFill>
        <p:spPr>
          <a:xfrm>
            <a:off x="2006600" y="4651375"/>
            <a:ext cx="70612" cy="211709"/>
          </a:xfrm>
          <a:prstGeom prst="rect">
            <a:avLst/>
          </a:prstGeom>
          <a:noFill/>
          <a:ln>
            <a:noFill/>
          </a:ln>
        </p:spPr>
      </p:pic>
      <p:grpSp>
        <p:nvGrpSpPr>
          <p:cNvPr id="1287" name="Google Shape;1287;p63"/>
          <p:cNvGrpSpPr/>
          <p:nvPr/>
        </p:nvGrpSpPr>
        <p:grpSpPr>
          <a:xfrm>
            <a:off x="2629280" y="4618482"/>
            <a:ext cx="173101" cy="276225"/>
            <a:chOff x="2629280" y="4618482"/>
            <a:chExt cx="173101" cy="276225"/>
          </a:xfrm>
        </p:grpSpPr>
        <p:pic>
          <p:nvPicPr>
            <p:cNvPr id="1288" name="Google Shape;1288;p63"/>
            <p:cNvPicPr preferRelativeResize="0"/>
            <p:nvPr/>
          </p:nvPicPr>
          <p:blipFill rotWithShape="1">
            <a:blip r:embed="rId4">
              <a:alphaModFix/>
            </a:blip>
            <a:srcRect/>
            <a:stretch/>
          </p:blipFill>
          <p:spPr>
            <a:xfrm>
              <a:off x="2629280" y="4651375"/>
              <a:ext cx="70612" cy="211709"/>
            </a:xfrm>
            <a:prstGeom prst="rect">
              <a:avLst/>
            </a:prstGeom>
            <a:noFill/>
            <a:ln>
              <a:noFill/>
            </a:ln>
          </p:spPr>
        </p:pic>
        <p:sp>
          <p:nvSpPr>
            <p:cNvPr id="1289" name="Google Shape;1289;p63"/>
            <p:cNvSpPr/>
            <p:nvPr/>
          </p:nvSpPr>
          <p:spPr>
            <a:xfrm>
              <a:off x="2726816" y="4618482"/>
              <a:ext cx="75565" cy="276225"/>
            </a:xfrm>
            <a:custGeom>
              <a:avLst/>
              <a:gdLst/>
              <a:ahLst/>
              <a:cxnLst/>
              <a:rect l="l" t="t" r="r" b="b"/>
              <a:pathLst>
                <a:path w="75564" h="276225" extrusionOk="0">
                  <a:moveTo>
                    <a:pt x="2793" y="0"/>
                  </a:moveTo>
                  <a:lnTo>
                    <a:pt x="0" y="9143"/>
                  </a:lnTo>
                  <a:lnTo>
                    <a:pt x="12687" y="15697"/>
                  </a:lnTo>
                  <a:lnTo>
                    <a:pt x="23722" y="25260"/>
                  </a:lnTo>
                  <a:lnTo>
                    <a:pt x="46977" y="71550"/>
                  </a:lnTo>
                  <a:lnTo>
                    <a:pt x="53975" y="113892"/>
                  </a:lnTo>
                  <a:lnTo>
                    <a:pt x="54863" y="138175"/>
                  </a:lnTo>
                  <a:lnTo>
                    <a:pt x="53975" y="162382"/>
                  </a:lnTo>
                  <a:lnTo>
                    <a:pt x="46977" y="204584"/>
                  </a:lnTo>
                  <a:lnTo>
                    <a:pt x="23722" y="250798"/>
                  </a:lnTo>
                  <a:lnTo>
                    <a:pt x="0" y="266953"/>
                  </a:lnTo>
                  <a:lnTo>
                    <a:pt x="2793" y="276097"/>
                  </a:lnTo>
                  <a:lnTo>
                    <a:pt x="46074" y="245998"/>
                  </a:lnTo>
                  <a:lnTo>
                    <a:pt x="64743" y="208710"/>
                  </a:lnTo>
                  <a:lnTo>
                    <a:pt x="74128" y="163371"/>
                  </a:lnTo>
                  <a:lnTo>
                    <a:pt x="75310" y="138048"/>
                  </a:lnTo>
                  <a:lnTo>
                    <a:pt x="70623" y="89192"/>
                  </a:lnTo>
                  <a:lnTo>
                    <a:pt x="56514" y="47370"/>
                  </a:lnTo>
                  <a:lnTo>
                    <a:pt x="33655" y="16408"/>
                  </a:lnTo>
                  <a:lnTo>
                    <a:pt x="2793"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290" name="Google Shape;1290;p63"/>
          <p:cNvSpPr/>
          <p:nvPr/>
        </p:nvSpPr>
        <p:spPr>
          <a:xfrm>
            <a:off x="3347464" y="4748657"/>
            <a:ext cx="789940" cy="15240"/>
          </a:xfrm>
          <a:custGeom>
            <a:avLst/>
            <a:gdLst/>
            <a:ahLst/>
            <a:cxnLst/>
            <a:rect l="l" t="t" r="r" b="b"/>
            <a:pathLst>
              <a:path w="789939" h="15239" extrusionOk="0">
                <a:moveTo>
                  <a:pt x="789433" y="0"/>
                </a:moveTo>
                <a:lnTo>
                  <a:pt x="0" y="0"/>
                </a:lnTo>
                <a:lnTo>
                  <a:pt x="0" y="15239"/>
                </a:lnTo>
                <a:lnTo>
                  <a:pt x="789433" y="15239"/>
                </a:lnTo>
                <a:lnTo>
                  <a:pt x="789433"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291" name="Google Shape;1291;p63"/>
          <p:cNvSpPr txBox="1"/>
          <p:nvPr/>
        </p:nvSpPr>
        <p:spPr>
          <a:xfrm>
            <a:off x="3443478" y="4497832"/>
            <a:ext cx="595630" cy="2235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300">
                <a:solidFill>
                  <a:srgbClr val="001F5F"/>
                </a:solidFill>
                <a:latin typeface="Arial"/>
                <a:ea typeface="Arial"/>
                <a:cs typeface="Arial"/>
                <a:sym typeface="Arial"/>
              </a:rPr>
              <a:t>𝑃(𝑦=𝑐)</a:t>
            </a:r>
            <a:endParaRPr sz="1300">
              <a:latin typeface="Arial"/>
              <a:ea typeface="Arial"/>
              <a:cs typeface="Arial"/>
              <a:sym typeface="Arial"/>
            </a:endParaRPr>
          </a:p>
        </p:txBody>
      </p:sp>
      <p:sp>
        <p:nvSpPr>
          <p:cNvPr id="1292" name="Google Shape;1292;p63"/>
          <p:cNvSpPr txBox="1"/>
          <p:nvPr/>
        </p:nvSpPr>
        <p:spPr>
          <a:xfrm>
            <a:off x="3335272" y="4747767"/>
            <a:ext cx="807720" cy="2235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300">
                <a:solidFill>
                  <a:srgbClr val="001F5F"/>
                </a:solidFill>
                <a:latin typeface="Arial"/>
                <a:ea typeface="Arial"/>
                <a:cs typeface="Arial"/>
                <a:sym typeface="Arial"/>
              </a:rPr>
              <a:t>1−𝑃(𝑦=𝑐)</a:t>
            </a:r>
            <a:endParaRPr sz="1300">
              <a:latin typeface="Arial"/>
              <a:ea typeface="Arial"/>
              <a:cs typeface="Arial"/>
              <a:sym typeface="Arial"/>
            </a:endParaRPr>
          </a:p>
        </p:txBody>
      </p:sp>
      <p:sp>
        <p:nvSpPr>
          <p:cNvPr id="1293" name="Google Shape;1293;p63"/>
          <p:cNvSpPr txBox="1"/>
          <p:nvPr/>
        </p:nvSpPr>
        <p:spPr>
          <a:xfrm>
            <a:off x="706906" y="4433896"/>
            <a:ext cx="2616200" cy="911860"/>
          </a:xfrm>
          <a:prstGeom prst="rect">
            <a:avLst/>
          </a:prstGeom>
          <a:noFill/>
          <a:ln>
            <a:noFill/>
          </a:ln>
        </p:spPr>
        <p:txBody>
          <a:bodyPr spcFirstLastPara="1" wrap="square" lIns="0" tIns="147300" rIns="0" bIns="0" anchor="t" anchorCtr="0">
            <a:spAutoFit/>
          </a:bodyPr>
          <a:lstStyle/>
          <a:p>
            <a:pPr marL="527050" lvl="0" indent="-172084" algn="l" rtl="0">
              <a:lnSpc>
                <a:spcPct val="100000"/>
              </a:lnSpc>
              <a:spcBef>
                <a:spcPts val="0"/>
              </a:spcBef>
              <a:spcAft>
                <a:spcPts val="0"/>
              </a:spcAft>
              <a:buClr>
                <a:srgbClr val="001F5F"/>
              </a:buClr>
              <a:buSzPts val="1800"/>
              <a:buFont typeface="Arial"/>
              <a:buChar char="•"/>
            </a:pPr>
            <a:r>
              <a:rPr lang="en-US" sz="1800" dirty="0">
                <a:solidFill>
                  <a:srgbClr val="001F5F"/>
                </a:solidFill>
                <a:latin typeface="Arial"/>
                <a:ea typeface="Arial"/>
                <a:cs typeface="Arial"/>
                <a:sym typeface="Arial"/>
              </a:rPr>
              <a:t>𝑙𝑜𝑔𝑖𝑡  𝑃 𝑦 = 𝑐	= ln</a:t>
            </a:r>
          </a:p>
          <a:p>
            <a:pPr marL="185420" lvl="0" indent="-172720" algn="l" rtl="0">
              <a:lnSpc>
                <a:spcPct val="100000"/>
              </a:lnSpc>
              <a:spcBef>
                <a:spcPts val="1235"/>
              </a:spcBef>
              <a:spcAft>
                <a:spcPts val="0"/>
              </a:spcAft>
              <a:buClr>
                <a:srgbClr val="001F5F"/>
              </a:buClr>
              <a:buSzPts val="2100"/>
              <a:buFont typeface="Arial"/>
              <a:buChar char="•"/>
            </a:pPr>
            <a:r>
              <a:rPr lang="en-US" sz="2100" dirty="0">
                <a:solidFill>
                  <a:srgbClr val="001F5F"/>
                </a:solidFill>
                <a:latin typeface="Arial"/>
                <a:ea typeface="Arial"/>
                <a:cs typeface="Arial"/>
                <a:sym typeface="Arial"/>
              </a:rPr>
              <a:t>Logistic Regression</a:t>
            </a:r>
            <a:endParaRPr lang="en-US" sz="2100" dirty="0">
              <a:latin typeface="Arial"/>
              <a:ea typeface="Arial"/>
              <a:cs typeface="Arial"/>
              <a:sym typeface="Arial"/>
            </a:endParaRPr>
          </a:p>
        </p:txBody>
      </p:sp>
      <p:sp>
        <p:nvSpPr>
          <p:cNvPr id="1294" name="Google Shape;1294;p63"/>
          <p:cNvSpPr/>
          <p:nvPr/>
        </p:nvSpPr>
        <p:spPr>
          <a:xfrm>
            <a:off x="2809470" y="6090158"/>
            <a:ext cx="75565" cy="276225"/>
          </a:xfrm>
          <a:custGeom>
            <a:avLst/>
            <a:gdLst/>
            <a:ahLst/>
            <a:cxnLst/>
            <a:rect l="l" t="t" r="r" b="b"/>
            <a:pathLst>
              <a:path w="75564" h="276225" extrusionOk="0">
                <a:moveTo>
                  <a:pt x="72517" y="0"/>
                </a:moveTo>
                <a:lnTo>
                  <a:pt x="18923" y="47371"/>
                </a:lnTo>
                <a:lnTo>
                  <a:pt x="4737" y="89192"/>
                </a:lnTo>
                <a:lnTo>
                  <a:pt x="0" y="138175"/>
                </a:lnTo>
                <a:lnTo>
                  <a:pt x="1181" y="163360"/>
                </a:lnTo>
                <a:lnTo>
                  <a:pt x="10655" y="208648"/>
                </a:lnTo>
                <a:lnTo>
                  <a:pt x="29348" y="245999"/>
                </a:lnTo>
                <a:lnTo>
                  <a:pt x="72517" y="276098"/>
                </a:lnTo>
                <a:lnTo>
                  <a:pt x="75311" y="266953"/>
                </a:lnTo>
                <a:lnTo>
                  <a:pt x="62660" y="260388"/>
                </a:lnTo>
                <a:lnTo>
                  <a:pt x="51625" y="250812"/>
                </a:lnTo>
                <a:lnTo>
                  <a:pt x="28332" y="204635"/>
                </a:lnTo>
                <a:lnTo>
                  <a:pt x="21423" y="162393"/>
                </a:lnTo>
                <a:lnTo>
                  <a:pt x="20574" y="138049"/>
                </a:lnTo>
                <a:lnTo>
                  <a:pt x="21423" y="113892"/>
                </a:lnTo>
                <a:lnTo>
                  <a:pt x="28332" y="71550"/>
                </a:lnTo>
                <a:lnTo>
                  <a:pt x="51625" y="25260"/>
                </a:lnTo>
                <a:lnTo>
                  <a:pt x="62660" y="15697"/>
                </a:lnTo>
                <a:lnTo>
                  <a:pt x="75311" y="9144"/>
                </a:lnTo>
                <a:lnTo>
                  <a:pt x="72517"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1295" name="Google Shape;1295;p63"/>
          <p:cNvPicPr preferRelativeResize="0"/>
          <p:nvPr/>
        </p:nvPicPr>
        <p:blipFill rotWithShape="1">
          <a:blip r:embed="rId5">
            <a:alphaModFix/>
          </a:blip>
          <a:srcRect/>
          <a:stretch/>
        </p:blipFill>
        <p:spPr>
          <a:xfrm>
            <a:off x="3059406" y="6123050"/>
            <a:ext cx="70612" cy="211747"/>
          </a:xfrm>
          <a:prstGeom prst="rect">
            <a:avLst/>
          </a:prstGeom>
          <a:noFill/>
          <a:ln>
            <a:noFill/>
          </a:ln>
        </p:spPr>
      </p:pic>
      <p:grpSp>
        <p:nvGrpSpPr>
          <p:cNvPr id="1296" name="Google Shape;1296;p63"/>
          <p:cNvGrpSpPr/>
          <p:nvPr/>
        </p:nvGrpSpPr>
        <p:grpSpPr>
          <a:xfrm>
            <a:off x="3682086" y="6090158"/>
            <a:ext cx="173101" cy="276225"/>
            <a:chOff x="2629280" y="5409438"/>
            <a:chExt cx="173101" cy="276225"/>
          </a:xfrm>
        </p:grpSpPr>
        <p:pic>
          <p:nvPicPr>
            <p:cNvPr id="1297" name="Google Shape;1297;p63"/>
            <p:cNvPicPr preferRelativeResize="0"/>
            <p:nvPr/>
          </p:nvPicPr>
          <p:blipFill rotWithShape="1">
            <a:blip r:embed="rId6">
              <a:alphaModFix/>
            </a:blip>
            <a:srcRect/>
            <a:stretch/>
          </p:blipFill>
          <p:spPr>
            <a:xfrm>
              <a:off x="2629280" y="5442331"/>
              <a:ext cx="70612" cy="211747"/>
            </a:xfrm>
            <a:prstGeom prst="rect">
              <a:avLst/>
            </a:prstGeom>
            <a:noFill/>
            <a:ln>
              <a:noFill/>
            </a:ln>
          </p:spPr>
        </p:pic>
        <p:sp>
          <p:nvSpPr>
            <p:cNvPr id="1298" name="Google Shape;1298;p63"/>
            <p:cNvSpPr/>
            <p:nvPr/>
          </p:nvSpPr>
          <p:spPr>
            <a:xfrm>
              <a:off x="2726816" y="5409438"/>
              <a:ext cx="75565" cy="276225"/>
            </a:xfrm>
            <a:custGeom>
              <a:avLst/>
              <a:gdLst/>
              <a:ahLst/>
              <a:cxnLst/>
              <a:rect l="l" t="t" r="r" b="b"/>
              <a:pathLst>
                <a:path w="75564" h="276225" extrusionOk="0">
                  <a:moveTo>
                    <a:pt x="2793" y="0"/>
                  </a:moveTo>
                  <a:lnTo>
                    <a:pt x="0" y="9144"/>
                  </a:lnTo>
                  <a:lnTo>
                    <a:pt x="12687" y="15697"/>
                  </a:lnTo>
                  <a:lnTo>
                    <a:pt x="23722" y="25260"/>
                  </a:lnTo>
                  <a:lnTo>
                    <a:pt x="46977" y="71550"/>
                  </a:lnTo>
                  <a:lnTo>
                    <a:pt x="53975" y="113892"/>
                  </a:lnTo>
                  <a:lnTo>
                    <a:pt x="54863" y="138175"/>
                  </a:lnTo>
                  <a:lnTo>
                    <a:pt x="53975" y="162393"/>
                  </a:lnTo>
                  <a:lnTo>
                    <a:pt x="46977" y="204635"/>
                  </a:lnTo>
                  <a:lnTo>
                    <a:pt x="23722" y="250812"/>
                  </a:lnTo>
                  <a:lnTo>
                    <a:pt x="0" y="266953"/>
                  </a:lnTo>
                  <a:lnTo>
                    <a:pt x="2793" y="276098"/>
                  </a:lnTo>
                  <a:lnTo>
                    <a:pt x="46074" y="245999"/>
                  </a:lnTo>
                  <a:lnTo>
                    <a:pt x="64743" y="208648"/>
                  </a:lnTo>
                  <a:lnTo>
                    <a:pt x="74128" y="163360"/>
                  </a:lnTo>
                  <a:lnTo>
                    <a:pt x="75310" y="138049"/>
                  </a:lnTo>
                  <a:lnTo>
                    <a:pt x="70623" y="89192"/>
                  </a:lnTo>
                  <a:lnTo>
                    <a:pt x="56514" y="47371"/>
                  </a:lnTo>
                  <a:lnTo>
                    <a:pt x="33655" y="16408"/>
                  </a:lnTo>
                  <a:lnTo>
                    <a:pt x="2793"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299" name="Google Shape;1299;p63"/>
          <p:cNvSpPr txBox="1"/>
          <p:nvPr/>
        </p:nvSpPr>
        <p:spPr>
          <a:xfrm>
            <a:off x="2077212" y="6041643"/>
            <a:ext cx="4253230" cy="299720"/>
          </a:xfrm>
          <a:prstGeom prst="rect">
            <a:avLst/>
          </a:prstGeom>
          <a:noFill/>
          <a:ln>
            <a:noFill/>
          </a:ln>
        </p:spPr>
        <p:txBody>
          <a:bodyPr spcFirstLastPara="1" wrap="square" lIns="0" tIns="12700" rIns="0" bIns="0" anchor="t" anchorCtr="0">
            <a:spAutoFit/>
          </a:bodyPr>
          <a:lstStyle/>
          <a:p>
            <a:pPr marL="210184" lvl="0" indent="-172084" algn="l" rtl="0">
              <a:lnSpc>
                <a:spcPct val="100000"/>
              </a:lnSpc>
              <a:spcBef>
                <a:spcPts val="0"/>
              </a:spcBef>
              <a:spcAft>
                <a:spcPts val="0"/>
              </a:spcAft>
              <a:buClr>
                <a:srgbClr val="001F5F"/>
              </a:buClr>
              <a:buSzPts val="1800"/>
              <a:buFont typeface="Arial"/>
              <a:buChar char="•"/>
            </a:pPr>
            <a:r>
              <a:rPr lang="en-US" sz="1800" dirty="0">
                <a:solidFill>
                  <a:srgbClr val="001F5F"/>
                </a:solidFill>
                <a:latin typeface="Arial"/>
                <a:ea typeface="Arial"/>
                <a:cs typeface="Arial"/>
                <a:sym typeface="Arial"/>
              </a:rPr>
              <a:t>𝑙𝑜𝑔𝑖𝑡  𝑃 𝑦 = 𝑐	= 𝑏</a:t>
            </a:r>
            <a:r>
              <a:rPr lang="en-US" sz="1950" baseline="-25000" dirty="0">
                <a:solidFill>
                  <a:srgbClr val="001F5F"/>
                </a:solidFill>
                <a:latin typeface="Arial"/>
                <a:ea typeface="Arial"/>
                <a:cs typeface="Arial"/>
                <a:sym typeface="Arial"/>
              </a:rPr>
              <a:t>0 </a:t>
            </a:r>
            <a:r>
              <a:rPr lang="en-US" sz="1800" dirty="0">
                <a:solidFill>
                  <a:srgbClr val="001F5F"/>
                </a:solidFill>
                <a:latin typeface="Arial"/>
                <a:ea typeface="Arial"/>
                <a:cs typeface="Arial"/>
                <a:sym typeface="Arial"/>
              </a:rPr>
              <a:t>+ 𝑏</a:t>
            </a:r>
            <a:r>
              <a:rPr lang="en-US" sz="1950" baseline="-25000" dirty="0">
                <a:solidFill>
                  <a:srgbClr val="001F5F"/>
                </a:solidFill>
                <a:latin typeface="Arial"/>
                <a:ea typeface="Arial"/>
                <a:cs typeface="Arial"/>
                <a:sym typeface="Arial"/>
              </a:rPr>
              <a:t>1</a:t>
            </a:r>
            <a:r>
              <a:rPr lang="en-US" sz="1800" dirty="0">
                <a:solidFill>
                  <a:srgbClr val="001F5F"/>
                </a:solidFill>
                <a:latin typeface="Arial"/>
                <a:ea typeface="Arial"/>
                <a:cs typeface="Arial"/>
                <a:sym typeface="Arial"/>
              </a:rPr>
              <a:t>𝑥</a:t>
            </a:r>
            <a:r>
              <a:rPr lang="en-US" sz="1950" baseline="-25000" dirty="0">
                <a:solidFill>
                  <a:srgbClr val="001F5F"/>
                </a:solidFill>
                <a:latin typeface="Arial"/>
                <a:ea typeface="Arial"/>
                <a:cs typeface="Arial"/>
                <a:sym typeface="Arial"/>
              </a:rPr>
              <a:t>1 </a:t>
            </a:r>
            <a:r>
              <a:rPr lang="en-US" sz="1800" dirty="0">
                <a:solidFill>
                  <a:srgbClr val="001F5F"/>
                </a:solidFill>
                <a:latin typeface="Arial"/>
                <a:ea typeface="Arial"/>
                <a:cs typeface="Arial"/>
                <a:sym typeface="Arial"/>
              </a:rPr>
              <a:t>+ ⋯+ 𝑏</a:t>
            </a:r>
            <a:r>
              <a:rPr lang="en-US" sz="1950" baseline="-25000" dirty="0">
                <a:solidFill>
                  <a:srgbClr val="001F5F"/>
                </a:solidFill>
                <a:latin typeface="Arial"/>
                <a:ea typeface="Arial"/>
                <a:cs typeface="Arial"/>
                <a:sym typeface="Arial"/>
              </a:rPr>
              <a:t>𝑛</a:t>
            </a:r>
            <a:r>
              <a:rPr lang="en-US" sz="1800" dirty="0">
                <a:solidFill>
                  <a:srgbClr val="001F5F"/>
                </a:solidFill>
                <a:latin typeface="Arial"/>
                <a:ea typeface="Arial"/>
                <a:cs typeface="Arial"/>
                <a:sym typeface="Arial"/>
              </a:rPr>
              <a:t>𝑥</a:t>
            </a:r>
            <a:r>
              <a:rPr lang="en-US" sz="1950" baseline="-25000" dirty="0">
                <a:solidFill>
                  <a:srgbClr val="001F5F"/>
                </a:solidFill>
                <a:latin typeface="Arial"/>
                <a:ea typeface="Arial"/>
                <a:cs typeface="Arial"/>
                <a:sym typeface="Arial"/>
              </a:rPr>
              <a:t>𝑛</a:t>
            </a:r>
            <a:endParaRPr sz="1950" baseline="-25000" dirty="0">
              <a:latin typeface="Arial"/>
              <a:ea typeface="Arial"/>
              <a:cs typeface="Arial"/>
              <a:sym typeface="Arial"/>
            </a:endParaRPr>
          </a:p>
        </p:txBody>
      </p:sp>
    </p:spTree>
    <p:extLst>
      <p:ext uri="{BB962C8B-B14F-4D97-AF65-F5344CB8AC3E}">
        <p14:creationId xmlns:p14="http://schemas.microsoft.com/office/powerpoint/2010/main" val="34362768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03"/>
        <p:cNvGrpSpPr/>
        <p:nvPr/>
      </p:nvGrpSpPr>
      <p:grpSpPr>
        <a:xfrm>
          <a:off x="0" y="0"/>
          <a:ext cx="0" cy="0"/>
          <a:chOff x="0" y="0"/>
          <a:chExt cx="0" cy="0"/>
        </a:xfrm>
      </p:grpSpPr>
      <p:sp>
        <p:nvSpPr>
          <p:cNvPr id="1304" name="Google Shape;1304;p64" descr="$PPTXTitle"/>
          <p:cNvSpPr txBox="1">
            <a:spLocks noGrp="1"/>
          </p:cNvSpPr>
          <p:nvPr>
            <p:ph type="title"/>
          </p:nvPr>
        </p:nvSpPr>
        <p:spPr>
          <a:xfrm>
            <a:off x="707542" y="494791"/>
            <a:ext cx="11589715" cy="985519"/>
          </a:xfrm>
          <a:prstGeom prst="rect">
            <a:avLst/>
          </a:prstGeom>
          <a:noFill/>
          <a:ln>
            <a:noFill/>
          </a:ln>
        </p:spPr>
        <p:txBody>
          <a:bodyPr spcFirstLastPara="1" wrap="square" lIns="0" tIns="232150" rIns="0" bIns="0" anchor="t" anchorCtr="0">
            <a:spAutoFit/>
          </a:bodyPr>
          <a:lstStyle/>
          <a:p>
            <a:pPr marL="12700" lvl="0" indent="0" algn="l" rtl="0">
              <a:lnSpc>
                <a:spcPct val="100000"/>
              </a:lnSpc>
              <a:spcBef>
                <a:spcPts val="0"/>
              </a:spcBef>
              <a:spcAft>
                <a:spcPts val="0"/>
              </a:spcAft>
              <a:buNone/>
            </a:pPr>
            <a:r>
              <a:rPr lang="en-US" sz="3300">
                <a:solidFill>
                  <a:srgbClr val="0096CE"/>
                </a:solidFill>
              </a:rPr>
              <a:t>Odds Ratios</a:t>
            </a:r>
            <a:endParaRPr sz="3300"/>
          </a:p>
        </p:txBody>
      </p:sp>
      <p:pic>
        <p:nvPicPr>
          <p:cNvPr id="1305" name="Google Shape;1305;p64"/>
          <p:cNvPicPr preferRelativeResize="0"/>
          <p:nvPr/>
        </p:nvPicPr>
        <p:blipFill rotWithShape="1">
          <a:blip r:embed="rId3">
            <a:alphaModFix/>
          </a:blip>
          <a:srcRect/>
          <a:stretch/>
        </p:blipFill>
        <p:spPr>
          <a:xfrm>
            <a:off x="3717418" y="2234309"/>
            <a:ext cx="70610" cy="211710"/>
          </a:xfrm>
          <a:prstGeom prst="rect">
            <a:avLst/>
          </a:prstGeom>
          <a:noFill/>
          <a:ln>
            <a:noFill/>
          </a:ln>
        </p:spPr>
      </p:pic>
      <p:pic>
        <p:nvPicPr>
          <p:cNvPr id="1306" name="Google Shape;1306;p64"/>
          <p:cNvPicPr preferRelativeResize="0"/>
          <p:nvPr/>
        </p:nvPicPr>
        <p:blipFill rotWithShape="1">
          <a:blip r:embed="rId4">
            <a:alphaModFix/>
          </a:blip>
          <a:srcRect/>
          <a:stretch/>
        </p:blipFill>
        <p:spPr>
          <a:xfrm>
            <a:off x="2594864" y="2234309"/>
            <a:ext cx="70612" cy="211710"/>
          </a:xfrm>
          <a:prstGeom prst="rect">
            <a:avLst/>
          </a:prstGeom>
          <a:noFill/>
          <a:ln>
            <a:noFill/>
          </a:ln>
        </p:spPr>
      </p:pic>
      <p:pic>
        <p:nvPicPr>
          <p:cNvPr id="1307" name="Google Shape;1307;p64"/>
          <p:cNvPicPr preferRelativeResize="0"/>
          <p:nvPr/>
        </p:nvPicPr>
        <p:blipFill rotWithShape="1">
          <a:blip r:embed="rId5">
            <a:alphaModFix/>
          </a:blip>
          <a:srcRect/>
          <a:stretch/>
        </p:blipFill>
        <p:spPr>
          <a:xfrm>
            <a:off x="5719954" y="2584829"/>
            <a:ext cx="70610" cy="211710"/>
          </a:xfrm>
          <a:prstGeom prst="rect">
            <a:avLst/>
          </a:prstGeom>
          <a:noFill/>
          <a:ln>
            <a:noFill/>
          </a:ln>
        </p:spPr>
      </p:pic>
      <p:pic>
        <p:nvPicPr>
          <p:cNvPr id="1308" name="Google Shape;1308;p64"/>
          <p:cNvPicPr preferRelativeResize="0"/>
          <p:nvPr/>
        </p:nvPicPr>
        <p:blipFill rotWithShape="1">
          <a:blip r:embed="rId6">
            <a:alphaModFix/>
          </a:blip>
          <a:srcRect/>
          <a:stretch/>
        </p:blipFill>
        <p:spPr>
          <a:xfrm>
            <a:off x="4597400" y="2584829"/>
            <a:ext cx="70612" cy="211710"/>
          </a:xfrm>
          <a:prstGeom prst="rect">
            <a:avLst/>
          </a:prstGeom>
          <a:noFill/>
          <a:ln>
            <a:noFill/>
          </a:ln>
        </p:spPr>
      </p:pic>
      <p:sp>
        <p:nvSpPr>
          <p:cNvPr id="1309" name="Google Shape;1309;p64"/>
          <p:cNvSpPr/>
          <p:nvPr/>
        </p:nvSpPr>
        <p:spPr>
          <a:xfrm>
            <a:off x="6108952" y="2682113"/>
            <a:ext cx="542925" cy="15240"/>
          </a:xfrm>
          <a:custGeom>
            <a:avLst/>
            <a:gdLst/>
            <a:ahLst/>
            <a:cxnLst/>
            <a:rect l="l" t="t" r="r" b="b"/>
            <a:pathLst>
              <a:path w="542925" h="15239" extrusionOk="0">
                <a:moveTo>
                  <a:pt x="542544" y="0"/>
                </a:moveTo>
                <a:lnTo>
                  <a:pt x="0" y="0"/>
                </a:lnTo>
                <a:lnTo>
                  <a:pt x="0" y="15240"/>
                </a:lnTo>
                <a:lnTo>
                  <a:pt x="542544" y="15240"/>
                </a:lnTo>
                <a:lnTo>
                  <a:pt x="542544"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310" name="Google Shape;1310;p64"/>
          <p:cNvSpPr txBox="1"/>
          <p:nvPr/>
        </p:nvSpPr>
        <p:spPr>
          <a:xfrm>
            <a:off x="6205472" y="2431288"/>
            <a:ext cx="335915" cy="2235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300">
                <a:solidFill>
                  <a:srgbClr val="001F5F"/>
                </a:solidFill>
                <a:latin typeface="Arial"/>
                <a:ea typeface="Arial"/>
                <a:cs typeface="Arial"/>
                <a:sym typeface="Arial"/>
              </a:rPr>
              <a:t>0.75</a:t>
            </a:r>
            <a:endParaRPr sz="1300">
              <a:latin typeface="Arial"/>
              <a:ea typeface="Arial"/>
              <a:cs typeface="Arial"/>
              <a:sym typeface="Arial"/>
            </a:endParaRPr>
          </a:p>
        </p:txBody>
      </p:sp>
      <p:sp>
        <p:nvSpPr>
          <p:cNvPr id="1311" name="Google Shape;1311;p64"/>
          <p:cNvSpPr txBox="1"/>
          <p:nvPr/>
        </p:nvSpPr>
        <p:spPr>
          <a:xfrm>
            <a:off x="6097270" y="2678176"/>
            <a:ext cx="550545" cy="2235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300">
                <a:solidFill>
                  <a:srgbClr val="001F5F"/>
                </a:solidFill>
                <a:latin typeface="Arial"/>
                <a:ea typeface="Arial"/>
                <a:cs typeface="Arial"/>
                <a:sym typeface="Arial"/>
              </a:rPr>
              <a:t>1−0.75</a:t>
            </a:r>
            <a:endParaRPr sz="1300">
              <a:latin typeface="Arial"/>
              <a:ea typeface="Arial"/>
              <a:cs typeface="Arial"/>
              <a:sym typeface="Arial"/>
            </a:endParaRPr>
          </a:p>
        </p:txBody>
      </p:sp>
      <p:sp>
        <p:nvSpPr>
          <p:cNvPr id="1312" name="Google Shape;1312;p64"/>
          <p:cNvSpPr txBox="1"/>
          <p:nvPr/>
        </p:nvSpPr>
        <p:spPr>
          <a:xfrm>
            <a:off x="6703821" y="2489707"/>
            <a:ext cx="372110"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solidFill>
                  <a:srgbClr val="001F5F"/>
                </a:solidFill>
                <a:latin typeface="Arial"/>
                <a:ea typeface="Arial"/>
                <a:cs typeface="Arial"/>
                <a:sym typeface="Arial"/>
              </a:rPr>
              <a:t>= 3</a:t>
            </a:r>
            <a:endParaRPr sz="1800">
              <a:latin typeface="Arial"/>
              <a:ea typeface="Arial"/>
              <a:cs typeface="Arial"/>
              <a:sym typeface="Arial"/>
            </a:endParaRPr>
          </a:p>
        </p:txBody>
      </p:sp>
      <p:sp>
        <p:nvSpPr>
          <p:cNvPr id="1313" name="Google Shape;1313;p64"/>
          <p:cNvSpPr txBox="1"/>
          <p:nvPr/>
        </p:nvSpPr>
        <p:spPr>
          <a:xfrm>
            <a:off x="706906" y="1778761"/>
            <a:ext cx="5345430" cy="1347470"/>
          </a:xfrm>
          <a:prstGeom prst="rect">
            <a:avLst/>
          </a:prstGeom>
          <a:noFill/>
          <a:ln>
            <a:noFill/>
          </a:ln>
        </p:spPr>
        <p:txBody>
          <a:bodyPr spcFirstLastPara="1" wrap="square" lIns="0" tIns="39350" rIns="0" bIns="0" anchor="t" anchorCtr="0">
            <a:spAutoFit/>
          </a:bodyPr>
          <a:lstStyle/>
          <a:p>
            <a:pPr marL="185420" lvl="0" indent="-172720" algn="l" rtl="0">
              <a:lnSpc>
                <a:spcPct val="100000"/>
              </a:lnSpc>
              <a:spcBef>
                <a:spcPts val="0"/>
              </a:spcBef>
              <a:spcAft>
                <a:spcPts val="0"/>
              </a:spcAft>
              <a:buClr>
                <a:srgbClr val="001F5F"/>
              </a:buClr>
              <a:buSzPts val="2100"/>
              <a:buFont typeface="Arial"/>
              <a:buChar char="•"/>
            </a:pPr>
            <a:r>
              <a:rPr lang="en-US" sz="2100">
                <a:solidFill>
                  <a:srgbClr val="001F5F"/>
                </a:solidFill>
                <a:latin typeface="Arial"/>
                <a:ea typeface="Arial"/>
                <a:cs typeface="Arial"/>
                <a:sym typeface="Arial"/>
              </a:rPr>
              <a:t>Probabilities vs. Odds</a:t>
            </a:r>
            <a:endParaRPr sz="2100">
              <a:latin typeface="Arial"/>
              <a:ea typeface="Arial"/>
              <a:cs typeface="Arial"/>
              <a:sym typeface="Arial"/>
            </a:endParaRPr>
          </a:p>
          <a:p>
            <a:pPr marL="527050" lvl="1" indent="-172084" algn="l" rtl="0">
              <a:lnSpc>
                <a:spcPct val="100000"/>
              </a:lnSpc>
              <a:spcBef>
                <a:spcPts val="180"/>
              </a:spcBef>
              <a:spcAft>
                <a:spcPts val="0"/>
              </a:spcAft>
              <a:buClr>
                <a:srgbClr val="001F5F"/>
              </a:buClr>
              <a:buSzPts val="1800"/>
              <a:buFont typeface="Arial"/>
              <a:buChar char="•"/>
            </a:pPr>
            <a:r>
              <a:rPr lang="en-US" sz="1800">
                <a:solidFill>
                  <a:srgbClr val="001F5F"/>
                </a:solidFill>
                <a:latin typeface="Arial"/>
                <a:ea typeface="Arial"/>
                <a:cs typeface="Arial"/>
                <a:sym typeface="Arial"/>
              </a:rPr>
              <a:t>Probability: 𝑃 pass_exam	= 0.75</a:t>
            </a:r>
            <a:endParaRPr sz="1800">
              <a:latin typeface="Arial"/>
              <a:ea typeface="Arial"/>
              <a:cs typeface="Arial"/>
              <a:sym typeface="Arial"/>
            </a:endParaRPr>
          </a:p>
          <a:p>
            <a:pPr marL="527050" lvl="1" indent="-172084" algn="l" rtl="0">
              <a:lnSpc>
                <a:spcPct val="100000"/>
              </a:lnSpc>
              <a:spcBef>
                <a:spcPts val="645"/>
              </a:spcBef>
              <a:spcAft>
                <a:spcPts val="0"/>
              </a:spcAft>
              <a:buClr>
                <a:srgbClr val="001F5F"/>
              </a:buClr>
              <a:buSzPts val="1800"/>
              <a:buFont typeface="Arial"/>
              <a:buChar char="•"/>
            </a:pPr>
            <a:r>
              <a:rPr lang="en-US" sz="1800">
                <a:solidFill>
                  <a:srgbClr val="001F5F"/>
                </a:solidFill>
                <a:latin typeface="Arial"/>
                <a:ea typeface="Arial"/>
                <a:cs typeface="Arial"/>
                <a:sym typeface="Arial"/>
              </a:rPr>
              <a:t>Odds of passing the exam:	𝑜𝑑𝑑𝑠 pass_exam	=</a:t>
            </a:r>
            <a:endParaRPr sz="1800">
              <a:latin typeface="Arial"/>
              <a:ea typeface="Arial"/>
              <a:cs typeface="Arial"/>
              <a:sym typeface="Arial"/>
            </a:endParaRPr>
          </a:p>
          <a:p>
            <a:pPr marL="869950" lvl="2" indent="-172084" algn="l" rtl="0">
              <a:lnSpc>
                <a:spcPct val="100000"/>
              </a:lnSpc>
              <a:spcBef>
                <a:spcPts val="735"/>
              </a:spcBef>
              <a:spcAft>
                <a:spcPts val="0"/>
              </a:spcAft>
              <a:buClr>
                <a:srgbClr val="001F5F"/>
              </a:buClr>
              <a:buSzPts val="1500"/>
              <a:buFont typeface="Arial"/>
              <a:buChar char="•"/>
            </a:pPr>
            <a:r>
              <a:rPr lang="en-US" sz="1500">
                <a:solidFill>
                  <a:srgbClr val="001F5F"/>
                </a:solidFill>
                <a:latin typeface="Arial"/>
                <a:ea typeface="Arial"/>
                <a:cs typeface="Arial"/>
                <a:sym typeface="Arial"/>
              </a:rPr>
              <a:t>The odds if passing the exam is 3 to 1</a:t>
            </a:r>
            <a:endParaRPr sz="1500">
              <a:latin typeface="Arial"/>
              <a:ea typeface="Arial"/>
              <a:cs typeface="Arial"/>
              <a:sym typeface="Arial"/>
            </a:endParaRPr>
          </a:p>
        </p:txBody>
      </p:sp>
      <p:sp>
        <p:nvSpPr>
          <p:cNvPr id="1314" name="Google Shape;1314;p64"/>
          <p:cNvSpPr txBox="1"/>
          <p:nvPr/>
        </p:nvSpPr>
        <p:spPr>
          <a:xfrm>
            <a:off x="706906" y="3545840"/>
            <a:ext cx="4896485" cy="345440"/>
          </a:xfrm>
          <a:prstGeom prst="rect">
            <a:avLst/>
          </a:prstGeom>
          <a:noFill/>
          <a:ln>
            <a:noFill/>
          </a:ln>
        </p:spPr>
        <p:txBody>
          <a:bodyPr spcFirstLastPara="1" wrap="square" lIns="0" tIns="12700" rIns="0" bIns="0" anchor="t" anchorCtr="0">
            <a:spAutoFit/>
          </a:bodyPr>
          <a:lstStyle/>
          <a:p>
            <a:pPr marL="185420" lvl="0" indent="-172720" algn="l" rtl="0">
              <a:lnSpc>
                <a:spcPct val="100000"/>
              </a:lnSpc>
              <a:spcBef>
                <a:spcPts val="0"/>
              </a:spcBef>
              <a:spcAft>
                <a:spcPts val="0"/>
              </a:spcAft>
              <a:buClr>
                <a:srgbClr val="001F5F"/>
              </a:buClr>
              <a:buSzPts val="2100"/>
              <a:buFont typeface="Arial"/>
              <a:buChar char="•"/>
            </a:pPr>
            <a:r>
              <a:rPr lang="en-US" sz="2100">
                <a:solidFill>
                  <a:srgbClr val="001F5F"/>
                </a:solidFill>
                <a:latin typeface="Arial"/>
                <a:ea typeface="Arial"/>
                <a:cs typeface="Arial"/>
                <a:sym typeface="Arial"/>
              </a:rPr>
              <a:t>If we invert the natural logarithm, we get</a:t>
            </a:r>
            <a:endParaRPr sz="2100">
              <a:latin typeface="Arial"/>
              <a:ea typeface="Arial"/>
              <a:cs typeface="Arial"/>
              <a:sym typeface="Arial"/>
            </a:endParaRPr>
          </a:p>
        </p:txBody>
      </p:sp>
      <p:sp>
        <p:nvSpPr>
          <p:cNvPr id="1315" name="Google Shape;1315;p64"/>
          <p:cNvSpPr txBox="1"/>
          <p:nvPr/>
        </p:nvSpPr>
        <p:spPr>
          <a:xfrm>
            <a:off x="1050441" y="3961891"/>
            <a:ext cx="106045"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solidFill>
                  <a:srgbClr val="001F5F"/>
                </a:solidFill>
                <a:latin typeface="Arial"/>
                <a:ea typeface="Arial"/>
                <a:cs typeface="Arial"/>
                <a:sym typeface="Arial"/>
              </a:rPr>
              <a:t>•</a:t>
            </a:r>
            <a:endParaRPr sz="1800">
              <a:latin typeface="Arial"/>
              <a:ea typeface="Arial"/>
              <a:cs typeface="Arial"/>
              <a:sym typeface="Arial"/>
            </a:endParaRPr>
          </a:p>
        </p:txBody>
      </p:sp>
      <p:sp>
        <p:nvSpPr>
          <p:cNvPr id="1316" name="Google Shape;1316;p64"/>
          <p:cNvSpPr/>
          <p:nvPr/>
        </p:nvSpPr>
        <p:spPr>
          <a:xfrm>
            <a:off x="1235202" y="4128389"/>
            <a:ext cx="789940" cy="15240"/>
          </a:xfrm>
          <a:custGeom>
            <a:avLst/>
            <a:gdLst/>
            <a:ahLst/>
            <a:cxnLst/>
            <a:rect l="l" t="t" r="r" b="b"/>
            <a:pathLst>
              <a:path w="789939" h="15239" extrusionOk="0">
                <a:moveTo>
                  <a:pt x="789433" y="0"/>
                </a:moveTo>
                <a:lnTo>
                  <a:pt x="0" y="0"/>
                </a:lnTo>
                <a:lnTo>
                  <a:pt x="0" y="15239"/>
                </a:lnTo>
                <a:lnTo>
                  <a:pt x="789433" y="15239"/>
                </a:lnTo>
                <a:lnTo>
                  <a:pt x="789433"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317" name="Google Shape;1317;p64"/>
          <p:cNvSpPr txBox="1"/>
          <p:nvPr/>
        </p:nvSpPr>
        <p:spPr>
          <a:xfrm>
            <a:off x="1330833" y="3879088"/>
            <a:ext cx="595630" cy="2235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300">
                <a:solidFill>
                  <a:srgbClr val="001F5F"/>
                </a:solidFill>
                <a:latin typeface="Arial"/>
                <a:ea typeface="Arial"/>
                <a:cs typeface="Arial"/>
                <a:sym typeface="Arial"/>
              </a:rPr>
              <a:t>𝑃(𝑦=𝑐)</a:t>
            </a:r>
            <a:endParaRPr sz="1300">
              <a:latin typeface="Arial"/>
              <a:ea typeface="Arial"/>
              <a:cs typeface="Arial"/>
              <a:sym typeface="Arial"/>
            </a:endParaRPr>
          </a:p>
        </p:txBody>
      </p:sp>
      <p:sp>
        <p:nvSpPr>
          <p:cNvPr id="1318" name="Google Shape;1318;p64"/>
          <p:cNvSpPr txBox="1"/>
          <p:nvPr/>
        </p:nvSpPr>
        <p:spPr>
          <a:xfrm>
            <a:off x="1222654" y="4125976"/>
            <a:ext cx="807720" cy="2235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300">
                <a:solidFill>
                  <a:srgbClr val="001F5F"/>
                </a:solidFill>
                <a:latin typeface="Arial"/>
                <a:ea typeface="Arial"/>
                <a:cs typeface="Arial"/>
                <a:sym typeface="Arial"/>
              </a:rPr>
              <a:t>1−𝑃(𝑦=𝑐)</a:t>
            </a:r>
            <a:endParaRPr sz="1300">
              <a:latin typeface="Arial"/>
              <a:ea typeface="Arial"/>
              <a:cs typeface="Arial"/>
              <a:sym typeface="Arial"/>
            </a:endParaRPr>
          </a:p>
        </p:txBody>
      </p:sp>
      <p:pic>
        <p:nvPicPr>
          <p:cNvPr id="1319" name="Google Shape;1319;p64"/>
          <p:cNvPicPr preferRelativeResize="0"/>
          <p:nvPr/>
        </p:nvPicPr>
        <p:blipFill rotWithShape="1">
          <a:blip r:embed="rId7">
            <a:alphaModFix/>
          </a:blip>
          <a:srcRect/>
          <a:stretch/>
        </p:blipFill>
        <p:spPr>
          <a:xfrm>
            <a:off x="4912233" y="4031107"/>
            <a:ext cx="70612" cy="211710"/>
          </a:xfrm>
          <a:prstGeom prst="rect">
            <a:avLst/>
          </a:prstGeom>
          <a:noFill/>
          <a:ln>
            <a:noFill/>
          </a:ln>
        </p:spPr>
      </p:pic>
      <p:pic>
        <p:nvPicPr>
          <p:cNvPr id="1320" name="Google Shape;1320;p64"/>
          <p:cNvPicPr preferRelativeResize="0"/>
          <p:nvPr/>
        </p:nvPicPr>
        <p:blipFill rotWithShape="1">
          <a:blip r:embed="rId4">
            <a:alphaModFix/>
          </a:blip>
          <a:srcRect/>
          <a:stretch/>
        </p:blipFill>
        <p:spPr>
          <a:xfrm>
            <a:off x="2692400" y="4031107"/>
            <a:ext cx="70612" cy="211710"/>
          </a:xfrm>
          <a:prstGeom prst="rect">
            <a:avLst/>
          </a:prstGeom>
          <a:noFill/>
          <a:ln>
            <a:noFill/>
          </a:ln>
        </p:spPr>
      </p:pic>
      <p:sp>
        <p:nvSpPr>
          <p:cNvPr id="1321" name="Google Shape;1321;p64"/>
          <p:cNvSpPr txBox="1"/>
          <p:nvPr/>
        </p:nvSpPr>
        <p:spPr>
          <a:xfrm>
            <a:off x="2049526" y="3885691"/>
            <a:ext cx="3519804" cy="29972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1800">
                <a:solidFill>
                  <a:srgbClr val="001F5F"/>
                </a:solidFill>
                <a:latin typeface="Arial"/>
                <a:ea typeface="Arial"/>
                <a:cs typeface="Arial"/>
                <a:sym typeface="Arial"/>
              </a:rPr>
              <a:t>= exp 𝑏</a:t>
            </a:r>
            <a:r>
              <a:rPr lang="en-US" sz="1950" baseline="-25000">
                <a:solidFill>
                  <a:srgbClr val="001F5F"/>
                </a:solidFill>
                <a:latin typeface="Arial"/>
                <a:ea typeface="Arial"/>
                <a:cs typeface="Arial"/>
                <a:sym typeface="Arial"/>
              </a:rPr>
              <a:t>0 </a:t>
            </a:r>
            <a:r>
              <a:rPr lang="en-US" sz="1800">
                <a:solidFill>
                  <a:srgbClr val="001F5F"/>
                </a:solidFill>
                <a:latin typeface="Arial"/>
                <a:ea typeface="Arial"/>
                <a:cs typeface="Arial"/>
                <a:sym typeface="Arial"/>
              </a:rPr>
              <a:t>+ 𝑏</a:t>
            </a:r>
            <a:r>
              <a:rPr lang="en-US" sz="1950" baseline="-25000">
                <a:solidFill>
                  <a:srgbClr val="001F5F"/>
                </a:solidFill>
                <a:latin typeface="Arial"/>
                <a:ea typeface="Arial"/>
                <a:cs typeface="Arial"/>
                <a:sym typeface="Arial"/>
              </a:rPr>
              <a:t>1</a:t>
            </a:r>
            <a:r>
              <a:rPr lang="en-US" sz="1800">
                <a:solidFill>
                  <a:srgbClr val="001F5F"/>
                </a:solidFill>
                <a:latin typeface="Arial"/>
                <a:ea typeface="Arial"/>
                <a:cs typeface="Arial"/>
                <a:sym typeface="Arial"/>
              </a:rPr>
              <a:t>𝑥</a:t>
            </a:r>
            <a:r>
              <a:rPr lang="en-US" sz="1950" baseline="-25000">
                <a:solidFill>
                  <a:srgbClr val="001F5F"/>
                </a:solidFill>
                <a:latin typeface="Arial"/>
                <a:ea typeface="Arial"/>
                <a:cs typeface="Arial"/>
                <a:sym typeface="Arial"/>
              </a:rPr>
              <a:t>1 </a:t>
            </a:r>
            <a:r>
              <a:rPr lang="en-US" sz="1800">
                <a:solidFill>
                  <a:srgbClr val="001F5F"/>
                </a:solidFill>
                <a:latin typeface="Arial"/>
                <a:ea typeface="Arial"/>
                <a:cs typeface="Arial"/>
                <a:sym typeface="Arial"/>
              </a:rPr>
              <a:t>+ ⋯+ 𝑏</a:t>
            </a:r>
            <a:r>
              <a:rPr lang="en-US" sz="1950" baseline="-25000">
                <a:solidFill>
                  <a:srgbClr val="001F5F"/>
                </a:solidFill>
                <a:latin typeface="Arial"/>
                <a:ea typeface="Arial"/>
                <a:cs typeface="Arial"/>
                <a:sym typeface="Arial"/>
              </a:rPr>
              <a:t>𝑛</a:t>
            </a:r>
            <a:r>
              <a:rPr lang="en-US" sz="1800">
                <a:solidFill>
                  <a:srgbClr val="001F5F"/>
                </a:solidFill>
                <a:latin typeface="Arial"/>
                <a:ea typeface="Arial"/>
                <a:cs typeface="Arial"/>
                <a:sym typeface="Arial"/>
              </a:rPr>
              <a:t>𝑥</a:t>
            </a:r>
            <a:r>
              <a:rPr lang="en-US" sz="1950" baseline="-25000">
                <a:solidFill>
                  <a:srgbClr val="001F5F"/>
                </a:solidFill>
                <a:latin typeface="Arial"/>
                <a:ea typeface="Arial"/>
                <a:cs typeface="Arial"/>
                <a:sym typeface="Arial"/>
              </a:rPr>
              <a:t>𝑛	</a:t>
            </a:r>
            <a:r>
              <a:rPr lang="en-US" sz="1800">
                <a:solidFill>
                  <a:srgbClr val="001F5F"/>
                </a:solidFill>
                <a:latin typeface="Arial"/>
                <a:ea typeface="Arial"/>
                <a:cs typeface="Arial"/>
                <a:sym typeface="Arial"/>
              </a:rPr>
              <a:t>= </a:t>
            </a:r>
            <a:r>
              <a:rPr lang="en-US" sz="2700" baseline="30000">
                <a:solidFill>
                  <a:srgbClr val="001F5F"/>
                </a:solidFill>
                <a:latin typeface="Arial"/>
                <a:ea typeface="Arial"/>
                <a:cs typeface="Arial"/>
                <a:sym typeface="Arial"/>
              </a:rPr>
              <a:t>ς </a:t>
            </a:r>
            <a:r>
              <a:rPr lang="en-US" sz="1950" baseline="30000">
                <a:solidFill>
                  <a:srgbClr val="001F5F"/>
                </a:solidFill>
                <a:latin typeface="Arial"/>
                <a:ea typeface="Arial"/>
                <a:cs typeface="Arial"/>
                <a:sym typeface="Arial"/>
              </a:rPr>
              <a:t>𝑛</a:t>
            </a:r>
            <a:endParaRPr sz="1950" baseline="30000">
              <a:latin typeface="Arial"/>
              <a:ea typeface="Arial"/>
              <a:cs typeface="Arial"/>
              <a:sym typeface="Arial"/>
            </a:endParaRPr>
          </a:p>
        </p:txBody>
      </p:sp>
      <p:sp>
        <p:nvSpPr>
          <p:cNvPr id="1322" name="Google Shape;1322;p64"/>
          <p:cNvSpPr txBox="1"/>
          <p:nvPr/>
        </p:nvSpPr>
        <p:spPr>
          <a:xfrm>
            <a:off x="5506783" y="4101591"/>
            <a:ext cx="304165" cy="2235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300">
                <a:solidFill>
                  <a:srgbClr val="001F5F"/>
                </a:solidFill>
                <a:latin typeface="Arial"/>
                <a:ea typeface="Arial"/>
                <a:cs typeface="Arial"/>
                <a:sym typeface="Arial"/>
              </a:rPr>
              <a:t>𝑗=0</a:t>
            </a:r>
            <a:endParaRPr sz="1300">
              <a:latin typeface="Arial"/>
              <a:ea typeface="Arial"/>
              <a:cs typeface="Arial"/>
              <a:sym typeface="Arial"/>
            </a:endParaRPr>
          </a:p>
        </p:txBody>
      </p:sp>
      <p:sp>
        <p:nvSpPr>
          <p:cNvPr id="1323" name="Google Shape;1323;p64"/>
          <p:cNvSpPr txBox="1"/>
          <p:nvPr/>
        </p:nvSpPr>
        <p:spPr>
          <a:xfrm>
            <a:off x="5788152" y="3949700"/>
            <a:ext cx="982980" cy="29972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1800">
                <a:solidFill>
                  <a:srgbClr val="001F5F"/>
                </a:solidFill>
                <a:latin typeface="Arial"/>
                <a:ea typeface="Arial"/>
                <a:cs typeface="Arial"/>
                <a:sym typeface="Arial"/>
              </a:rPr>
              <a:t>exp(𝑏</a:t>
            </a:r>
            <a:r>
              <a:rPr lang="en-US" sz="1950" baseline="-25000">
                <a:solidFill>
                  <a:srgbClr val="001F5F"/>
                </a:solidFill>
                <a:latin typeface="Arial"/>
                <a:ea typeface="Arial"/>
                <a:cs typeface="Arial"/>
                <a:sym typeface="Arial"/>
              </a:rPr>
              <a:t>𝑗 </a:t>
            </a:r>
            <a:r>
              <a:rPr lang="en-US" sz="1800">
                <a:solidFill>
                  <a:srgbClr val="001F5F"/>
                </a:solidFill>
                <a:latin typeface="Arial"/>
                <a:ea typeface="Arial"/>
                <a:cs typeface="Arial"/>
                <a:sym typeface="Arial"/>
              </a:rPr>
              <a:t>𝑥</a:t>
            </a:r>
            <a:r>
              <a:rPr lang="en-US" sz="1950" baseline="-25000">
                <a:solidFill>
                  <a:srgbClr val="001F5F"/>
                </a:solidFill>
                <a:latin typeface="Arial"/>
                <a:ea typeface="Arial"/>
                <a:cs typeface="Arial"/>
                <a:sym typeface="Arial"/>
              </a:rPr>
              <a:t>𝑗 </a:t>
            </a:r>
            <a:r>
              <a:rPr lang="en-US" sz="1800">
                <a:solidFill>
                  <a:srgbClr val="001F5F"/>
                </a:solidFill>
                <a:latin typeface="Arial"/>
                <a:ea typeface="Arial"/>
                <a:cs typeface="Arial"/>
                <a:sym typeface="Arial"/>
              </a:rPr>
              <a:t>)</a:t>
            </a:r>
            <a:endParaRPr sz="1800">
              <a:latin typeface="Arial"/>
              <a:ea typeface="Arial"/>
              <a:cs typeface="Arial"/>
              <a:sym typeface="Arial"/>
            </a:endParaRPr>
          </a:p>
        </p:txBody>
      </p:sp>
      <p:grpSp>
        <p:nvGrpSpPr>
          <p:cNvPr id="1324" name="Google Shape;1324;p64"/>
          <p:cNvGrpSpPr/>
          <p:nvPr/>
        </p:nvGrpSpPr>
        <p:grpSpPr>
          <a:xfrm>
            <a:off x="0" y="3995915"/>
            <a:ext cx="1286256" cy="789443"/>
            <a:chOff x="0" y="3995915"/>
            <a:chExt cx="1286256" cy="789443"/>
          </a:xfrm>
        </p:grpSpPr>
        <p:pic>
          <p:nvPicPr>
            <p:cNvPr id="1325" name="Google Shape;1325;p64"/>
            <p:cNvPicPr preferRelativeResize="0"/>
            <p:nvPr/>
          </p:nvPicPr>
          <p:blipFill rotWithShape="1">
            <a:blip r:embed="rId8">
              <a:alphaModFix/>
            </a:blip>
            <a:srcRect/>
            <a:stretch/>
          </p:blipFill>
          <p:spPr>
            <a:xfrm>
              <a:off x="0" y="3995915"/>
              <a:ext cx="1286256" cy="789443"/>
            </a:xfrm>
            <a:prstGeom prst="rect">
              <a:avLst/>
            </a:prstGeom>
            <a:noFill/>
            <a:ln>
              <a:noFill/>
            </a:ln>
          </p:spPr>
        </p:pic>
        <p:pic>
          <p:nvPicPr>
            <p:cNvPr id="1326" name="Google Shape;1326;p64"/>
            <p:cNvPicPr preferRelativeResize="0"/>
            <p:nvPr/>
          </p:nvPicPr>
          <p:blipFill rotWithShape="1">
            <a:blip r:embed="rId9">
              <a:alphaModFix/>
            </a:blip>
            <a:srcRect/>
            <a:stretch/>
          </p:blipFill>
          <p:spPr>
            <a:xfrm>
              <a:off x="0" y="4026789"/>
              <a:ext cx="1225067" cy="697611"/>
            </a:xfrm>
            <a:prstGeom prst="rect">
              <a:avLst/>
            </a:prstGeom>
            <a:noFill/>
            <a:ln>
              <a:noFill/>
            </a:ln>
          </p:spPr>
        </p:pic>
        <p:sp>
          <p:nvSpPr>
            <p:cNvPr id="1327" name="Google Shape;1327;p64"/>
            <p:cNvSpPr/>
            <p:nvPr/>
          </p:nvSpPr>
          <p:spPr>
            <a:xfrm>
              <a:off x="0" y="4026789"/>
              <a:ext cx="1225550" cy="697865"/>
            </a:xfrm>
            <a:custGeom>
              <a:avLst/>
              <a:gdLst/>
              <a:ahLst/>
              <a:cxnLst/>
              <a:rect l="l" t="t" r="r" b="b"/>
              <a:pathLst>
                <a:path w="1225550" h="697864" extrusionOk="0">
                  <a:moveTo>
                    <a:pt x="0" y="121538"/>
                  </a:moveTo>
                  <a:lnTo>
                    <a:pt x="672084" y="121538"/>
                  </a:lnTo>
                  <a:lnTo>
                    <a:pt x="1225067" y="0"/>
                  </a:lnTo>
                  <a:lnTo>
                    <a:pt x="960119" y="121538"/>
                  </a:lnTo>
                  <a:lnTo>
                    <a:pt x="1152144" y="121538"/>
                  </a:lnTo>
                  <a:lnTo>
                    <a:pt x="1152144" y="217550"/>
                  </a:lnTo>
                  <a:lnTo>
                    <a:pt x="1152144" y="361568"/>
                  </a:lnTo>
                  <a:lnTo>
                    <a:pt x="1152144" y="697611"/>
                  </a:lnTo>
                  <a:lnTo>
                    <a:pt x="960119" y="697611"/>
                  </a:lnTo>
                  <a:lnTo>
                    <a:pt x="672084" y="697611"/>
                  </a:lnTo>
                  <a:lnTo>
                    <a:pt x="0" y="697611"/>
                  </a:lnTo>
                  <a:lnTo>
                    <a:pt x="0" y="361568"/>
                  </a:lnTo>
                  <a:lnTo>
                    <a:pt x="0" y="217550"/>
                  </a:lnTo>
                  <a:lnTo>
                    <a:pt x="0" y="121538"/>
                  </a:lnTo>
                  <a:close/>
                </a:path>
              </a:pathLst>
            </a:custGeom>
            <a:noFill/>
            <a:ln w="9525" cap="flat" cmpd="sng">
              <a:solidFill>
                <a:srgbClr val="FF901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328" name="Google Shape;1328;p64"/>
          <p:cNvSpPr txBox="1"/>
          <p:nvPr/>
        </p:nvSpPr>
        <p:spPr>
          <a:xfrm>
            <a:off x="88492" y="4144771"/>
            <a:ext cx="966469"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solidFill>
                  <a:srgbClr val="001F5F"/>
                </a:solidFill>
                <a:latin typeface="Arial"/>
                <a:ea typeface="Arial"/>
                <a:cs typeface="Arial"/>
                <a:sym typeface="Arial"/>
              </a:rPr>
              <a:t>Definition</a:t>
            </a:r>
            <a:endParaRPr sz="1800">
              <a:latin typeface="Arial"/>
              <a:ea typeface="Arial"/>
              <a:cs typeface="Arial"/>
              <a:sym typeface="Arial"/>
            </a:endParaRPr>
          </a:p>
        </p:txBody>
      </p:sp>
      <p:sp>
        <p:nvSpPr>
          <p:cNvPr id="1329" name="Google Shape;1329;p64"/>
          <p:cNvSpPr txBox="1"/>
          <p:nvPr/>
        </p:nvSpPr>
        <p:spPr>
          <a:xfrm>
            <a:off x="163422" y="4409947"/>
            <a:ext cx="7392670" cy="1558925"/>
          </a:xfrm>
          <a:prstGeom prst="rect">
            <a:avLst/>
          </a:prstGeom>
          <a:noFill/>
          <a:ln>
            <a:noFill/>
          </a:ln>
        </p:spPr>
        <p:txBody>
          <a:bodyPr spcFirstLastPara="1" wrap="square" lIns="0" tIns="12700" rIns="0" bIns="0" anchor="t" anchorCtr="0">
            <a:spAutoFit/>
          </a:bodyPr>
          <a:lstStyle/>
          <a:p>
            <a:pPr marL="38100" lvl="0" indent="0" algn="l" rtl="0">
              <a:lnSpc>
                <a:spcPct val="115555"/>
              </a:lnSpc>
              <a:spcBef>
                <a:spcPts val="0"/>
              </a:spcBef>
              <a:spcAft>
                <a:spcPts val="0"/>
              </a:spcAft>
              <a:buNone/>
            </a:pPr>
            <a:r>
              <a:rPr lang="en-US" sz="1800">
                <a:solidFill>
                  <a:srgbClr val="001F5F"/>
                </a:solidFill>
                <a:latin typeface="Arial"/>
                <a:ea typeface="Arial"/>
                <a:cs typeface="Arial"/>
                <a:sym typeface="Arial"/>
              </a:rPr>
              <a:t>of odds</a:t>
            </a:r>
            <a:endParaRPr sz="1800">
              <a:latin typeface="Arial"/>
              <a:ea typeface="Arial"/>
              <a:cs typeface="Arial"/>
              <a:sym typeface="Arial"/>
            </a:endParaRPr>
          </a:p>
          <a:p>
            <a:pPr marL="728345" lvl="0" indent="-172719" algn="l" rtl="0">
              <a:lnSpc>
                <a:spcPct val="108444"/>
              </a:lnSpc>
              <a:spcBef>
                <a:spcPts val="0"/>
              </a:spcBef>
              <a:spcAft>
                <a:spcPts val="0"/>
              </a:spcAft>
              <a:buClr>
                <a:srgbClr val="001F5F"/>
              </a:buClr>
              <a:buSzPts val="2100"/>
              <a:buFont typeface="Arial"/>
              <a:buChar char="•"/>
            </a:pPr>
            <a:r>
              <a:rPr lang="en-US" sz="2100">
                <a:solidFill>
                  <a:srgbClr val="001F5F"/>
                </a:solidFill>
                <a:latin typeface="Arial"/>
                <a:ea typeface="Arial"/>
                <a:cs typeface="Arial"/>
                <a:sym typeface="Arial"/>
              </a:rPr>
              <a:t>It follows that exp(𝑏</a:t>
            </a:r>
            <a:r>
              <a:rPr lang="en-US" sz="2250" baseline="-25000">
                <a:solidFill>
                  <a:srgbClr val="001F5F"/>
                </a:solidFill>
                <a:latin typeface="Arial"/>
                <a:ea typeface="Arial"/>
                <a:cs typeface="Arial"/>
                <a:sym typeface="Arial"/>
              </a:rPr>
              <a:t>𝑗</a:t>
            </a:r>
            <a:r>
              <a:rPr lang="en-US" sz="2100">
                <a:solidFill>
                  <a:srgbClr val="001F5F"/>
                </a:solidFill>
                <a:latin typeface="Arial"/>
                <a:ea typeface="Arial"/>
                <a:cs typeface="Arial"/>
                <a:sym typeface="Arial"/>
              </a:rPr>
              <a:t>) is the odds ratio of feature 𝑗</a:t>
            </a:r>
            <a:endParaRPr sz="2100">
              <a:latin typeface="Arial"/>
              <a:ea typeface="Arial"/>
              <a:cs typeface="Arial"/>
              <a:sym typeface="Arial"/>
            </a:endParaRPr>
          </a:p>
          <a:p>
            <a:pPr marL="1070610" lvl="1" indent="-172085" algn="l" rtl="0">
              <a:lnSpc>
                <a:spcPct val="100000"/>
              </a:lnSpc>
              <a:spcBef>
                <a:spcPts val="490"/>
              </a:spcBef>
              <a:spcAft>
                <a:spcPts val="0"/>
              </a:spcAft>
              <a:buClr>
                <a:srgbClr val="001F5F"/>
              </a:buClr>
              <a:buSzPts val="1800"/>
              <a:buFont typeface="Arial"/>
              <a:buChar char="•"/>
            </a:pPr>
            <a:r>
              <a:rPr lang="en-US" sz="1800">
                <a:solidFill>
                  <a:srgbClr val="001F5F"/>
                </a:solidFill>
                <a:latin typeface="Arial"/>
                <a:ea typeface="Arial"/>
                <a:cs typeface="Arial"/>
                <a:sym typeface="Arial"/>
              </a:rPr>
              <a:t>Odds ratio means the change in odds if we increase 𝑥</a:t>
            </a:r>
            <a:r>
              <a:rPr lang="en-US" sz="1950" baseline="-25000">
                <a:solidFill>
                  <a:srgbClr val="001F5F"/>
                </a:solidFill>
                <a:latin typeface="Arial"/>
                <a:ea typeface="Arial"/>
                <a:cs typeface="Arial"/>
                <a:sym typeface="Arial"/>
              </a:rPr>
              <a:t>𝑗 </a:t>
            </a:r>
            <a:r>
              <a:rPr lang="en-US" sz="1800">
                <a:solidFill>
                  <a:srgbClr val="001F5F"/>
                </a:solidFill>
                <a:latin typeface="Arial"/>
                <a:ea typeface="Arial"/>
                <a:cs typeface="Arial"/>
                <a:sym typeface="Arial"/>
              </a:rPr>
              <a:t>by one.</a:t>
            </a:r>
            <a:endParaRPr sz="1800">
              <a:latin typeface="Arial"/>
              <a:ea typeface="Arial"/>
              <a:cs typeface="Arial"/>
              <a:sym typeface="Arial"/>
            </a:endParaRPr>
          </a:p>
          <a:p>
            <a:pPr marL="1070610" lvl="1" indent="-172085" algn="l" rtl="0">
              <a:lnSpc>
                <a:spcPct val="100000"/>
              </a:lnSpc>
              <a:spcBef>
                <a:spcPts val="335"/>
              </a:spcBef>
              <a:spcAft>
                <a:spcPts val="0"/>
              </a:spcAft>
              <a:buClr>
                <a:srgbClr val="001F5F"/>
              </a:buClr>
              <a:buSzPts val="1800"/>
              <a:buFont typeface="Arial"/>
              <a:buChar char="•"/>
            </a:pPr>
            <a:r>
              <a:rPr lang="en-US" sz="1800">
                <a:solidFill>
                  <a:srgbClr val="001F5F"/>
                </a:solidFill>
                <a:latin typeface="Arial"/>
                <a:ea typeface="Arial"/>
                <a:cs typeface="Arial"/>
                <a:sym typeface="Arial"/>
              </a:rPr>
              <a:t>Odds ratio greater than one means increased odds</a:t>
            </a:r>
            <a:endParaRPr sz="1800">
              <a:latin typeface="Arial"/>
              <a:ea typeface="Arial"/>
              <a:cs typeface="Arial"/>
              <a:sym typeface="Arial"/>
            </a:endParaRPr>
          </a:p>
          <a:p>
            <a:pPr marL="1070610" lvl="1" indent="-172085" algn="l" rtl="0">
              <a:lnSpc>
                <a:spcPct val="100000"/>
              </a:lnSpc>
              <a:spcBef>
                <a:spcPts val="240"/>
              </a:spcBef>
              <a:spcAft>
                <a:spcPts val="0"/>
              </a:spcAft>
              <a:buClr>
                <a:srgbClr val="001F5F"/>
              </a:buClr>
              <a:buSzPts val="1800"/>
              <a:buFont typeface="Arial"/>
              <a:buChar char="•"/>
            </a:pPr>
            <a:r>
              <a:rPr lang="en-US" sz="1800">
                <a:solidFill>
                  <a:srgbClr val="001F5F"/>
                </a:solidFill>
                <a:latin typeface="Arial"/>
                <a:ea typeface="Arial"/>
                <a:cs typeface="Arial"/>
                <a:sym typeface="Arial"/>
              </a:rPr>
              <a:t>Odds ratio less than one mean decreased odds</a:t>
            </a:r>
            <a:endParaRPr sz="1800">
              <a:latin typeface="Arial"/>
              <a:ea typeface="Arial"/>
              <a:cs typeface="Arial"/>
              <a:sym typeface="Arial"/>
            </a:endParaRPr>
          </a:p>
        </p:txBody>
      </p:sp>
    </p:spTree>
    <p:extLst>
      <p:ext uri="{BB962C8B-B14F-4D97-AF65-F5344CB8AC3E}">
        <p14:creationId xmlns:p14="http://schemas.microsoft.com/office/powerpoint/2010/main" val="19181176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333"/>
        <p:cNvGrpSpPr/>
        <p:nvPr/>
      </p:nvGrpSpPr>
      <p:grpSpPr>
        <a:xfrm>
          <a:off x="0" y="0"/>
          <a:ext cx="0" cy="0"/>
          <a:chOff x="0" y="0"/>
          <a:chExt cx="0" cy="0"/>
        </a:xfrm>
      </p:grpSpPr>
      <p:sp>
        <p:nvSpPr>
          <p:cNvPr id="1334" name="Google Shape;1334;p65" descr="$PPTXTitle"/>
          <p:cNvSpPr txBox="1">
            <a:spLocks noGrp="1"/>
          </p:cNvSpPr>
          <p:nvPr>
            <p:ph type="title"/>
          </p:nvPr>
        </p:nvSpPr>
        <p:spPr>
          <a:xfrm>
            <a:off x="707542" y="494791"/>
            <a:ext cx="11589715" cy="985519"/>
          </a:xfrm>
          <a:prstGeom prst="rect">
            <a:avLst/>
          </a:prstGeom>
          <a:noFill/>
          <a:ln>
            <a:noFill/>
          </a:ln>
        </p:spPr>
        <p:txBody>
          <a:bodyPr spcFirstLastPara="1" wrap="square" lIns="0" tIns="232150" rIns="0" bIns="0" anchor="t" anchorCtr="0">
            <a:spAutoFit/>
          </a:bodyPr>
          <a:lstStyle/>
          <a:p>
            <a:pPr marL="12700" lvl="0" indent="0" algn="l" rtl="0">
              <a:lnSpc>
                <a:spcPct val="100000"/>
              </a:lnSpc>
              <a:spcBef>
                <a:spcPts val="0"/>
              </a:spcBef>
              <a:spcAft>
                <a:spcPts val="0"/>
              </a:spcAft>
              <a:buNone/>
            </a:pPr>
            <a:r>
              <a:rPr lang="en-US" sz="3300">
                <a:solidFill>
                  <a:srgbClr val="0096CE"/>
                </a:solidFill>
              </a:rPr>
              <a:t>Decision Surface of Logistic Regression</a:t>
            </a:r>
            <a:endParaRPr sz="3300"/>
          </a:p>
        </p:txBody>
      </p:sp>
      <p:sp>
        <p:nvSpPr>
          <p:cNvPr id="1335" name="Google Shape;1335;p65"/>
          <p:cNvSpPr txBox="1"/>
          <p:nvPr/>
        </p:nvSpPr>
        <p:spPr>
          <a:xfrm>
            <a:off x="706906" y="1805431"/>
            <a:ext cx="3764915" cy="345440"/>
          </a:xfrm>
          <a:prstGeom prst="rect">
            <a:avLst/>
          </a:prstGeom>
          <a:noFill/>
          <a:ln>
            <a:noFill/>
          </a:ln>
        </p:spPr>
        <p:txBody>
          <a:bodyPr spcFirstLastPara="1" wrap="square" lIns="0" tIns="12700" rIns="0" bIns="0" anchor="t" anchorCtr="0">
            <a:spAutoFit/>
          </a:bodyPr>
          <a:lstStyle/>
          <a:p>
            <a:pPr marL="185420" lvl="0" indent="-172720" algn="l" rtl="0">
              <a:lnSpc>
                <a:spcPct val="100000"/>
              </a:lnSpc>
              <a:spcBef>
                <a:spcPts val="0"/>
              </a:spcBef>
              <a:spcAft>
                <a:spcPts val="0"/>
              </a:spcAft>
              <a:buClr>
                <a:srgbClr val="001F5F"/>
              </a:buClr>
              <a:buSzPts val="2100"/>
              <a:buFont typeface="Arial"/>
              <a:buChar char="•"/>
            </a:pPr>
            <a:r>
              <a:rPr lang="en-US" sz="2100">
                <a:solidFill>
                  <a:srgbClr val="001F5F"/>
                </a:solidFill>
                <a:latin typeface="Arial"/>
                <a:ea typeface="Arial"/>
                <a:cs typeface="Arial"/>
                <a:sym typeface="Arial"/>
              </a:rPr>
              <a:t>Decision boundaries are linear</a:t>
            </a:r>
            <a:endParaRPr sz="2100">
              <a:latin typeface="Arial"/>
              <a:ea typeface="Arial"/>
              <a:cs typeface="Arial"/>
              <a:sym typeface="Arial"/>
            </a:endParaRPr>
          </a:p>
        </p:txBody>
      </p:sp>
      <p:grpSp>
        <p:nvGrpSpPr>
          <p:cNvPr id="1336" name="Google Shape;1336;p65"/>
          <p:cNvGrpSpPr/>
          <p:nvPr/>
        </p:nvGrpSpPr>
        <p:grpSpPr>
          <a:xfrm>
            <a:off x="2651760" y="2488692"/>
            <a:ext cx="3469004" cy="2438400"/>
            <a:chOff x="2651760" y="2488692"/>
            <a:chExt cx="3469004" cy="2438400"/>
          </a:xfrm>
        </p:grpSpPr>
        <p:pic>
          <p:nvPicPr>
            <p:cNvPr id="1337" name="Google Shape;1337;p65"/>
            <p:cNvPicPr preferRelativeResize="0"/>
            <p:nvPr/>
          </p:nvPicPr>
          <p:blipFill rotWithShape="1">
            <a:blip r:embed="rId3">
              <a:alphaModFix/>
            </a:blip>
            <a:srcRect/>
            <a:stretch/>
          </p:blipFill>
          <p:spPr>
            <a:xfrm>
              <a:off x="2656332" y="2493264"/>
              <a:ext cx="3459478" cy="2429255"/>
            </a:xfrm>
            <a:prstGeom prst="rect">
              <a:avLst/>
            </a:prstGeom>
            <a:noFill/>
            <a:ln>
              <a:noFill/>
            </a:ln>
          </p:spPr>
        </p:pic>
        <p:sp>
          <p:nvSpPr>
            <p:cNvPr id="1338" name="Google Shape;1338;p65"/>
            <p:cNvSpPr/>
            <p:nvPr/>
          </p:nvSpPr>
          <p:spPr>
            <a:xfrm>
              <a:off x="2651760" y="2488692"/>
              <a:ext cx="3469004" cy="2438400"/>
            </a:xfrm>
            <a:custGeom>
              <a:avLst/>
              <a:gdLst/>
              <a:ahLst/>
              <a:cxnLst/>
              <a:rect l="l" t="t" r="r" b="b"/>
              <a:pathLst>
                <a:path w="3469004" h="2438400" extrusionOk="0">
                  <a:moveTo>
                    <a:pt x="0" y="0"/>
                  </a:moveTo>
                  <a:lnTo>
                    <a:pt x="3468624" y="0"/>
                  </a:lnTo>
                  <a:lnTo>
                    <a:pt x="3468624" y="2438399"/>
                  </a:lnTo>
                  <a:lnTo>
                    <a:pt x="0" y="2438399"/>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Tree>
    <p:extLst>
      <p:ext uri="{BB962C8B-B14F-4D97-AF65-F5344CB8AC3E}">
        <p14:creationId xmlns:p14="http://schemas.microsoft.com/office/powerpoint/2010/main" val="9976574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1020"/>
        <p:cNvGrpSpPr/>
        <p:nvPr/>
      </p:nvGrpSpPr>
      <p:grpSpPr>
        <a:xfrm>
          <a:off x="0" y="0"/>
          <a:ext cx="0" cy="0"/>
          <a:chOff x="0" y="0"/>
          <a:chExt cx="0" cy="0"/>
        </a:xfrm>
      </p:grpSpPr>
      <p:sp>
        <p:nvSpPr>
          <p:cNvPr id="1021" name="Google Shape;1021;p45" descr="$PPTXTitle"/>
          <p:cNvSpPr txBox="1">
            <a:spLocks noGrp="1"/>
          </p:cNvSpPr>
          <p:nvPr>
            <p:ph type="title"/>
          </p:nvPr>
        </p:nvSpPr>
        <p:spPr>
          <a:xfrm>
            <a:off x="707543" y="494791"/>
            <a:ext cx="5794858" cy="757643"/>
          </a:xfrm>
          <a:prstGeom prst="rect">
            <a:avLst/>
          </a:prstGeom>
          <a:noFill/>
          <a:ln>
            <a:noFill/>
          </a:ln>
        </p:spPr>
        <p:txBody>
          <a:bodyPr spcFirstLastPara="1" wrap="square" lIns="0" tIns="232150" rIns="0" bIns="0" anchor="t" anchorCtr="0">
            <a:spAutoFit/>
          </a:bodyPr>
          <a:lstStyle/>
          <a:p>
            <a:pPr marL="12700" lvl="0" indent="0" algn="l" rtl="0">
              <a:lnSpc>
                <a:spcPct val="100000"/>
              </a:lnSpc>
              <a:spcBef>
                <a:spcPts val="0"/>
              </a:spcBef>
              <a:spcAft>
                <a:spcPts val="0"/>
              </a:spcAft>
              <a:buNone/>
            </a:pPr>
            <a:r>
              <a:rPr lang="en-US" sz="3400" b="1">
                <a:solidFill>
                  <a:srgbClr val="0070C0"/>
                </a:solidFill>
              </a:rPr>
              <a:t>The Confusion Matrix</a:t>
            </a:r>
            <a:endParaRPr sz="3400" b="1">
              <a:solidFill>
                <a:srgbClr val="0070C0"/>
              </a:solidFill>
            </a:endParaRPr>
          </a:p>
        </p:txBody>
      </p:sp>
      <p:graphicFrame>
        <p:nvGraphicFramePr>
          <p:cNvPr id="1022" name="Google Shape;1022;p45"/>
          <p:cNvGraphicFramePr/>
          <p:nvPr/>
        </p:nvGraphicFramePr>
        <p:xfrm>
          <a:off x="1559882" y="2920492"/>
          <a:ext cx="8295300" cy="3355125"/>
        </p:xfrm>
        <a:graphic>
          <a:graphicData uri="http://schemas.openxmlformats.org/drawingml/2006/table">
            <a:tbl>
              <a:tblPr firstRow="1" bandRow="1">
                <a:noFill/>
                <a:tableStyleId>{1D887611-A821-4409-BF31-FEF9CEBD26EA}</a:tableStyleId>
              </a:tblPr>
              <a:tblGrid>
                <a:gridCol w="2073175">
                  <a:extLst>
                    <a:ext uri="{9D8B030D-6E8A-4147-A177-3AD203B41FA5}">
                      <a16:colId xmlns:a16="http://schemas.microsoft.com/office/drawing/2014/main" val="20000"/>
                    </a:ext>
                  </a:extLst>
                </a:gridCol>
                <a:gridCol w="1490100">
                  <a:extLst>
                    <a:ext uri="{9D8B030D-6E8A-4147-A177-3AD203B41FA5}">
                      <a16:colId xmlns:a16="http://schemas.microsoft.com/office/drawing/2014/main" val="20001"/>
                    </a:ext>
                  </a:extLst>
                </a:gridCol>
                <a:gridCol w="1611025">
                  <a:extLst>
                    <a:ext uri="{9D8B030D-6E8A-4147-A177-3AD203B41FA5}">
                      <a16:colId xmlns:a16="http://schemas.microsoft.com/office/drawing/2014/main" val="20002"/>
                    </a:ext>
                  </a:extLst>
                </a:gridCol>
                <a:gridCol w="3121000">
                  <a:extLst>
                    <a:ext uri="{9D8B030D-6E8A-4147-A177-3AD203B41FA5}">
                      <a16:colId xmlns:a16="http://schemas.microsoft.com/office/drawing/2014/main" val="20003"/>
                    </a:ext>
                  </a:extLst>
                </a:gridCol>
              </a:tblGrid>
              <a:tr h="838425">
                <a:tc>
                  <a:txBody>
                    <a:bodyPr/>
                    <a:lstStyle/>
                    <a:p>
                      <a:pPr marL="0" marR="0" lvl="0" indent="0" algn="l" rtl="0">
                        <a:lnSpc>
                          <a:spcPct val="100000"/>
                        </a:lnSpc>
                        <a:spcBef>
                          <a:spcPts val="0"/>
                        </a:spcBef>
                        <a:spcAft>
                          <a:spcPts val="0"/>
                        </a:spcAft>
                        <a:buNone/>
                      </a:pPr>
                      <a:endParaRPr sz="2600" u="none" strike="noStrike" cap="none">
                        <a:solidFill>
                          <a:schemeClr val="dk1"/>
                        </a:solidFill>
                        <a:latin typeface="Arial"/>
                        <a:ea typeface="Arial"/>
                        <a:cs typeface="Arial"/>
                        <a:sym typeface="Arial"/>
                      </a:endParaRPr>
                    </a:p>
                  </a:txBody>
                  <a:tcPr marL="0" marR="0" marT="0" marB="0">
                    <a:lnB w="12700" cap="flat" cmpd="sng">
                      <a:solidFill>
                        <a:srgbClr val="0581B7"/>
                      </a:solidFill>
                      <a:prstDash val="solid"/>
                      <a:round/>
                      <a:headEnd type="none" w="sm" len="sm"/>
                      <a:tailEnd type="none" w="sm" len="sm"/>
                    </a:lnB>
                    <a:solidFill>
                      <a:srgbClr val="FFF9EA"/>
                    </a:solidFill>
                  </a:tcPr>
                </a:tc>
                <a:tc>
                  <a:txBody>
                    <a:bodyPr/>
                    <a:lstStyle/>
                    <a:p>
                      <a:pPr marL="83185" marR="0" lvl="0" indent="0" algn="l" rtl="0">
                        <a:lnSpc>
                          <a:spcPct val="100000"/>
                        </a:lnSpc>
                        <a:spcBef>
                          <a:spcPts val="0"/>
                        </a:spcBef>
                        <a:spcAft>
                          <a:spcPts val="0"/>
                        </a:spcAft>
                        <a:buNone/>
                      </a:pPr>
                      <a:r>
                        <a:rPr lang="en-US" sz="2600" b="1" u="none" strike="noStrike" cap="none">
                          <a:solidFill>
                            <a:schemeClr val="dk1"/>
                          </a:solidFill>
                          <a:latin typeface="Arial"/>
                          <a:ea typeface="Arial"/>
                          <a:cs typeface="Arial"/>
                          <a:sym typeface="Arial"/>
                        </a:rPr>
                        <a:t>whale</a:t>
                      </a:r>
                      <a:endParaRPr sz="2600" u="none" strike="noStrike" cap="none">
                        <a:solidFill>
                          <a:schemeClr val="dk1"/>
                        </a:solidFill>
                        <a:latin typeface="Arial"/>
                        <a:ea typeface="Arial"/>
                        <a:cs typeface="Arial"/>
                        <a:sym typeface="Arial"/>
                      </a:endParaRPr>
                    </a:p>
                  </a:txBody>
                  <a:tcPr marL="0" marR="0" marT="27300" marB="0">
                    <a:lnT w="12700" cap="flat" cmpd="sng">
                      <a:solidFill>
                        <a:srgbClr val="0581B7"/>
                      </a:solidFill>
                      <a:prstDash val="solid"/>
                      <a:round/>
                      <a:headEnd type="none" w="sm" len="sm"/>
                      <a:tailEnd type="none" w="sm" len="sm"/>
                    </a:lnT>
                    <a:lnB w="12700" cap="flat" cmpd="sng">
                      <a:solidFill>
                        <a:srgbClr val="0581B7"/>
                      </a:solidFill>
                      <a:prstDash val="solid"/>
                      <a:round/>
                      <a:headEnd type="none" w="sm" len="sm"/>
                      <a:tailEnd type="none" w="sm" len="sm"/>
                    </a:lnB>
                    <a:solidFill>
                      <a:srgbClr val="0581B7"/>
                    </a:solidFill>
                  </a:tcPr>
                </a:tc>
                <a:tc>
                  <a:txBody>
                    <a:bodyPr/>
                    <a:lstStyle/>
                    <a:p>
                      <a:pPr marL="520700" marR="0" lvl="0" indent="0" algn="l" rtl="0">
                        <a:lnSpc>
                          <a:spcPct val="100000"/>
                        </a:lnSpc>
                        <a:spcBef>
                          <a:spcPts val="0"/>
                        </a:spcBef>
                        <a:spcAft>
                          <a:spcPts val="0"/>
                        </a:spcAft>
                        <a:buNone/>
                      </a:pPr>
                      <a:r>
                        <a:rPr lang="en-US" sz="2600" b="1" u="none" strike="noStrike" cap="none">
                          <a:solidFill>
                            <a:schemeClr val="dk1"/>
                          </a:solidFill>
                          <a:latin typeface="Arial"/>
                          <a:ea typeface="Arial"/>
                          <a:cs typeface="Arial"/>
                          <a:sym typeface="Arial"/>
                        </a:rPr>
                        <a:t>bear</a:t>
                      </a:r>
                      <a:endParaRPr sz="2600" u="none" strike="noStrike" cap="none">
                        <a:solidFill>
                          <a:schemeClr val="dk1"/>
                        </a:solidFill>
                        <a:latin typeface="Arial"/>
                        <a:ea typeface="Arial"/>
                        <a:cs typeface="Arial"/>
                        <a:sym typeface="Arial"/>
                      </a:endParaRPr>
                    </a:p>
                  </a:txBody>
                  <a:tcPr marL="0" marR="0" marT="27300" marB="0">
                    <a:lnT w="12700" cap="flat" cmpd="sng">
                      <a:solidFill>
                        <a:srgbClr val="0581B7"/>
                      </a:solidFill>
                      <a:prstDash val="solid"/>
                      <a:round/>
                      <a:headEnd type="none" w="sm" len="sm"/>
                      <a:tailEnd type="none" w="sm" len="sm"/>
                    </a:lnT>
                    <a:lnB w="12700" cap="flat" cmpd="sng">
                      <a:solidFill>
                        <a:srgbClr val="0581B7"/>
                      </a:solidFill>
                      <a:prstDash val="solid"/>
                      <a:round/>
                      <a:headEnd type="none" w="sm" len="sm"/>
                      <a:tailEnd type="none" w="sm" len="sm"/>
                    </a:lnB>
                    <a:solidFill>
                      <a:srgbClr val="0581B7"/>
                    </a:solidFill>
                  </a:tcPr>
                </a:tc>
                <a:tc>
                  <a:txBody>
                    <a:bodyPr/>
                    <a:lstStyle/>
                    <a:p>
                      <a:pPr marL="861060" marR="0" lvl="0" indent="0" algn="l" rtl="0">
                        <a:lnSpc>
                          <a:spcPct val="100000"/>
                        </a:lnSpc>
                        <a:spcBef>
                          <a:spcPts val="0"/>
                        </a:spcBef>
                        <a:spcAft>
                          <a:spcPts val="0"/>
                        </a:spcAft>
                        <a:buNone/>
                      </a:pPr>
                      <a:r>
                        <a:rPr lang="en-US" sz="2600" b="1" u="none" strike="noStrike" cap="none">
                          <a:solidFill>
                            <a:schemeClr val="dk1"/>
                          </a:solidFill>
                          <a:latin typeface="Arial"/>
                          <a:ea typeface="Arial"/>
                          <a:cs typeface="Arial"/>
                          <a:sym typeface="Arial"/>
                        </a:rPr>
                        <a:t>other</a:t>
                      </a:r>
                      <a:endParaRPr sz="2600" u="none" strike="noStrike" cap="none">
                        <a:solidFill>
                          <a:schemeClr val="dk1"/>
                        </a:solidFill>
                        <a:latin typeface="Arial"/>
                        <a:ea typeface="Arial"/>
                        <a:cs typeface="Arial"/>
                        <a:sym typeface="Arial"/>
                      </a:endParaRPr>
                    </a:p>
                  </a:txBody>
                  <a:tcPr marL="0" marR="0" marT="27300" marB="0">
                    <a:lnR w="12700" cap="flat" cmpd="sng">
                      <a:solidFill>
                        <a:srgbClr val="0581B7"/>
                      </a:solidFill>
                      <a:prstDash val="solid"/>
                      <a:round/>
                      <a:headEnd type="none" w="sm" len="sm"/>
                      <a:tailEnd type="none" w="sm" len="sm"/>
                    </a:lnR>
                    <a:lnT w="12700" cap="flat" cmpd="sng">
                      <a:solidFill>
                        <a:srgbClr val="0581B7"/>
                      </a:solidFill>
                      <a:prstDash val="solid"/>
                      <a:round/>
                      <a:headEnd type="none" w="sm" len="sm"/>
                      <a:tailEnd type="none" w="sm" len="sm"/>
                    </a:lnT>
                    <a:lnB w="12700" cap="flat" cmpd="sng">
                      <a:solidFill>
                        <a:srgbClr val="0581B7"/>
                      </a:solidFill>
                      <a:prstDash val="solid"/>
                      <a:round/>
                      <a:headEnd type="none" w="sm" len="sm"/>
                      <a:tailEnd type="none" w="sm" len="sm"/>
                    </a:lnB>
                    <a:solidFill>
                      <a:srgbClr val="0581B7"/>
                    </a:solidFill>
                  </a:tcPr>
                </a:tc>
                <a:extLst>
                  <a:ext uri="{0D108BD9-81ED-4DB2-BD59-A6C34878D82A}">
                    <a16:rowId xmlns:a16="http://schemas.microsoft.com/office/drawing/2014/main" val="10000"/>
                  </a:ext>
                </a:extLst>
              </a:tr>
              <a:tr h="838425">
                <a:tc>
                  <a:txBody>
                    <a:bodyPr/>
                    <a:lstStyle/>
                    <a:p>
                      <a:pPr marL="90805" marR="0" lvl="0" indent="0" algn="l" rtl="0">
                        <a:lnSpc>
                          <a:spcPct val="100000"/>
                        </a:lnSpc>
                        <a:spcBef>
                          <a:spcPts val="0"/>
                        </a:spcBef>
                        <a:spcAft>
                          <a:spcPts val="0"/>
                        </a:spcAft>
                        <a:buNone/>
                      </a:pPr>
                      <a:r>
                        <a:rPr lang="en-US" sz="2600" b="1" u="none" strike="noStrike" cap="none">
                          <a:solidFill>
                            <a:schemeClr val="dk1"/>
                          </a:solidFill>
                          <a:latin typeface="Arial"/>
                          <a:ea typeface="Arial"/>
                          <a:cs typeface="Arial"/>
                          <a:sym typeface="Arial"/>
                        </a:rPr>
                        <a:t>whale</a:t>
                      </a:r>
                      <a:endParaRPr sz="2600" u="none" strike="noStrike" cap="none">
                        <a:solidFill>
                          <a:schemeClr val="dk1"/>
                        </a:solidFill>
                        <a:latin typeface="Arial"/>
                        <a:ea typeface="Arial"/>
                        <a:cs typeface="Arial"/>
                        <a:sym typeface="Arial"/>
                      </a:endParaRPr>
                    </a:p>
                  </a:txBody>
                  <a:tcPr marL="0" marR="0" marT="28575" marB="0">
                    <a:lnL w="12700" cap="flat" cmpd="sng">
                      <a:solidFill>
                        <a:srgbClr val="0581B7"/>
                      </a:solidFill>
                      <a:prstDash val="solid"/>
                      <a:round/>
                      <a:headEnd type="none" w="sm" len="sm"/>
                      <a:tailEnd type="none" w="sm" len="sm"/>
                    </a:lnL>
                    <a:lnT w="12700" cap="flat" cmpd="sng">
                      <a:solidFill>
                        <a:srgbClr val="0581B7"/>
                      </a:solidFill>
                      <a:prstDash val="solid"/>
                      <a:round/>
                      <a:headEnd type="none" w="sm" len="sm"/>
                      <a:tailEnd type="none" w="sm" len="sm"/>
                    </a:lnT>
                    <a:lnB w="12700" cap="flat" cmpd="sng">
                      <a:solidFill>
                        <a:srgbClr val="0581B7"/>
                      </a:solidFill>
                      <a:prstDash val="solid"/>
                      <a:round/>
                      <a:headEnd type="none" w="sm" len="sm"/>
                      <a:tailEnd type="none" w="sm" len="sm"/>
                    </a:lnB>
                    <a:solidFill>
                      <a:srgbClr val="0581B7"/>
                    </a:solidFill>
                  </a:tcPr>
                </a:tc>
                <a:tc>
                  <a:txBody>
                    <a:bodyPr/>
                    <a:lstStyle/>
                    <a:p>
                      <a:pPr marL="83185" marR="0" lvl="0" indent="0" algn="l" rtl="0">
                        <a:lnSpc>
                          <a:spcPct val="100000"/>
                        </a:lnSpc>
                        <a:spcBef>
                          <a:spcPts val="0"/>
                        </a:spcBef>
                        <a:spcAft>
                          <a:spcPts val="0"/>
                        </a:spcAft>
                        <a:buNone/>
                      </a:pPr>
                      <a:r>
                        <a:rPr lang="en-US" sz="2600" u="none" strike="noStrike" cap="none">
                          <a:solidFill>
                            <a:schemeClr val="dk1"/>
                          </a:solidFill>
                          <a:latin typeface="Arial"/>
                          <a:ea typeface="Arial"/>
                          <a:cs typeface="Arial"/>
                          <a:sym typeface="Arial"/>
                        </a:rPr>
                        <a:t>29</a:t>
                      </a:r>
                      <a:endParaRPr sz="2600" u="none" strike="noStrike" cap="none">
                        <a:solidFill>
                          <a:schemeClr val="dk1"/>
                        </a:solidFill>
                        <a:latin typeface="Arial"/>
                        <a:ea typeface="Arial"/>
                        <a:cs typeface="Arial"/>
                        <a:sym typeface="Arial"/>
                      </a:endParaRPr>
                    </a:p>
                  </a:txBody>
                  <a:tcPr marL="0" marR="0" marT="28575" marB="0">
                    <a:lnT w="12700" cap="flat" cmpd="sng">
                      <a:solidFill>
                        <a:srgbClr val="0581B7"/>
                      </a:solidFill>
                      <a:prstDash val="solid"/>
                      <a:round/>
                      <a:headEnd type="none" w="sm" len="sm"/>
                      <a:tailEnd type="none" w="sm" len="sm"/>
                    </a:lnT>
                    <a:lnB w="12700" cap="flat" cmpd="sng">
                      <a:solidFill>
                        <a:srgbClr val="0581B7"/>
                      </a:solidFill>
                      <a:prstDash val="solid"/>
                      <a:round/>
                      <a:headEnd type="none" w="sm" len="sm"/>
                      <a:tailEnd type="none" w="sm" len="sm"/>
                    </a:lnB>
                    <a:solidFill>
                      <a:srgbClr val="E7ECF3"/>
                    </a:solidFill>
                  </a:tcPr>
                </a:tc>
                <a:tc>
                  <a:txBody>
                    <a:bodyPr/>
                    <a:lstStyle/>
                    <a:p>
                      <a:pPr marL="520700" marR="0" lvl="0" indent="0" algn="l" rtl="0">
                        <a:lnSpc>
                          <a:spcPct val="100000"/>
                        </a:lnSpc>
                        <a:spcBef>
                          <a:spcPts val="0"/>
                        </a:spcBef>
                        <a:spcAft>
                          <a:spcPts val="0"/>
                        </a:spcAft>
                        <a:buNone/>
                      </a:pPr>
                      <a:r>
                        <a:rPr lang="en-US" sz="2600" u="none" strike="noStrike" cap="none">
                          <a:solidFill>
                            <a:schemeClr val="dk1"/>
                          </a:solidFill>
                          <a:latin typeface="Arial"/>
                          <a:ea typeface="Arial"/>
                          <a:cs typeface="Arial"/>
                          <a:sym typeface="Arial"/>
                        </a:rPr>
                        <a:t>1</a:t>
                      </a:r>
                      <a:endParaRPr sz="2600" u="none" strike="noStrike" cap="none">
                        <a:solidFill>
                          <a:schemeClr val="dk1"/>
                        </a:solidFill>
                        <a:latin typeface="Arial"/>
                        <a:ea typeface="Arial"/>
                        <a:cs typeface="Arial"/>
                        <a:sym typeface="Arial"/>
                      </a:endParaRPr>
                    </a:p>
                  </a:txBody>
                  <a:tcPr marL="0" marR="0" marT="28575" marB="0">
                    <a:lnT w="12700" cap="flat" cmpd="sng">
                      <a:solidFill>
                        <a:srgbClr val="0581B7"/>
                      </a:solidFill>
                      <a:prstDash val="solid"/>
                      <a:round/>
                      <a:headEnd type="none" w="sm" len="sm"/>
                      <a:tailEnd type="none" w="sm" len="sm"/>
                    </a:lnT>
                    <a:lnB w="12700" cap="flat" cmpd="sng">
                      <a:solidFill>
                        <a:srgbClr val="0581B7"/>
                      </a:solidFill>
                      <a:prstDash val="solid"/>
                      <a:round/>
                      <a:headEnd type="none" w="sm" len="sm"/>
                      <a:tailEnd type="none" w="sm" len="sm"/>
                    </a:lnB>
                    <a:solidFill>
                      <a:srgbClr val="E7ECF3"/>
                    </a:solidFill>
                  </a:tcPr>
                </a:tc>
                <a:tc>
                  <a:txBody>
                    <a:bodyPr/>
                    <a:lstStyle/>
                    <a:p>
                      <a:pPr marL="861060" marR="0" lvl="0" indent="0" algn="l" rtl="0">
                        <a:lnSpc>
                          <a:spcPct val="100000"/>
                        </a:lnSpc>
                        <a:spcBef>
                          <a:spcPts val="0"/>
                        </a:spcBef>
                        <a:spcAft>
                          <a:spcPts val="0"/>
                        </a:spcAft>
                        <a:buNone/>
                      </a:pPr>
                      <a:r>
                        <a:rPr lang="en-US" sz="2600" u="none" strike="noStrike" cap="none">
                          <a:solidFill>
                            <a:schemeClr val="dk1"/>
                          </a:solidFill>
                          <a:latin typeface="Arial"/>
                          <a:ea typeface="Arial"/>
                          <a:cs typeface="Arial"/>
                          <a:sym typeface="Arial"/>
                        </a:rPr>
                        <a:t>3</a:t>
                      </a:r>
                      <a:endParaRPr sz="2600" u="none" strike="noStrike" cap="none">
                        <a:solidFill>
                          <a:schemeClr val="dk1"/>
                        </a:solidFill>
                        <a:latin typeface="Arial"/>
                        <a:ea typeface="Arial"/>
                        <a:cs typeface="Arial"/>
                        <a:sym typeface="Arial"/>
                      </a:endParaRPr>
                    </a:p>
                  </a:txBody>
                  <a:tcPr marL="0" marR="0" marT="28575" marB="0">
                    <a:lnR w="12700" cap="flat" cmpd="sng">
                      <a:solidFill>
                        <a:srgbClr val="0581B7"/>
                      </a:solidFill>
                      <a:prstDash val="solid"/>
                      <a:round/>
                      <a:headEnd type="none" w="sm" len="sm"/>
                      <a:tailEnd type="none" w="sm" len="sm"/>
                    </a:lnR>
                    <a:lnT w="12700" cap="flat" cmpd="sng">
                      <a:solidFill>
                        <a:srgbClr val="0581B7"/>
                      </a:solidFill>
                      <a:prstDash val="solid"/>
                      <a:round/>
                      <a:headEnd type="none" w="sm" len="sm"/>
                      <a:tailEnd type="none" w="sm" len="sm"/>
                    </a:lnT>
                    <a:lnB w="12700" cap="flat" cmpd="sng">
                      <a:solidFill>
                        <a:srgbClr val="0581B7"/>
                      </a:solidFill>
                      <a:prstDash val="solid"/>
                      <a:round/>
                      <a:headEnd type="none" w="sm" len="sm"/>
                      <a:tailEnd type="none" w="sm" len="sm"/>
                    </a:lnB>
                    <a:solidFill>
                      <a:srgbClr val="E7ECF3"/>
                    </a:solidFill>
                  </a:tcPr>
                </a:tc>
                <a:extLst>
                  <a:ext uri="{0D108BD9-81ED-4DB2-BD59-A6C34878D82A}">
                    <a16:rowId xmlns:a16="http://schemas.microsoft.com/office/drawing/2014/main" val="10001"/>
                  </a:ext>
                </a:extLst>
              </a:tr>
              <a:tr h="839850">
                <a:tc>
                  <a:txBody>
                    <a:bodyPr/>
                    <a:lstStyle/>
                    <a:p>
                      <a:pPr marL="90805" marR="0" lvl="0" indent="0" algn="l" rtl="0">
                        <a:lnSpc>
                          <a:spcPct val="100000"/>
                        </a:lnSpc>
                        <a:spcBef>
                          <a:spcPts val="0"/>
                        </a:spcBef>
                        <a:spcAft>
                          <a:spcPts val="0"/>
                        </a:spcAft>
                        <a:buNone/>
                      </a:pPr>
                      <a:r>
                        <a:rPr lang="en-US" sz="2600" b="1" u="none" strike="noStrike" cap="none">
                          <a:solidFill>
                            <a:schemeClr val="dk1"/>
                          </a:solidFill>
                          <a:latin typeface="Arial"/>
                          <a:ea typeface="Arial"/>
                          <a:cs typeface="Arial"/>
                          <a:sym typeface="Arial"/>
                        </a:rPr>
                        <a:t>bear</a:t>
                      </a:r>
                      <a:endParaRPr sz="2600" u="none" strike="noStrike" cap="none">
                        <a:solidFill>
                          <a:schemeClr val="dk1"/>
                        </a:solidFill>
                        <a:latin typeface="Arial"/>
                        <a:ea typeface="Arial"/>
                        <a:cs typeface="Arial"/>
                        <a:sym typeface="Arial"/>
                      </a:endParaRPr>
                    </a:p>
                  </a:txBody>
                  <a:tcPr marL="0" marR="0" marT="27300" marB="0">
                    <a:lnL w="12700" cap="flat" cmpd="sng">
                      <a:solidFill>
                        <a:srgbClr val="0581B7"/>
                      </a:solidFill>
                      <a:prstDash val="solid"/>
                      <a:round/>
                      <a:headEnd type="none" w="sm" len="sm"/>
                      <a:tailEnd type="none" w="sm" len="sm"/>
                    </a:lnL>
                    <a:lnT w="12700" cap="flat" cmpd="sng">
                      <a:solidFill>
                        <a:srgbClr val="0581B7"/>
                      </a:solidFill>
                      <a:prstDash val="solid"/>
                      <a:round/>
                      <a:headEnd type="none" w="sm" len="sm"/>
                      <a:tailEnd type="none" w="sm" len="sm"/>
                    </a:lnT>
                    <a:lnB w="12700" cap="flat" cmpd="sng">
                      <a:solidFill>
                        <a:srgbClr val="0581B7"/>
                      </a:solidFill>
                      <a:prstDash val="solid"/>
                      <a:round/>
                      <a:headEnd type="none" w="sm" len="sm"/>
                      <a:tailEnd type="none" w="sm" len="sm"/>
                    </a:lnB>
                    <a:solidFill>
                      <a:srgbClr val="0581B7"/>
                    </a:solidFill>
                  </a:tcPr>
                </a:tc>
                <a:tc>
                  <a:txBody>
                    <a:bodyPr/>
                    <a:lstStyle/>
                    <a:p>
                      <a:pPr marL="83185" marR="0" lvl="0" indent="0" algn="l" rtl="0">
                        <a:lnSpc>
                          <a:spcPct val="100000"/>
                        </a:lnSpc>
                        <a:spcBef>
                          <a:spcPts val="0"/>
                        </a:spcBef>
                        <a:spcAft>
                          <a:spcPts val="0"/>
                        </a:spcAft>
                        <a:buNone/>
                      </a:pPr>
                      <a:r>
                        <a:rPr lang="en-US" sz="2600" u="none" strike="noStrike" cap="none">
                          <a:solidFill>
                            <a:schemeClr val="dk1"/>
                          </a:solidFill>
                          <a:latin typeface="Arial"/>
                          <a:ea typeface="Arial"/>
                          <a:cs typeface="Arial"/>
                          <a:sym typeface="Arial"/>
                        </a:rPr>
                        <a:t>2</a:t>
                      </a:r>
                      <a:endParaRPr sz="2600" u="none" strike="noStrike" cap="none">
                        <a:solidFill>
                          <a:schemeClr val="dk1"/>
                        </a:solidFill>
                        <a:latin typeface="Arial"/>
                        <a:ea typeface="Arial"/>
                        <a:cs typeface="Arial"/>
                        <a:sym typeface="Arial"/>
                      </a:endParaRPr>
                    </a:p>
                  </a:txBody>
                  <a:tcPr marL="0" marR="0" marT="27300" marB="0">
                    <a:lnT w="12700" cap="flat" cmpd="sng">
                      <a:solidFill>
                        <a:srgbClr val="0581B7"/>
                      </a:solidFill>
                      <a:prstDash val="solid"/>
                      <a:round/>
                      <a:headEnd type="none" w="sm" len="sm"/>
                      <a:tailEnd type="none" w="sm" len="sm"/>
                    </a:lnT>
                    <a:lnB w="12700" cap="flat" cmpd="sng">
                      <a:solidFill>
                        <a:srgbClr val="0581B7"/>
                      </a:solidFill>
                      <a:prstDash val="solid"/>
                      <a:round/>
                      <a:headEnd type="none" w="sm" len="sm"/>
                      <a:tailEnd type="none" w="sm" len="sm"/>
                    </a:lnB>
                    <a:solidFill>
                      <a:srgbClr val="FFF9EA"/>
                    </a:solidFill>
                  </a:tcPr>
                </a:tc>
                <a:tc>
                  <a:txBody>
                    <a:bodyPr/>
                    <a:lstStyle/>
                    <a:p>
                      <a:pPr marL="520700" marR="0" lvl="0" indent="0" algn="l" rtl="0">
                        <a:lnSpc>
                          <a:spcPct val="100000"/>
                        </a:lnSpc>
                        <a:spcBef>
                          <a:spcPts val="0"/>
                        </a:spcBef>
                        <a:spcAft>
                          <a:spcPts val="0"/>
                        </a:spcAft>
                        <a:buNone/>
                      </a:pPr>
                      <a:r>
                        <a:rPr lang="en-US" sz="2600" u="none" strike="noStrike" cap="none">
                          <a:solidFill>
                            <a:schemeClr val="dk1"/>
                          </a:solidFill>
                          <a:latin typeface="Arial"/>
                          <a:ea typeface="Arial"/>
                          <a:cs typeface="Arial"/>
                          <a:sym typeface="Arial"/>
                        </a:rPr>
                        <a:t>22</a:t>
                      </a:r>
                      <a:endParaRPr sz="2600" u="none" strike="noStrike" cap="none">
                        <a:solidFill>
                          <a:schemeClr val="dk1"/>
                        </a:solidFill>
                        <a:latin typeface="Arial"/>
                        <a:ea typeface="Arial"/>
                        <a:cs typeface="Arial"/>
                        <a:sym typeface="Arial"/>
                      </a:endParaRPr>
                    </a:p>
                  </a:txBody>
                  <a:tcPr marL="0" marR="0" marT="27300" marB="0">
                    <a:lnT w="12700" cap="flat" cmpd="sng">
                      <a:solidFill>
                        <a:srgbClr val="0581B7"/>
                      </a:solidFill>
                      <a:prstDash val="solid"/>
                      <a:round/>
                      <a:headEnd type="none" w="sm" len="sm"/>
                      <a:tailEnd type="none" w="sm" len="sm"/>
                    </a:lnT>
                    <a:lnB w="12700" cap="flat" cmpd="sng">
                      <a:solidFill>
                        <a:srgbClr val="0581B7"/>
                      </a:solidFill>
                      <a:prstDash val="solid"/>
                      <a:round/>
                      <a:headEnd type="none" w="sm" len="sm"/>
                      <a:tailEnd type="none" w="sm" len="sm"/>
                    </a:lnB>
                    <a:solidFill>
                      <a:srgbClr val="FFF9EA"/>
                    </a:solidFill>
                  </a:tcPr>
                </a:tc>
                <a:tc>
                  <a:txBody>
                    <a:bodyPr/>
                    <a:lstStyle/>
                    <a:p>
                      <a:pPr marL="861060" marR="0" lvl="0" indent="0" algn="l" rtl="0">
                        <a:lnSpc>
                          <a:spcPct val="100000"/>
                        </a:lnSpc>
                        <a:spcBef>
                          <a:spcPts val="0"/>
                        </a:spcBef>
                        <a:spcAft>
                          <a:spcPts val="0"/>
                        </a:spcAft>
                        <a:buNone/>
                      </a:pPr>
                      <a:r>
                        <a:rPr lang="en-US" sz="2600" u="none" strike="noStrike" cap="none">
                          <a:solidFill>
                            <a:schemeClr val="dk1"/>
                          </a:solidFill>
                          <a:latin typeface="Arial"/>
                          <a:ea typeface="Arial"/>
                          <a:cs typeface="Arial"/>
                          <a:sym typeface="Arial"/>
                        </a:rPr>
                        <a:t>13</a:t>
                      </a:r>
                      <a:endParaRPr sz="2600" u="none" strike="noStrike" cap="none">
                        <a:solidFill>
                          <a:schemeClr val="dk1"/>
                        </a:solidFill>
                        <a:latin typeface="Arial"/>
                        <a:ea typeface="Arial"/>
                        <a:cs typeface="Arial"/>
                        <a:sym typeface="Arial"/>
                      </a:endParaRPr>
                    </a:p>
                  </a:txBody>
                  <a:tcPr marL="0" marR="0" marT="27300" marB="0">
                    <a:lnR w="12700" cap="flat" cmpd="sng">
                      <a:solidFill>
                        <a:srgbClr val="0581B7"/>
                      </a:solidFill>
                      <a:prstDash val="solid"/>
                      <a:round/>
                      <a:headEnd type="none" w="sm" len="sm"/>
                      <a:tailEnd type="none" w="sm" len="sm"/>
                    </a:lnR>
                    <a:lnT w="12700" cap="flat" cmpd="sng">
                      <a:solidFill>
                        <a:srgbClr val="0581B7"/>
                      </a:solidFill>
                      <a:prstDash val="solid"/>
                      <a:round/>
                      <a:headEnd type="none" w="sm" len="sm"/>
                      <a:tailEnd type="none" w="sm" len="sm"/>
                    </a:lnT>
                    <a:lnB w="12700" cap="flat" cmpd="sng">
                      <a:solidFill>
                        <a:srgbClr val="0581B7"/>
                      </a:solidFill>
                      <a:prstDash val="solid"/>
                      <a:round/>
                      <a:headEnd type="none" w="sm" len="sm"/>
                      <a:tailEnd type="none" w="sm" len="sm"/>
                    </a:lnB>
                    <a:solidFill>
                      <a:srgbClr val="FFF9EA"/>
                    </a:solidFill>
                  </a:tcPr>
                </a:tc>
                <a:extLst>
                  <a:ext uri="{0D108BD9-81ED-4DB2-BD59-A6C34878D82A}">
                    <a16:rowId xmlns:a16="http://schemas.microsoft.com/office/drawing/2014/main" val="10002"/>
                  </a:ext>
                </a:extLst>
              </a:tr>
              <a:tr h="838425">
                <a:tc>
                  <a:txBody>
                    <a:bodyPr/>
                    <a:lstStyle/>
                    <a:p>
                      <a:pPr marL="90805" marR="0" lvl="0" indent="0" algn="l" rtl="0">
                        <a:lnSpc>
                          <a:spcPct val="100000"/>
                        </a:lnSpc>
                        <a:spcBef>
                          <a:spcPts val="0"/>
                        </a:spcBef>
                        <a:spcAft>
                          <a:spcPts val="0"/>
                        </a:spcAft>
                        <a:buNone/>
                      </a:pPr>
                      <a:r>
                        <a:rPr lang="en-US" sz="2600" b="1" u="none" strike="noStrike" cap="none">
                          <a:solidFill>
                            <a:schemeClr val="dk1"/>
                          </a:solidFill>
                          <a:latin typeface="Arial"/>
                          <a:ea typeface="Arial"/>
                          <a:cs typeface="Arial"/>
                          <a:sym typeface="Arial"/>
                        </a:rPr>
                        <a:t>other</a:t>
                      </a:r>
                      <a:endParaRPr sz="2600" u="none" strike="noStrike" cap="none">
                        <a:solidFill>
                          <a:schemeClr val="dk1"/>
                        </a:solidFill>
                        <a:latin typeface="Arial"/>
                        <a:ea typeface="Arial"/>
                        <a:cs typeface="Arial"/>
                        <a:sym typeface="Arial"/>
                      </a:endParaRPr>
                    </a:p>
                  </a:txBody>
                  <a:tcPr marL="0" marR="0" marT="28575" marB="0">
                    <a:lnL w="12700" cap="flat" cmpd="sng">
                      <a:solidFill>
                        <a:srgbClr val="0581B7"/>
                      </a:solidFill>
                      <a:prstDash val="solid"/>
                      <a:round/>
                      <a:headEnd type="none" w="sm" len="sm"/>
                      <a:tailEnd type="none" w="sm" len="sm"/>
                    </a:lnL>
                    <a:lnT w="12700" cap="flat" cmpd="sng">
                      <a:solidFill>
                        <a:srgbClr val="0581B7"/>
                      </a:solidFill>
                      <a:prstDash val="solid"/>
                      <a:round/>
                      <a:headEnd type="none" w="sm" len="sm"/>
                      <a:tailEnd type="none" w="sm" len="sm"/>
                    </a:lnT>
                    <a:lnB w="12700" cap="flat" cmpd="sng">
                      <a:solidFill>
                        <a:srgbClr val="0581B7"/>
                      </a:solidFill>
                      <a:prstDash val="solid"/>
                      <a:round/>
                      <a:headEnd type="none" w="sm" len="sm"/>
                      <a:tailEnd type="none" w="sm" len="sm"/>
                    </a:lnB>
                    <a:solidFill>
                      <a:srgbClr val="0581B7"/>
                    </a:solidFill>
                  </a:tcPr>
                </a:tc>
                <a:tc>
                  <a:txBody>
                    <a:bodyPr/>
                    <a:lstStyle/>
                    <a:p>
                      <a:pPr marL="83185" marR="0" lvl="0" indent="0" algn="l" rtl="0">
                        <a:lnSpc>
                          <a:spcPct val="100000"/>
                        </a:lnSpc>
                        <a:spcBef>
                          <a:spcPts val="0"/>
                        </a:spcBef>
                        <a:spcAft>
                          <a:spcPts val="0"/>
                        </a:spcAft>
                        <a:buNone/>
                      </a:pPr>
                      <a:r>
                        <a:rPr lang="en-US" sz="2600" u="none" strike="noStrike" cap="none">
                          <a:solidFill>
                            <a:schemeClr val="dk1"/>
                          </a:solidFill>
                          <a:latin typeface="Arial"/>
                          <a:ea typeface="Arial"/>
                          <a:cs typeface="Arial"/>
                          <a:sym typeface="Arial"/>
                        </a:rPr>
                        <a:t>4</a:t>
                      </a:r>
                      <a:endParaRPr sz="2600" u="none" strike="noStrike" cap="none">
                        <a:solidFill>
                          <a:schemeClr val="dk1"/>
                        </a:solidFill>
                        <a:latin typeface="Arial"/>
                        <a:ea typeface="Arial"/>
                        <a:cs typeface="Arial"/>
                        <a:sym typeface="Arial"/>
                      </a:endParaRPr>
                    </a:p>
                  </a:txBody>
                  <a:tcPr marL="0" marR="0" marT="28575" marB="0">
                    <a:lnT w="12700" cap="flat" cmpd="sng">
                      <a:solidFill>
                        <a:srgbClr val="0581B7"/>
                      </a:solidFill>
                      <a:prstDash val="solid"/>
                      <a:round/>
                      <a:headEnd type="none" w="sm" len="sm"/>
                      <a:tailEnd type="none" w="sm" len="sm"/>
                    </a:lnT>
                    <a:lnB w="12700" cap="flat" cmpd="sng">
                      <a:solidFill>
                        <a:srgbClr val="0581B7"/>
                      </a:solidFill>
                      <a:prstDash val="solid"/>
                      <a:round/>
                      <a:headEnd type="none" w="sm" len="sm"/>
                      <a:tailEnd type="none" w="sm" len="sm"/>
                    </a:lnB>
                    <a:solidFill>
                      <a:srgbClr val="E7ECF3"/>
                    </a:solidFill>
                  </a:tcPr>
                </a:tc>
                <a:tc>
                  <a:txBody>
                    <a:bodyPr/>
                    <a:lstStyle/>
                    <a:p>
                      <a:pPr marL="520700" marR="0" lvl="0" indent="0" algn="l" rtl="0">
                        <a:lnSpc>
                          <a:spcPct val="100000"/>
                        </a:lnSpc>
                        <a:spcBef>
                          <a:spcPts val="0"/>
                        </a:spcBef>
                        <a:spcAft>
                          <a:spcPts val="0"/>
                        </a:spcAft>
                        <a:buNone/>
                      </a:pPr>
                      <a:r>
                        <a:rPr lang="en-US" sz="2600" u="none" strike="noStrike" cap="none">
                          <a:solidFill>
                            <a:schemeClr val="dk1"/>
                          </a:solidFill>
                          <a:latin typeface="Arial"/>
                          <a:ea typeface="Arial"/>
                          <a:cs typeface="Arial"/>
                          <a:sym typeface="Arial"/>
                        </a:rPr>
                        <a:t>11</a:t>
                      </a:r>
                      <a:endParaRPr sz="2600" u="none" strike="noStrike" cap="none">
                        <a:solidFill>
                          <a:schemeClr val="dk1"/>
                        </a:solidFill>
                        <a:latin typeface="Arial"/>
                        <a:ea typeface="Arial"/>
                        <a:cs typeface="Arial"/>
                        <a:sym typeface="Arial"/>
                      </a:endParaRPr>
                    </a:p>
                  </a:txBody>
                  <a:tcPr marL="0" marR="0" marT="28575" marB="0">
                    <a:lnT w="12700" cap="flat" cmpd="sng">
                      <a:solidFill>
                        <a:srgbClr val="0581B7"/>
                      </a:solidFill>
                      <a:prstDash val="solid"/>
                      <a:round/>
                      <a:headEnd type="none" w="sm" len="sm"/>
                      <a:tailEnd type="none" w="sm" len="sm"/>
                    </a:lnT>
                    <a:lnB w="12700" cap="flat" cmpd="sng">
                      <a:solidFill>
                        <a:srgbClr val="0581B7"/>
                      </a:solidFill>
                      <a:prstDash val="solid"/>
                      <a:round/>
                      <a:headEnd type="none" w="sm" len="sm"/>
                      <a:tailEnd type="none" w="sm" len="sm"/>
                    </a:lnB>
                  </a:tcPr>
                </a:tc>
                <a:tc>
                  <a:txBody>
                    <a:bodyPr/>
                    <a:lstStyle/>
                    <a:p>
                      <a:pPr marL="861060" marR="0" lvl="0" indent="0" algn="l" rtl="0">
                        <a:lnSpc>
                          <a:spcPct val="100000"/>
                        </a:lnSpc>
                        <a:spcBef>
                          <a:spcPts val="0"/>
                        </a:spcBef>
                        <a:spcAft>
                          <a:spcPts val="0"/>
                        </a:spcAft>
                        <a:buNone/>
                      </a:pPr>
                      <a:r>
                        <a:rPr lang="en-US" sz="2600" u="none" strike="noStrike" cap="none">
                          <a:solidFill>
                            <a:schemeClr val="dk1"/>
                          </a:solidFill>
                          <a:latin typeface="Arial"/>
                          <a:ea typeface="Arial"/>
                          <a:cs typeface="Arial"/>
                          <a:sym typeface="Arial"/>
                        </a:rPr>
                        <a:t>51</a:t>
                      </a:r>
                      <a:endParaRPr sz="2600" u="none" strike="noStrike" cap="none">
                        <a:solidFill>
                          <a:schemeClr val="dk1"/>
                        </a:solidFill>
                        <a:latin typeface="Arial"/>
                        <a:ea typeface="Arial"/>
                        <a:cs typeface="Arial"/>
                        <a:sym typeface="Arial"/>
                      </a:endParaRPr>
                    </a:p>
                  </a:txBody>
                  <a:tcPr marL="0" marR="0" marT="28575" marB="0">
                    <a:lnR w="12700" cap="flat" cmpd="sng">
                      <a:solidFill>
                        <a:srgbClr val="0581B7"/>
                      </a:solidFill>
                      <a:prstDash val="solid"/>
                      <a:round/>
                      <a:headEnd type="none" w="sm" len="sm"/>
                      <a:tailEnd type="none" w="sm" len="sm"/>
                    </a:lnR>
                    <a:lnT w="12700" cap="flat" cmpd="sng">
                      <a:solidFill>
                        <a:srgbClr val="0581B7"/>
                      </a:solidFill>
                      <a:prstDash val="solid"/>
                      <a:round/>
                      <a:headEnd type="none" w="sm" len="sm"/>
                      <a:tailEnd type="none" w="sm" len="sm"/>
                    </a:lnT>
                    <a:lnB w="12700" cap="flat" cmpd="sng">
                      <a:solidFill>
                        <a:srgbClr val="0581B7"/>
                      </a:solidFill>
                      <a:prstDash val="solid"/>
                      <a:round/>
                      <a:headEnd type="none" w="sm" len="sm"/>
                      <a:tailEnd type="none" w="sm" len="sm"/>
                    </a:lnB>
                    <a:solidFill>
                      <a:srgbClr val="E7ECF3"/>
                    </a:solidFill>
                  </a:tcPr>
                </a:tc>
                <a:extLst>
                  <a:ext uri="{0D108BD9-81ED-4DB2-BD59-A6C34878D82A}">
                    <a16:rowId xmlns:a16="http://schemas.microsoft.com/office/drawing/2014/main" val="10003"/>
                  </a:ext>
                </a:extLst>
              </a:tr>
            </a:tbl>
          </a:graphicData>
        </a:graphic>
      </p:graphicFrame>
      <p:sp>
        <p:nvSpPr>
          <p:cNvPr id="1023" name="Google Shape;1023;p45"/>
          <p:cNvSpPr/>
          <p:nvPr/>
        </p:nvSpPr>
        <p:spPr>
          <a:xfrm>
            <a:off x="1332738" y="3525772"/>
            <a:ext cx="227144" cy="2837922"/>
          </a:xfrm>
          <a:custGeom>
            <a:avLst/>
            <a:gdLst/>
            <a:ahLst/>
            <a:cxnLst/>
            <a:rect l="l" t="t" r="r" b="b"/>
            <a:pathLst>
              <a:path w="184784" h="1224279" extrusionOk="0">
                <a:moveTo>
                  <a:pt x="184404" y="1223772"/>
                </a:moveTo>
                <a:lnTo>
                  <a:pt x="148512" y="1222568"/>
                </a:lnTo>
                <a:lnTo>
                  <a:pt x="119205" y="1219280"/>
                </a:lnTo>
                <a:lnTo>
                  <a:pt x="99446" y="1214396"/>
                </a:lnTo>
                <a:lnTo>
                  <a:pt x="92201" y="1208406"/>
                </a:lnTo>
                <a:lnTo>
                  <a:pt x="92201" y="627252"/>
                </a:lnTo>
                <a:lnTo>
                  <a:pt x="84957" y="621262"/>
                </a:lnTo>
                <a:lnTo>
                  <a:pt x="65198" y="616378"/>
                </a:lnTo>
                <a:lnTo>
                  <a:pt x="35891" y="613090"/>
                </a:lnTo>
                <a:lnTo>
                  <a:pt x="0" y="611885"/>
                </a:lnTo>
                <a:lnTo>
                  <a:pt x="35891" y="610681"/>
                </a:lnTo>
                <a:lnTo>
                  <a:pt x="65198" y="607393"/>
                </a:lnTo>
                <a:lnTo>
                  <a:pt x="84957" y="602509"/>
                </a:lnTo>
                <a:lnTo>
                  <a:pt x="92201" y="596518"/>
                </a:lnTo>
                <a:lnTo>
                  <a:pt x="92201" y="15366"/>
                </a:lnTo>
                <a:lnTo>
                  <a:pt x="99446" y="9376"/>
                </a:lnTo>
                <a:lnTo>
                  <a:pt x="119205" y="4492"/>
                </a:lnTo>
                <a:lnTo>
                  <a:pt x="148512" y="1204"/>
                </a:lnTo>
                <a:lnTo>
                  <a:pt x="184404" y="0"/>
                </a:lnTo>
              </a:path>
            </a:pathLst>
          </a:custGeom>
          <a:noFill/>
          <a:ln w="19800" cap="flat" cmpd="sng">
            <a:solidFill>
              <a:srgbClr val="0581B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024" name="Google Shape;1024;p45"/>
          <p:cNvSpPr txBox="1"/>
          <p:nvPr/>
        </p:nvSpPr>
        <p:spPr>
          <a:xfrm>
            <a:off x="805688" y="1604770"/>
            <a:ext cx="10040112" cy="382156"/>
          </a:xfrm>
          <a:prstGeom prst="rect">
            <a:avLst/>
          </a:prstGeom>
          <a:noFill/>
          <a:ln>
            <a:noFill/>
          </a:ln>
        </p:spPr>
        <p:txBody>
          <a:bodyPr spcFirstLastPara="1" wrap="square" lIns="0" tIns="12700" rIns="0" bIns="0" anchor="t" anchorCtr="0">
            <a:spAutoFit/>
          </a:bodyPr>
          <a:lstStyle/>
          <a:p>
            <a:pPr marL="185420" lvl="0" indent="-172720" algn="l" rtl="0">
              <a:lnSpc>
                <a:spcPct val="100000"/>
              </a:lnSpc>
              <a:spcBef>
                <a:spcPts val="0"/>
              </a:spcBef>
              <a:spcAft>
                <a:spcPts val="0"/>
              </a:spcAft>
              <a:buClr>
                <a:srgbClr val="001F5F"/>
              </a:buClr>
              <a:buSzPts val="2400"/>
              <a:buFont typeface="Arial"/>
              <a:buChar char="•"/>
            </a:pPr>
            <a:r>
              <a:rPr lang="en-US" sz="2400">
                <a:solidFill>
                  <a:srgbClr val="001F5F"/>
                </a:solidFill>
                <a:latin typeface="Arial"/>
                <a:ea typeface="Arial"/>
                <a:cs typeface="Arial"/>
                <a:sym typeface="Arial"/>
              </a:rPr>
              <a:t>Table of actual values versus prediction</a:t>
            </a:r>
            <a:r>
              <a:rPr lang="en-US" sz="2400">
                <a:latin typeface="Arial"/>
                <a:ea typeface="Arial"/>
                <a:cs typeface="Arial"/>
                <a:sym typeface="Arial"/>
              </a:rPr>
              <a:t> </a:t>
            </a:r>
            <a:r>
              <a:rPr lang="en-US" sz="2400">
                <a:solidFill>
                  <a:srgbClr val="001F5F"/>
                </a:solidFill>
                <a:latin typeface="Arial"/>
                <a:ea typeface="Arial"/>
                <a:cs typeface="Arial"/>
                <a:sym typeface="Arial"/>
              </a:rPr>
              <a:t>Actual class</a:t>
            </a:r>
            <a:endParaRPr sz="2400">
              <a:latin typeface="Arial"/>
              <a:ea typeface="Arial"/>
              <a:cs typeface="Arial"/>
              <a:sym typeface="Arial"/>
            </a:endParaRPr>
          </a:p>
        </p:txBody>
      </p:sp>
      <p:sp>
        <p:nvSpPr>
          <p:cNvPr id="1025" name="Google Shape;1025;p45"/>
          <p:cNvSpPr txBox="1"/>
          <p:nvPr/>
        </p:nvSpPr>
        <p:spPr>
          <a:xfrm>
            <a:off x="1183533" y="2285255"/>
            <a:ext cx="2216511" cy="547137"/>
          </a:xfrm>
          <a:prstGeom prst="rect">
            <a:avLst/>
          </a:prstGeom>
          <a:noFill/>
          <a:ln>
            <a:noFill/>
          </a:ln>
        </p:spPr>
        <p:txBody>
          <a:bodyPr spcFirstLastPara="1" wrap="square" lIns="0" tIns="0" rIns="0" bIns="0" anchor="t" anchorCtr="0">
            <a:spAutoFit/>
          </a:bodyPr>
          <a:lstStyle/>
          <a:p>
            <a:pPr marL="12700" lvl="0" indent="0" algn="l" rtl="0">
              <a:lnSpc>
                <a:spcPct val="80384"/>
              </a:lnSpc>
              <a:spcBef>
                <a:spcPts val="0"/>
              </a:spcBef>
              <a:spcAft>
                <a:spcPts val="0"/>
              </a:spcAft>
              <a:buNone/>
            </a:pPr>
            <a:r>
              <a:rPr lang="en-US" sz="2600">
                <a:solidFill>
                  <a:srgbClr val="001F5F"/>
                </a:solidFill>
                <a:latin typeface="Arial"/>
                <a:ea typeface="Arial"/>
                <a:cs typeface="Arial"/>
                <a:sym typeface="Arial"/>
              </a:rPr>
              <a:t>Predicted Class</a:t>
            </a:r>
            <a:endParaRPr sz="2600">
              <a:latin typeface="Arial"/>
              <a:ea typeface="Arial"/>
              <a:cs typeface="Arial"/>
              <a:sym typeface="Arial"/>
            </a:endParaRPr>
          </a:p>
        </p:txBody>
      </p:sp>
      <p:grpSp>
        <p:nvGrpSpPr>
          <p:cNvPr id="1026" name="Google Shape;1026;p45"/>
          <p:cNvGrpSpPr/>
          <p:nvPr/>
        </p:nvGrpSpPr>
        <p:grpSpPr>
          <a:xfrm>
            <a:off x="4558473" y="6934200"/>
            <a:ext cx="4839321" cy="2614649"/>
            <a:chOff x="3400044" y="4114800"/>
            <a:chExt cx="3012947" cy="1368552"/>
          </a:xfrm>
        </p:grpSpPr>
        <p:pic>
          <p:nvPicPr>
            <p:cNvPr id="1027" name="Google Shape;1027;p45"/>
            <p:cNvPicPr preferRelativeResize="0"/>
            <p:nvPr/>
          </p:nvPicPr>
          <p:blipFill rotWithShape="1">
            <a:blip r:embed="rId3">
              <a:alphaModFix/>
            </a:blip>
            <a:srcRect/>
            <a:stretch/>
          </p:blipFill>
          <p:spPr>
            <a:xfrm>
              <a:off x="3400044" y="4114800"/>
              <a:ext cx="3012947" cy="1368552"/>
            </a:xfrm>
            <a:prstGeom prst="rect">
              <a:avLst/>
            </a:prstGeom>
            <a:noFill/>
            <a:ln>
              <a:noFill/>
            </a:ln>
          </p:spPr>
        </p:pic>
        <p:pic>
          <p:nvPicPr>
            <p:cNvPr id="1028" name="Google Shape;1028;p45"/>
            <p:cNvPicPr preferRelativeResize="0"/>
            <p:nvPr/>
          </p:nvPicPr>
          <p:blipFill rotWithShape="1">
            <a:blip r:embed="rId4">
              <a:alphaModFix/>
            </a:blip>
            <a:srcRect/>
            <a:stretch/>
          </p:blipFill>
          <p:spPr>
            <a:xfrm>
              <a:off x="3454908" y="4146929"/>
              <a:ext cx="2916936" cy="1275461"/>
            </a:xfrm>
            <a:prstGeom prst="rect">
              <a:avLst/>
            </a:prstGeom>
            <a:noFill/>
            <a:ln>
              <a:noFill/>
            </a:ln>
          </p:spPr>
        </p:pic>
        <p:sp>
          <p:nvSpPr>
            <p:cNvPr id="1029" name="Google Shape;1029;p45"/>
            <p:cNvSpPr/>
            <p:nvPr/>
          </p:nvSpPr>
          <p:spPr>
            <a:xfrm>
              <a:off x="3454908" y="4146929"/>
              <a:ext cx="2917190" cy="1275715"/>
            </a:xfrm>
            <a:custGeom>
              <a:avLst/>
              <a:gdLst/>
              <a:ahLst/>
              <a:cxnLst/>
              <a:rect l="l" t="t" r="r" b="b"/>
              <a:pathLst>
                <a:path w="2917190" h="1275714" extrusionOk="0">
                  <a:moveTo>
                    <a:pt x="109727" y="665861"/>
                  </a:moveTo>
                  <a:lnTo>
                    <a:pt x="577595" y="665861"/>
                  </a:lnTo>
                  <a:lnTo>
                    <a:pt x="0" y="0"/>
                  </a:lnTo>
                  <a:lnTo>
                    <a:pt x="1279397" y="665861"/>
                  </a:lnTo>
                  <a:lnTo>
                    <a:pt x="2916935" y="665861"/>
                  </a:lnTo>
                  <a:lnTo>
                    <a:pt x="2916935" y="767461"/>
                  </a:lnTo>
                  <a:lnTo>
                    <a:pt x="2916935" y="919861"/>
                  </a:lnTo>
                  <a:lnTo>
                    <a:pt x="2916935" y="1275462"/>
                  </a:lnTo>
                  <a:lnTo>
                    <a:pt x="1279397" y="1275462"/>
                  </a:lnTo>
                  <a:lnTo>
                    <a:pt x="577595" y="1275462"/>
                  </a:lnTo>
                  <a:lnTo>
                    <a:pt x="109727" y="1275462"/>
                  </a:lnTo>
                  <a:lnTo>
                    <a:pt x="109727" y="919861"/>
                  </a:lnTo>
                  <a:lnTo>
                    <a:pt x="109727" y="767461"/>
                  </a:lnTo>
                  <a:lnTo>
                    <a:pt x="109727" y="665861"/>
                  </a:lnTo>
                  <a:close/>
                </a:path>
              </a:pathLst>
            </a:custGeom>
            <a:noFill/>
            <a:ln w="9525" cap="flat" cmpd="sng">
              <a:solidFill>
                <a:srgbClr val="FF901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030" name="Google Shape;1030;p45"/>
          <p:cNvSpPr txBox="1"/>
          <p:nvPr/>
        </p:nvSpPr>
        <p:spPr>
          <a:xfrm>
            <a:off x="5076901" y="8395892"/>
            <a:ext cx="4216974" cy="768800"/>
          </a:xfrm>
          <a:prstGeom prst="rect">
            <a:avLst/>
          </a:prstGeom>
          <a:noFill/>
          <a:ln>
            <a:noFill/>
          </a:ln>
        </p:spPr>
        <p:txBody>
          <a:bodyPr spcFirstLastPara="1" wrap="square" lIns="0" tIns="29825" rIns="0" bIns="0" anchor="t" anchorCtr="0">
            <a:spAutoFit/>
          </a:bodyPr>
          <a:lstStyle/>
          <a:p>
            <a:pPr marL="396875" marR="5080" lvl="0" indent="-384175" algn="l" rtl="0">
              <a:spcBef>
                <a:spcPts val="0"/>
              </a:spcBef>
              <a:spcAft>
                <a:spcPts val="0"/>
              </a:spcAft>
              <a:buNone/>
            </a:pPr>
            <a:r>
              <a:rPr lang="en-US" sz="2400">
                <a:solidFill>
                  <a:schemeClr val="dk1"/>
                </a:solidFill>
                <a:latin typeface="Arial"/>
                <a:ea typeface="Arial"/>
                <a:cs typeface="Arial"/>
                <a:sym typeface="Arial"/>
              </a:rPr>
              <a:t>Two whales were incorrectly predicted as bears</a:t>
            </a:r>
            <a:endParaRPr sz="2400">
              <a:solidFill>
                <a:schemeClr val="dk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1040"/>
        <p:cNvGrpSpPr/>
        <p:nvPr/>
      </p:nvGrpSpPr>
      <p:grpSpPr>
        <a:xfrm>
          <a:off x="0" y="0"/>
          <a:ext cx="0" cy="0"/>
          <a:chOff x="0" y="0"/>
          <a:chExt cx="0" cy="0"/>
        </a:xfrm>
      </p:grpSpPr>
      <p:sp>
        <p:nvSpPr>
          <p:cNvPr id="1041" name="Google Shape;1041;p47" descr="$PPTXTitle"/>
          <p:cNvSpPr txBox="1">
            <a:spLocks noGrp="1"/>
          </p:cNvSpPr>
          <p:nvPr>
            <p:ph type="title"/>
          </p:nvPr>
        </p:nvSpPr>
        <p:spPr>
          <a:xfrm>
            <a:off x="707542" y="494791"/>
            <a:ext cx="11589715" cy="757643"/>
          </a:xfrm>
          <a:prstGeom prst="rect">
            <a:avLst/>
          </a:prstGeom>
          <a:noFill/>
          <a:ln>
            <a:noFill/>
          </a:ln>
        </p:spPr>
        <p:txBody>
          <a:bodyPr spcFirstLastPara="1" wrap="square" lIns="0" tIns="232150" rIns="0" bIns="0" anchor="t" anchorCtr="0">
            <a:spAutoFit/>
          </a:bodyPr>
          <a:lstStyle/>
          <a:p>
            <a:pPr marL="12700" lvl="0" indent="0" algn="l" rtl="0">
              <a:lnSpc>
                <a:spcPct val="100000"/>
              </a:lnSpc>
              <a:spcBef>
                <a:spcPts val="0"/>
              </a:spcBef>
              <a:spcAft>
                <a:spcPts val="0"/>
              </a:spcAft>
              <a:buNone/>
            </a:pPr>
            <a:r>
              <a:rPr lang="en-US" sz="3400" b="1">
                <a:solidFill>
                  <a:srgbClr val="0070C0"/>
                </a:solidFill>
              </a:rPr>
              <a:t>The Binary Confusion Matrix</a:t>
            </a:r>
            <a:endParaRPr sz="3400" b="1">
              <a:solidFill>
                <a:srgbClr val="0070C0"/>
              </a:solidFill>
            </a:endParaRPr>
          </a:p>
        </p:txBody>
      </p:sp>
      <p:sp>
        <p:nvSpPr>
          <p:cNvPr id="1042" name="Google Shape;1042;p47"/>
          <p:cNvSpPr txBox="1"/>
          <p:nvPr/>
        </p:nvSpPr>
        <p:spPr>
          <a:xfrm>
            <a:off x="2452176" y="6713884"/>
            <a:ext cx="6945823" cy="930383"/>
          </a:xfrm>
          <a:prstGeom prst="rect">
            <a:avLst/>
          </a:prstGeom>
          <a:noFill/>
          <a:ln>
            <a:noFill/>
          </a:ln>
        </p:spPr>
        <p:txBody>
          <a:bodyPr spcFirstLastPara="1" wrap="square" lIns="0" tIns="100950" rIns="0" bIns="0" anchor="t" anchorCtr="0">
            <a:spAutoFit/>
          </a:bodyPr>
          <a:lstStyle/>
          <a:p>
            <a:pPr marL="185420" lvl="0" indent="-172720" algn="l" rtl="0">
              <a:lnSpc>
                <a:spcPct val="10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False positives are also called Type I error</a:t>
            </a:r>
            <a:endParaRPr sz="2400">
              <a:solidFill>
                <a:schemeClr val="dk1"/>
              </a:solidFill>
              <a:latin typeface="Arial"/>
              <a:ea typeface="Arial"/>
              <a:cs typeface="Arial"/>
              <a:sym typeface="Arial"/>
            </a:endParaRPr>
          </a:p>
          <a:p>
            <a:pPr marL="185420" lvl="0" indent="-172720" algn="l" rtl="0">
              <a:lnSpc>
                <a:spcPct val="100000"/>
              </a:lnSpc>
              <a:spcBef>
                <a:spcPts val="695"/>
              </a:spcBef>
              <a:spcAft>
                <a:spcPts val="0"/>
              </a:spcAft>
              <a:buClr>
                <a:schemeClr val="dk1"/>
              </a:buClr>
              <a:buSzPts val="2400"/>
              <a:buFont typeface="Arial"/>
              <a:buChar char="•"/>
            </a:pPr>
            <a:r>
              <a:rPr lang="en-US" sz="2400">
                <a:solidFill>
                  <a:schemeClr val="dk1"/>
                </a:solidFill>
                <a:latin typeface="Arial"/>
                <a:ea typeface="Arial"/>
                <a:cs typeface="Arial"/>
                <a:sym typeface="Arial"/>
              </a:rPr>
              <a:t>False negatives are also called Type II error</a:t>
            </a:r>
            <a:endParaRPr sz="2400">
              <a:solidFill>
                <a:schemeClr val="dk1"/>
              </a:solidFill>
              <a:latin typeface="Arial"/>
              <a:ea typeface="Arial"/>
              <a:cs typeface="Arial"/>
              <a:sym typeface="Arial"/>
            </a:endParaRPr>
          </a:p>
        </p:txBody>
      </p:sp>
      <p:graphicFrame>
        <p:nvGraphicFramePr>
          <p:cNvPr id="1043" name="Google Shape;1043;p47"/>
          <p:cNvGraphicFramePr/>
          <p:nvPr/>
        </p:nvGraphicFramePr>
        <p:xfrm>
          <a:off x="2094737" y="2323338"/>
          <a:ext cx="7303250" cy="3848875"/>
        </p:xfrm>
        <a:graphic>
          <a:graphicData uri="http://schemas.openxmlformats.org/drawingml/2006/table">
            <a:tbl>
              <a:tblPr firstRow="1" bandRow="1">
                <a:noFill/>
                <a:tableStyleId>{1D887611-A821-4409-BF31-FEF9CEBD26EA}</a:tableStyleId>
              </a:tblPr>
              <a:tblGrid>
                <a:gridCol w="1276000">
                  <a:extLst>
                    <a:ext uri="{9D8B030D-6E8A-4147-A177-3AD203B41FA5}">
                      <a16:colId xmlns:a16="http://schemas.microsoft.com/office/drawing/2014/main" val="20000"/>
                    </a:ext>
                  </a:extLst>
                </a:gridCol>
                <a:gridCol w="25400">
                  <a:extLst>
                    <a:ext uri="{9D8B030D-6E8A-4147-A177-3AD203B41FA5}">
                      <a16:colId xmlns:a16="http://schemas.microsoft.com/office/drawing/2014/main" val="20001"/>
                    </a:ext>
                  </a:extLst>
                </a:gridCol>
                <a:gridCol w="6001850">
                  <a:extLst>
                    <a:ext uri="{9D8B030D-6E8A-4147-A177-3AD203B41FA5}">
                      <a16:colId xmlns:a16="http://schemas.microsoft.com/office/drawing/2014/main" val="20002"/>
                    </a:ext>
                  </a:extLst>
                </a:gridCol>
              </a:tblGrid>
              <a:tr h="1282225">
                <a:tc gridSpan="2">
                  <a:txBody>
                    <a:bodyPr/>
                    <a:lstStyle/>
                    <a:p>
                      <a:pPr marL="0" marR="0" lvl="0" indent="0" algn="l" rtl="0">
                        <a:lnSpc>
                          <a:spcPct val="100000"/>
                        </a:lnSpc>
                        <a:spcBef>
                          <a:spcPts val="0"/>
                        </a:spcBef>
                        <a:spcAft>
                          <a:spcPts val="0"/>
                        </a:spcAft>
                        <a:buNone/>
                      </a:pPr>
                      <a:endParaRPr sz="2400" u="none" strike="noStrike" cap="none">
                        <a:solidFill>
                          <a:schemeClr val="dk1"/>
                        </a:solidFill>
                        <a:latin typeface="Arial"/>
                        <a:ea typeface="Arial"/>
                        <a:cs typeface="Arial"/>
                        <a:sym typeface="Aria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9EA"/>
                    </a:solidFill>
                  </a:tcPr>
                </a:tc>
                <a:tc hMerge="1">
                  <a:txBody>
                    <a:bodyPr/>
                    <a:lstStyle/>
                    <a:p>
                      <a:endParaRPr lang="en-US"/>
                    </a:p>
                  </a:txBody>
                  <a:tcPr/>
                </a:tc>
                <a:tc>
                  <a:txBody>
                    <a:bodyPr/>
                    <a:lstStyle/>
                    <a:p>
                      <a:pPr marL="91440" marR="0" lvl="0" indent="0" algn="l" rtl="0">
                        <a:lnSpc>
                          <a:spcPct val="100000"/>
                        </a:lnSpc>
                        <a:spcBef>
                          <a:spcPts val="0"/>
                        </a:spcBef>
                        <a:spcAft>
                          <a:spcPts val="0"/>
                        </a:spcAft>
                        <a:buNone/>
                      </a:pPr>
                      <a:r>
                        <a:rPr lang="en-US" sz="2400" b="1" u="none" strike="noStrike" cap="none">
                          <a:solidFill>
                            <a:schemeClr val="dk1"/>
                          </a:solidFill>
                          <a:latin typeface="Arial"/>
                          <a:ea typeface="Arial"/>
                          <a:cs typeface="Arial"/>
                          <a:sym typeface="Arial"/>
                        </a:rPr>
                        <a:t>true	false</a:t>
                      </a:r>
                      <a:endParaRPr sz="2400" u="none" strike="noStrike" cap="none">
                        <a:solidFill>
                          <a:schemeClr val="dk1"/>
                        </a:solidFill>
                        <a:latin typeface="Arial"/>
                        <a:ea typeface="Arial"/>
                        <a:cs typeface="Arial"/>
                        <a:sym typeface="Arial"/>
                      </a:endParaRPr>
                    </a:p>
                  </a:txBody>
                  <a:tcPr marL="0" marR="0" marT="2795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581B7"/>
                    </a:solidFill>
                  </a:tcPr>
                </a:tc>
                <a:extLst>
                  <a:ext uri="{0D108BD9-81ED-4DB2-BD59-A6C34878D82A}">
                    <a16:rowId xmlns:a16="http://schemas.microsoft.com/office/drawing/2014/main" val="10000"/>
                  </a:ext>
                </a:extLst>
              </a:tr>
              <a:tr h="1284425">
                <a:tc gridSpan="2">
                  <a:txBody>
                    <a:bodyPr/>
                    <a:lstStyle/>
                    <a:p>
                      <a:pPr marL="91440" marR="0" lvl="0" indent="0" algn="l" rtl="0">
                        <a:lnSpc>
                          <a:spcPct val="100000"/>
                        </a:lnSpc>
                        <a:spcBef>
                          <a:spcPts val="0"/>
                        </a:spcBef>
                        <a:spcAft>
                          <a:spcPts val="0"/>
                        </a:spcAft>
                        <a:buNone/>
                      </a:pPr>
                      <a:r>
                        <a:rPr lang="en-US" sz="2400" b="1" u="none" strike="noStrike" cap="none">
                          <a:solidFill>
                            <a:schemeClr val="dk1"/>
                          </a:solidFill>
                          <a:latin typeface="Arial"/>
                          <a:ea typeface="Arial"/>
                          <a:cs typeface="Arial"/>
                          <a:sym typeface="Arial"/>
                        </a:rPr>
                        <a:t>true</a:t>
                      </a:r>
                      <a:endParaRPr sz="2400" u="none" strike="noStrike" cap="none">
                        <a:solidFill>
                          <a:schemeClr val="dk1"/>
                        </a:solidFill>
                        <a:latin typeface="Arial"/>
                        <a:ea typeface="Arial"/>
                        <a:cs typeface="Arial"/>
                        <a:sym typeface="Arial"/>
                      </a:endParaRPr>
                    </a:p>
                  </a:txBody>
                  <a:tcPr marL="0" marR="0" marT="260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581B7"/>
                    </a:solidFill>
                  </a:tcPr>
                </a:tc>
                <a:tc hMerge="1">
                  <a:txBody>
                    <a:bodyPr/>
                    <a:lstStyle/>
                    <a:p>
                      <a:endParaRPr lang="en-US"/>
                    </a:p>
                  </a:txBody>
                  <a:tcPr/>
                </a:tc>
                <a:tc>
                  <a:txBody>
                    <a:bodyPr/>
                    <a:lstStyle/>
                    <a:p>
                      <a:pPr marL="91440" marR="0" lvl="0" indent="0" algn="l" rtl="0">
                        <a:lnSpc>
                          <a:spcPct val="100000"/>
                        </a:lnSpc>
                        <a:spcBef>
                          <a:spcPts val="0"/>
                        </a:spcBef>
                        <a:spcAft>
                          <a:spcPts val="0"/>
                        </a:spcAft>
                        <a:buNone/>
                      </a:pPr>
                      <a:r>
                        <a:rPr lang="en-US" sz="2400" u="none" strike="noStrike" cap="none">
                          <a:solidFill>
                            <a:schemeClr val="dk1"/>
                          </a:solidFill>
                          <a:latin typeface="Arial"/>
                          <a:ea typeface="Arial"/>
                          <a:cs typeface="Arial"/>
                          <a:sym typeface="Arial"/>
                        </a:rPr>
                        <a:t>True Positives (TP)	False Positives (FP)</a:t>
                      </a:r>
                      <a:endParaRPr sz="2400" u="none" strike="noStrike" cap="none">
                        <a:solidFill>
                          <a:schemeClr val="dk1"/>
                        </a:solidFill>
                        <a:latin typeface="Arial"/>
                        <a:ea typeface="Arial"/>
                        <a:cs typeface="Arial"/>
                        <a:sym typeface="Arial"/>
                      </a:endParaRPr>
                    </a:p>
                  </a:txBody>
                  <a:tcPr marL="0" marR="0" marT="260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7ECF3"/>
                    </a:solidFill>
                  </a:tcPr>
                </a:tc>
                <a:extLst>
                  <a:ext uri="{0D108BD9-81ED-4DB2-BD59-A6C34878D82A}">
                    <a16:rowId xmlns:a16="http://schemas.microsoft.com/office/drawing/2014/main" val="10001"/>
                  </a:ext>
                </a:extLst>
              </a:tr>
              <a:tr h="1282225">
                <a:tc>
                  <a:txBody>
                    <a:bodyPr/>
                    <a:lstStyle/>
                    <a:p>
                      <a:pPr marL="91440" marR="0" lvl="0" indent="0" algn="l" rtl="0">
                        <a:lnSpc>
                          <a:spcPct val="100000"/>
                        </a:lnSpc>
                        <a:spcBef>
                          <a:spcPts val="0"/>
                        </a:spcBef>
                        <a:spcAft>
                          <a:spcPts val="0"/>
                        </a:spcAft>
                        <a:buNone/>
                      </a:pPr>
                      <a:r>
                        <a:rPr lang="en-US" sz="2400" b="1" u="none" strike="noStrike" cap="none">
                          <a:solidFill>
                            <a:schemeClr val="dk1"/>
                          </a:solidFill>
                          <a:latin typeface="Arial"/>
                          <a:ea typeface="Arial"/>
                          <a:cs typeface="Arial"/>
                          <a:sym typeface="Arial"/>
                        </a:rPr>
                        <a:t>false</a:t>
                      </a:r>
                      <a:endParaRPr sz="2400" u="none" strike="noStrike" cap="none">
                        <a:solidFill>
                          <a:schemeClr val="dk1"/>
                        </a:solidFill>
                        <a:latin typeface="Arial"/>
                        <a:ea typeface="Arial"/>
                        <a:cs typeface="Arial"/>
                        <a:sym typeface="Arial"/>
                      </a:endParaRPr>
                    </a:p>
                  </a:txBody>
                  <a:tcPr marL="0" marR="0" marT="1525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581B7"/>
                    </a:solidFill>
                  </a:tcPr>
                </a:tc>
                <a:tc>
                  <a:txBody>
                    <a:bodyPr/>
                    <a:lstStyle/>
                    <a:p>
                      <a:pPr marL="0" marR="0" lvl="0" indent="0" algn="l" rtl="0">
                        <a:lnSpc>
                          <a:spcPct val="100000"/>
                        </a:lnSpc>
                        <a:spcBef>
                          <a:spcPts val="0"/>
                        </a:spcBef>
                        <a:spcAft>
                          <a:spcPts val="0"/>
                        </a:spcAft>
                        <a:buNone/>
                      </a:pPr>
                      <a:endParaRPr sz="2200" u="none" strike="noStrike" cap="none">
                        <a:solidFill>
                          <a:schemeClr val="dk1"/>
                        </a:solidFill>
                        <a:latin typeface="Arial"/>
                        <a:ea typeface="Arial"/>
                        <a:cs typeface="Arial"/>
                        <a:sym typeface="Aria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9EA"/>
                    </a:solidFill>
                  </a:tcPr>
                </a:tc>
                <a:tc>
                  <a:txBody>
                    <a:bodyPr/>
                    <a:lstStyle/>
                    <a:p>
                      <a:pPr marL="91440" marR="0" lvl="0" indent="0" algn="l" rtl="0">
                        <a:lnSpc>
                          <a:spcPct val="100000"/>
                        </a:lnSpc>
                        <a:spcBef>
                          <a:spcPts val="0"/>
                        </a:spcBef>
                        <a:spcAft>
                          <a:spcPts val="0"/>
                        </a:spcAft>
                        <a:buNone/>
                      </a:pPr>
                      <a:r>
                        <a:rPr lang="en-US" sz="2400" u="none" strike="noStrike" cap="none">
                          <a:solidFill>
                            <a:schemeClr val="dk1"/>
                          </a:solidFill>
                          <a:latin typeface="Arial"/>
                          <a:ea typeface="Arial"/>
                          <a:cs typeface="Arial"/>
                          <a:sym typeface="Arial"/>
                        </a:rPr>
                        <a:t>False Negatives (FN)	True Negatives (TN)</a:t>
                      </a:r>
                      <a:endParaRPr sz="2400" u="none" strike="noStrike" cap="none">
                        <a:solidFill>
                          <a:schemeClr val="dk1"/>
                        </a:solidFill>
                        <a:latin typeface="Arial"/>
                        <a:ea typeface="Arial"/>
                        <a:cs typeface="Arial"/>
                        <a:sym typeface="Arial"/>
                      </a:endParaRPr>
                    </a:p>
                  </a:txBody>
                  <a:tcPr marL="0" marR="0" marT="1525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9EA"/>
                    </a:solidFill>
                  </a:tcPr>
                </a:tc>
                <a:extLst>
                  <a:ext uri="{0D108BD9-81ED-4DB2-BD59-A6C34878D82A}">
                    <a16:rowId xmlns:a16="http://schemas.microsoft.com/office/drawing/2014/main" val="10002"/>
                  </a:ext>
                </a:extLst>
              </a:tr>
            </a:tbl>
          </a:graphicData>
        </a:graphic>
      </p:graphicFrame>
      <p:sp>
        <p:nvSpPr>
          <p:cNvPr id="1044" name="Google Shape;1044;p47"/>
          <p:cNvSpPr/>
          <p:nvPr/>
        </p:nvSpPr>
        <p:spPr>
          <a:xfrm>
            <a:off x="1549400" y="2710432"/>
            <a:ext cx="348741" cy="3461768"/>
          </a:xfrm>
          <a:custGeom>
            <a:avLst/>
            <a:gdLst/>
            <a:ahLst/>
            <a:cxnLst/>
            <a:rect l="l" t="t" r="r" b="b"/>
            <a:pathLst>
              <a:path w="184785" h="733425" extrusionOk="0">
                <a:moveTo>
                  <a:pt x="184404" y="733044"/>
                </a:moveTo>
                <a:lnTo>
                  <a:pt x="148512" y="731839"/>
                </a:lnTo>
                <a:lnTo>
                  <a:pt x="119205" y="728551"/>
                </a:lnTo>
                <a:lnTo>
                  <a:pt x="99446" y="723667"/>
                </a:lnTo>
                <a:lnTo>
                  <a:pt x="92202" y="717677"/>
                </a:lnTo>
                <a:lnTo>
                  <a:pt x="92202" y="381889"/>
                </a:lnTo>
                <a:lnTo>
                  <a:pt x="84957" y="375898"/>
                </a:lnTo>
                <a:lnTo>
                  <a:pt x="65198" y="371014"/>
                </a:lnTo>
                <a:lnTo>
                  <a:pt x="35891" y="367726"/>
                </a:lnTo>
                <a:lnTo>
                  <a:pt x="0" y="366522"/>
                </a:lnTo>
                <a:lnTo>
                  <a:pt x="35891" y="365317"/>
                </a:lnTo>
                <a:lnTo>
                  <a:pt x="65198" y="362029"/>
                </a:lnTo>
                <a:lnTo>
                  <a:pt x="84957" y="357145"/>
                </a:lnTo>
                <a:lnTo>
                  <a:pt x="92202" y="351155"/>
                </a:lnTo>
                <a:lnTo>
                  <a:pt x="92202" y="15367"/>
                </a:lnTo>
                <a:lnTo>
                  <a:pt x="99446" y="9376"/>
                </a:lnTo>
                <a:lnTo>
                  <a:pt x="119205" y="4492"/>
                </a:lnTo>
                <a:lnTo>
                  <a:pt x="148512" y="1204"/>
                </a:lnTo>
                <a:lnTo>
                  <a:pt x="184404" y="0"/>
                </a:lnTo>
              </a:path>
            </a:pathLst>
          </a:custGeom>
          <a:noFill/>
          <a:ln w="19800" cap="flat" cmpd="sng">
            <a:solidFill>
              <a:srgbClr val="0581B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045" name="Google Shape;1045;p47"/>
          <p:cNvSpPr/>
          <p:nvPr/>
        </p:nvSpPr>
        <p:spPr>
          <a:xfrm>
            <a:off x="3454400" y="1853724"/>
            <a:ext cx="5715000" cy="469614"/>
          </a:xfrm>
          <a:custGeom>
            <a:avLst/>
            <a:gdLst/>
            <a:ahLst/>
            <a:cxnLst/>
            <a:rect l="l" t="t" r="r" b="b"/>
            <a:pathLst>
              <a:path w="3068320" h="216535" extrusionOk="0">
                <a:moveTo>
                  <a:pt x="0" y="216408"/>
                </a:moveTo>
                <a:lnTo>
                  <a:pt x="1424" y="174265"/>
                </a:lnTo>
                <a:lnTo>
                  <a:pt x="5302" y="139874"/>
                </a:lnTo>
                <a:lnTo>
                  <a:pt x="11037" y="116699"/>
                </a:lnTo>
                <a:lnTo>
                  <a:pt x="18034" y="108204"/>
                </a:lnTo>
                <a:lnTo>
                  <a:pt x="1515872" y="108204"/>
                </a:lnTo>
                <a:lnTo>
                  <a:pt x="1522868" y="99708"/>
                </a:lnTo>
                <a:lnTo>
                  <a:pt x="1528603" y="76533"/>
                </a:lnTo>
                <a:lnTo>
                  <a:pt x="1532481" y="42142"/>
                </a:lnTo>
                <a:lnTo>
                  <a:pt x="1533906" y="0"/>
                </a:lnTo>
                <a:lnTo>
                  <a:pt x="1535330" y="42142"/>
                </a:lnTo>
                <a:lnTo>
                  <a:pt x="1539208" y="76533"/>
                </a:lnTo>
                <a:lnTo>
                  <a:pt x="1544943" y="99708"/>
                </a:lnTo>
                <a:lnTo>
                  <a:pt x="1551940" y="108204"/>
                </a:lnTo>
                <a:lnTo>
                  <a:pt x="3049778" y="108204"/>
                </a:lnTo>
                <a:lnTo>
                  <a:pt x="3056774" y="116699"/>
                </a:lnTo>
                <a:lnTo>
                  <a:pt x="3062509" y="139874"/>
                </a:lnTo>
                <a:lnTo>
                  <a:pt x="3066387" y="174265"/>
                </a:lnTo>
                <a:lnTo>
                  <a:pt x="3067812" y="216408"/>
                </a:lnTo>
              </a:path>
            </a:pathLst>
          </a:custGeom>
          <a:noFill/>
          <a:ln w="19800" cap="flat" cmpd="sng">
            <a:solidFill>
              <a:srgbClr val="0581B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046" name="Google Shape;1046;p47"/>
          <p:cNvSpPr txBox="1"/>
          <p:nvPr/>
        </p:nvSpPr>
        <p:spPr>
          <a:xfrm>
            <a:off x="5952108" y="1422132"/>
            <a:ext cx="3068320" cy="39754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500">
                <a:solidFill>
                  <a:srgbClr val="001F5F"/>
                </a:solidFill>
                <a:latin typeface="Arial"/>
                <a:ea typeface="Arial"/>
                <a:cs typeface="Arial"/>
                <a:sym typeface="Arial"/>
              </a:rPr>
              <a:t>Actual class</a:t>
            </a:r>
            <a:endParaRPr sz="2500">
              <a:latin typeface="Arial"/>
              <a:ea typeface="Arial"/>
              <a:cs typeface="Arial"/>
              <a:sym typeface="Arial"/>
            </a:endParaRPr>
          </a:p>
        </p:txBody>
      </p:sp>
      <p:sp>
        <p:nvSpPr>
          <p:cNvPr id="1047" name="Google Shape;1047;p47"/>
          <p:cNvSpPr txBox="1"/>
          <p:nvPr/>
        </p:nvSpPr>
        <p:spPr>
          <a:xfrm>
            <a:off x="243966" y="3977119"/>
            <a:ext cx="1608455" cy="541302"/>
          </a:xfrm>
          <a:prstGeom prst="rect">
            <a:avLst/>
          </a:prstGeom>
          <a:noFill/>
          <a:ln>
            <a:noFill/>
          </a:ln>
        </p:spPr>
        <p:txBody>
          <a:bodyPr spcFirstLastPara="1" wrap="square" lIns="0" tIns="0" rIns="0" bIns="0" anchor="t" anchorCtr="0">
            <a:spAutoFit/>
          </a:bodyPr>
          <a:lstStyle/>
          <a:p>
            <a:pPr marL="12700" lvl="0" indent="0" algn="l" rtl="0">
              <a:lnSpc>
                <a:spcPct val="87083"/>
              </a:lnSpc>
              <a:spcBef>
                <a:spcPts val="0"/>
              </a:spcBef>
              <a:spcAft>
                <a:spcPts val="0"/>
              </a:spcAft>
              <a:buNone/>
            </a:pPr>
            <a:r>
              <a:rPr lang="en-US" sz="2400">
                <a:solidFill>
                  <a:schemeClr val="dk1"/>
                </a:solidFill>
                <a:latin typeface="Arial"/>
                <a:ea typeface="Arial"/>
                <a:cs typeface="Arial"/>
                <a:sym typeface="Arial"/>
              </a:rPr>
              <a:t>Predicted Class</a:t>
            </a:r>
            <a:endParaRPr sz="2400">
              <a:solidFill>
                <a:schemeClr val="dk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1051"/>
        <p:cNvGrpSpPr/>
        <p:nvPr/>
      </p:nvGrpSpPr>
      <p:grpSpPr>
        <a:xfrm>
          <a:off x="0" y="0"/>
          <a:ext cx="0" cy="0"/>
          <a:chOff x="0" y="0"/>
          <a:chExt cx="0" cy="0"/>
        </a:xfrm>
      </p:grpSpPr>
      <p:sp>
        <p:nvSpPr>
          <p:cNvPr id="1052" name="Google Shape;1052;p48" descr="$PPTXTitle"/>
          <p:cNvSpPr txBox="1">
            <a:spLocks noGrp="1"/>
          </p:cNvSpPr>
          <p:nvPr>
            <p:ph type="title"/>
          </p:nvPr>
        </p:nvSpPr>
        <p:spPr>
          <a:xfrm>
            <a:off x="707542" y="494791"/>
            <a:ext cx="11589715" cy="757643"/>
          </a:xfrm>
          <a:prstGeom prst="rect">
            <a:avLst/>
          </a:prstGeom>
          <a:noFill/>
          <a:ln>
            <a:noFill/>
          </a:ln>
        </p:spPr>
        <p:txBody>
          <a:bodyPr spcFirstLastPara="1" wrap="square" lIns="0" tIns="232150" rIns="0" bIns="0" anchor="t" anchorCtr="0">
            <a:spAutoFit/>
          </a:bodyPr>
          <a:lstStyle/>
          <a:p>
            <a:pPr marL="12700" lvl="0" indent="0" algn="l" rtl="0">
              <a:lnSpc>
                <a:spcPct val="100000"/>
              </a:lnSpc>
              <a:spcBef>
                <a:spcPts val="0"/>
              </a:spcBef>
              <a:spcAft>
                <a:spcPts val="0"/>
              </a:spcAft>
              <a:buNone/>
            </a:pPr>
            <a:r>
              <a:rPr lang="en-US" sz="3400" b="1">
                <a:solidFill>
                  <a:srgbClr val="0070C0"/>
                </a:solidFill>
              </a:rPr>
              <a:t>Binary Performance Metrics (1)</a:t>
            </a:r>
            <a:endParaRPr sz="3400" b="1">
              <a:solidFill>
                <a:srgbClr val="0070C0"/>
              </a:solidFill>
            </a:endParaRPr>
          </a:p>
        </p:txBody>
      </p:sp>
      <p:sp>
        <p:nvSpPr>
          <p:cNvPr id="1053" name="Google Shape;1053;p48"/>
          <p:cNvSpPr txBox="1"/>
          <p:nvPr/>
        </p:nvSpPr>
        <p:spPr>
          <a:xfrm>
            <a:off x="706906" y="1764537"/>
            <a:ext cx="5493385" cy="1990288"/>
          </a:xfrm>
          <a:prstGeom prst="rect">
            <a:avLst/>
          </a:prstGeom>
          <a:noFill/>
          <a:ln>
            <a:noFill/>
          </a:ln>
        </p:spPr>
        <p:txBody>
          <a:bodyPr spcFirstLastPara="1" wrap="square" lIns="0" tIns="53325" rIns="0" bIns="0" anchor="t" anchorCtr="0">
            <a:spAutoFit/>
          </a:bodyPr>
          <a:lstStyle/>
          <a:p>
            <a:pPr marL="185420" lvl="0" indent="-172720" algn="l" rtl="0">
              <a:lnSpc>
                <a:spcPct val="100000"/>
              </a:lnSpc>
              <a:spcBef>
                <a:spcPts val="0"/>
              </a:spcBef>
              <a:spcAft>
                <a:spcPts val="0"/>
              </a:spcAft>
              <a:buClr>
                <a:srgbClr val="001F5F"/>
              </a:buClr>
              <a:buSzPts val="2400"/>
              <a:buFont typeface="Arial"/>
              <a:buChar char="•"/>
            </a:pPr>
            <a:r>
              <a:rPr lang="en-US" sz="2400">
                <a:solidFill>
                  <a:srgbClr val="001F5F"/>
                </a:solidFill>
                <a:latin typeface="Arial"/>
                <a:ea typeface="Arial"/>
                <a:cs typeface="Arial"/>
                <a:sym typeface="Arial"/>
              </a:rPr>
              <a:t>Rates per actual class</a:t>
            </a:r>
            <a:endParaRPr sz="2400">
              <a:latin typeface="Arial"/>
              <a:ea typeface="Arial"/>
              <a:cs typeface="Arial"/>
              <a:sym typeface="Arial"/>
            </a:endParaRPr>
          </a:p>
          <a:p>
            <a:pPr marL="527050" lvl="1" indent="-172084" algn="l" rtl="0">
              <a:lnSpc>
                <a:spcPct val="100000"/>
              </a:lnSpc>
              <a:spcBef>
                <a:spcPts val="275"/>
              </a:spcBef>
              <a:spcAft>
                <a:spcPts val="0"/>
              </a:spcAft>
              <a:buClr>
                <a:srgbClr val="001F5F"/>
              </a:buClr>
              <a:buSzPts val="2400"/>
              <a:buFont typeface="Arial"/>
              <a:buChar char="•"/>
            </a:pPr>
            <a:r>
              <a:rPr lang="en-US" sz="2400">
                <a:solidFill>
                  <a:srgbClr val="001F5F"/>
                </a:solidFill>
                <a:latin typeface="Arial"/>
                <a:ea typeface="Arial"/>
                <a:cs typeface="Arial"/>
                <a:sym typeface="Arial"/>
              </a:rPr>
              <a:t>True positive rate, recall, sensitivity</a:t>
            </a:r>
            <a:endParaRPr sz="2400">
              <a:latin typeface="Arial"/>
              <a:ea typeface="Arial"/>
              <a:cs typeface="Arial"/>
              <a:sym typeface="Arial"/>
            </a:endParaRPr>
          </a:p>
          <a:p>
            <a:pPr marL="869950" lvl="2" indent="-172085" algn="l" rtl="0">
              <a:lnSpc>
                <a:spcPct val="100000"/>
              </a:lnSpc>
              <a:spcBef>
                <a:spcPts val="160"/>
              </a:spcBef>
              <a:spcAft>
                <a:spcPts val="0"/>
              </a:spcAft>
              <a:buClr>
                <a:srgbClr val="001F5F"/>
              </a:buClr>
              <a:buSzPts val="2400"/>
              <a:buFont typeface="Arial"/>
              <a:buChar char="•"/>
            </a:pPr>
            <a:r>
              <a:rPr lang="en-US" sz="2400">
                <a:solidFill>
                  <a:srgbClr val="001F5F"/>
                </a:solidFill>
                <a:latin typeface="Arial"/>
                <a:ea typeface="Arial"/>
                <a:cs typeface="Arial"/>
                <a:sym typeface="Arial"/>
              </a:rPr>
              <a:t>Percentage of actually „True“ that is predicted correctly</a:t>
            </a:r>
            <a:endParaRPr sz="2400">
              <a:solidFill>
                <a:srgbClr val="001F5F"/>
              </a:solidFill>
              <a:latin typeface="Arial"/>
              <a:ea typeface="Arial"/>
              <a:cs typeface="Arial"/>
              <a:sym typeface="Arial"/>
            </a:endParaRPr>
          </a:p>
          <a:p>
            <a:pPr marL="869950" lvl="2" indent="-19685" algn="l" rtl="0">
              <a:lnSpc>
                <a:spcPct val="100000"/>
              </a:lnSpc>
              <a:spcBef>
                <a:spcPts val="160"/>
              </a:spcBef>
              <a:spcAft>
                <a:spcPts val="0"/>
              </a:spcAft>
              <a:buSzPts val="2400"/>
              <a:buFont typeface="Arial"/>
              <a:buNone/>
            </a:pPr>
            <a:endParaRPr sz="2400">
              <a:solidFill>
                <a:srgbClr val="001F5F"/>
              </a:solidFill>
              <a:latin typeface="Arial"/>
              <a:ea typeface="Arial"/>
              <a:cs typeface="Arial"/>
              <a:sym typeface="Arial"/>
            </a:endParaRPr>
          </a:p>
        </p:txBody>
      </p:sp>
      <p:sp>
        <p:nvSpPr>
          <p:cNvPr id="1054" name="Google Shape;1054;p48"/>
          <p:cNvSpPr txBox="1"/>
          <p:nvPr/>
        </p:nvSpPr>
        <p:spPr>
          <a:xfrm>
            <a:off x="620666" y="3554657"/>
            <a:ext cx="5224780" cy="1153520"/>
          </a:xfrm>
          <a:prstGeom prst="rect">
            <a:avLst/>
          </a:prstGeom>
          <a:noFill/>
          <a:ln>
            <a:noFill/>
          </a:ln>
        </p:spPr>
        <p:txBody>
          <a:bodyPr spcFirstLastPara="1" wrap="square" lIns="0" tIns="32375" rIns="0" bIns="0" anchor="t" anchorCtr="0">
            <a:spAutoFit/>
          </a:bodyPr>
          <a:lstStyle/>
          <a:p>
            <a:pPr marL="184785" lvl="0" indent="-172085" algn="l" rtl="0">
              <a:lnSpc>
                <a:spcPct val="100000"/>
              </a:lnSpc>
              <a:spcBef>
                <a:spcPts val="0"/>
              </a:spcBef>
              <a:spcAft>
                <a:spcPts val="0"/>
              </a:spcAft>
              <a:buClr>
                <a:srgbClr val="001F5F"/>
              </a:buClr>
              <a:buSzPts val="2400"/>
              <a:buFont typeface="Arial"/>
              <a:buChar char="•"/>
            </a:pPr>
            <a:r>
              <a:rPr lang="en-US" sz="2400">
                <a:solidFill>
                  <a:srgbClr val="001F5F"/>
                </a:solidFill>
                <a:latin typeface="Arial"/>
                <a:ea typeface="Arial"/>
                <a:cs typeface="Arial"/>
                <a:sym typeface="Arial"/>
              </a:rPr>
              <a:t>True negative rate, specificity</a:t>
            </a:r>
            <a:endParaRPr sz="2400">
              <a:latin typeface="Arial"/>
              <a:ea typeface="Arial"/>
              <a:cs typeface="Arial"/>
              <a:sym typeface="Arial"/>
            </a:endParaRPr>
          </a:p>
          <a:p>
            <a:pPr marL="527050" lvl="1" indent="-172084" algn="l" rtl="0">
              <a:lnSpc>
                <a:spcPct val="100000"/>
              </a:lnSpc>
              <a:spcBef>
                <a:spcPts val="135"/>
              </a:spcBef>
              <a:spcAft>
                <a:spcPts val="0"/>
              </a:spcAft>
              <a:buClr>
                <a:srgbClr val="001F5F"/>
              </a:buClr>
              <a:buSzPts val="2400"/>
              <a:buFont typeface="Arial"/>
              <a:buChar char="•"/>
            </a:pPr>
            <a:r>
              <a:rPr lang="en-US" sz="2400">
                <a:solidFill>
                  <a:srgbClr val="001F5F"/>
                </a:solidFill>
                <a:latin typeface="Arial"/>
                <a:ea typeface="Arial"/>
                <a:cs typeface="Arial"/>
                <a:sym typeface="Arial"/>
              </a:rPr>
              <a:t>Percentage of actually „False“ that is predicted correctly</a:t>
            </a:r>
            <a:endParaRPr sz="2400">
              <a:latin typeface="Arial"/>
              <a:ea typeface="Arial"/>
              <a:cs typeface="Arial"/>
              <a:sym typeface="Arial"/>
            </a:endParaRPr>
          </a:p>
        </p:txBody>
      </p:sp>
      <p:sp>
        <p:nvSpPr>
          <p:cNvPr id="1055" name="Google Shape;1055;p48"/>
          <p:cNvSpPr txBox="1"/>
          <p:nvPr/>
        </p:nvSpPr>
        <p:spPr>
          <a:xfrm>
            <a:off x="932815" y="4908086"/>
            <a:ext cx="1432007" cy="382156"/>
          </a:xfrm>
          <a:prstGeom prst="rect">
            <a:avLst/>
          </a:prstGeom>
          <a:noFill/>
          <a:ln>
            <a:noFill/>
          </a:ln>
        </p:spPr>
        <p:txBody>
          <a:bodyPr spcFirstLastPara="1" wrap="square" lIns="0" tIns="12700" rIns="0" bIns="0" anchor="t" anchorCtr="0">
            <a:spAutoFit/>
          </a:bodyPr>
          <a:lstStyle/>
          <a:p>
            <a:pPr marL="184150" lvl="0" indent="-171450" algn="l" rtl="0">
              <a:lnSpc>
                <a:spcPct val="100000"/>
              </a:lnSpc>
              <a:spcBef>
                <a:spcPts val="0"/>
              </a:spcBef>
              <a:spcAft>
                <a:spcPts val="0"/>
              </a:spcAft>
              <a:buClr>
                <a:srgbClr val="001F5F"/>
              </a:buClr>
              <a:buSzPts val="2400"/>
              <a:buFont typeface="Arial"/>
              <a:buChar char="•"/>
            </a:pPr>
            <a:r>
              <a:rPr lang="en-US" sz="2400">
                <a:solidFill>
                  <a:srgbClr val="001F5F"/>
                </a:solidFill>
                <a:latin typeface="Arial"/>
                <a:ea typeface="Arial"/>
                <a:cs typeface="Arial"/>
                <a:sym typeface="Arial"/>
              </a:rPr>
              <a:t>𝑇𝑁𝑅 =</a:t>
            </a:r>
            <a:endParaRPr sz="2400">
              <a:latin typeface="Arial"/>
              <a:ea typeface="Arial"/>
              <a:cs typeface="Arial"/>
              <a:sym typeface="Arial"/>
            </a:endParaRPr>
          </a:p>
        </p:txBody>
      </p:sp>
      <p:sp>
        <p:nvSpPr>
          <p:cNvPr id="1056" name="Google Shape;1056;p48"/>
          <p:cNvSpPr/>
          <p:nvPr/>
        </p:nvSpPr>
        <p:spPr>
          <a:xfrm>
            <a:off x="2877903" y="5185791"/>
            <a:ext cx="884852" cy="56180"/>
          </a:xfrm>
          <a:custGeom>
            <a:avLst/>
            <a:gdLst/>
            <a:ahLst/>
            <a:cxnLst/>
            <a:rect l="l" t="t" r="r" b="b"/>
            <a:pathLst>
              <a:path w="477519" h="12700" extrusionOk="0">
                <a:moveTo>
                  <a:pt x="477013" y="0"/>
                </a:moveTo>
                <a:lnTo>
                  <a:pt x="0" y="0"/>
                </a:lnTo>
                <a:lnTo>
                  <a:pt x="0" y="12191"/>
                </a:lnTo>
                <a:lnTo>
                  <a:pt x="477013" y="12191"/>
                </a:lnTo>
                <a:lnTo>
                  <a:pt x="477013"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057" name="Google Shape;1057;p48"/>
          <p:cNvSpPr txBox="1"/>
          <p:nvPr/>
        </p:nvSpPr>
        <p:spPr>
          <a:xfrm>
            <a:off x="2384766" y="4765559"/>
            <a:ext cx="1963846" cy="829713"/>
          </a:xfrm>
          <a:prstGeom prst="rect">
            <a:avLst/>
          </a:prstGeom>
          <a:noFill/>
          <a:ln>
            <a:noFill/>
          </a:ln>
        </p:spPr>
        <p:txBody>
          <a:bodyPr spcFirstLastPara="1" wrap="square" lIns="0" tIns="52050" rIns="0" bIns="0" anchor="t" anchorCtr="0">
            <a:spAutoFit/>
          </a:bodyPr>
          <a:lstStyle/>
          <a:p>
            <a:pPr marL="13334" lvl="0" indent="0" algn="ctr" rtl="0">
              <a:lnSpc>
                <a:spcPct val="100000"/>
              </a:lnSpc>
              <a:spcBef>
                <a:spcPts val="0"/>
              </a:spcBef>
              <a:spcAft>
                <a:spcPts val="0"/>
              </a:spcAft>
              <a:buNone/>
            </a:pPr>
            <a:r>
              <a:rPr lang="en-US" sz="2400">
                <a:solidFill>
                  <a:srgbClr val="001F5F"/>
                </a:solidFill>
                <a:latin typeface="Arial"/>
                <a:ea typeface="Arial"/>
                <a:cs typeface="Arial"/>
                <a:sym typeface="Arial"/>
              </a:rPr>
              <a:t>𝑇𝑁</a:t>
            </a:r>
            <a:endParaRPr sz="2400">
              <a:latin typeface="Arial"/>
              <a:ea typeface="Arial"/>
              <a:cs typeface="Arial"/>
              <a:sym typeface="Arial"/>
            </a:endParaRPr>
          </a:p>
          <a:p>
            <a:pPr marL="0" lvl="0" indent="0" algn="ctr" rtl="0">
              <a:lnSpc>
                <a:spcPct val="100000"/>
              </a:lnSpc>
              <a:spcBef>
                <a:spcPts val="310"/>
              </a:spcBef>
              <a:spcAft>
                <a:spcPts val="0"/>
              </a:spcAft>
              <a:buNone/>
            </a:pPr>
            <a:r>
              <a:rPr lang="en-US" sz="2400">
                <a:solidFill>
                  <a:srgbClr val="001F5F"/>
                </a:solidFill>
                <a:latin typeface="Arial"/>
                <a:ea typeface="Arial"/>
                <a:cs typeface="Arial"/>
                <a:sym typeface="Arial"/>
              </a:rPr>
              <a:t>𝑇𝑁+𝐹𝑃</a:t>
            </a:r>
            <a:endParaRPr sz="2400">
              <a:latin typeface="Arial"/>
              <a:ea typeface="Arial"/>
              <a:cs typeface="Arial"/>
              <a:sym typeface="Arial"/>
            </a:endParaRPr>
          </a:p>
        </p:txBody>
      </p:sp>
      <p:sp>
        <p:nvSpPr>
          <p:cNvPr id="1058" name="Google Shape;1058;p48"/>
          <p:cNvSpPr txBox="1"/>
          <p:nvPr/>
        </p:nvSpPr>
        <p:spPr>
          <a:xfrm>
            <a:off x="689563" y="5921463"/>
            <a:ext cx="5086985" cy="1170192"/>
          </a:xfrm>
          <a:prstGeom prst="rect">
            <a:avLst/>
          </a:prstGeom>
          <a:noFill/>
          <a:ln>
            <a:noFill/>
          </a:ln>
        </p:spPr>
        <p:txBody>
          <a:bodyPr spcFirstLastPara="1" wrap="square" lIns="0" tIns="36175" rIns="0" bIns="0" anchor="t" anchorCtr="0">
            <a:spAutoFit/>
          </a:bodyPr>
          <a:lstStyle/>
          <a:p>
            <a:pPr marL="184785" lvl="0" indent="-172085" algn="l" rtl="0">
              <a:lnSpc>
                <a:spcPct val="100000"/>
              </a:lnSpc>
              <a:spcBef>
                <a:spcPts val="0"/>
              </a:spcBef>
              <a:spcAft>
                <a:spcPts val="0"/>
              </a:spcAft>
              <a:buClr>
                <a:srgbClr val="001F5F"/>
              </a:buClr>
              <a:buSzPts val="2400"/>
              <a:buFont typeface="Arial"/>
              <a:buChar char="•"/>
            </a:pPr>
            <a:r>
              <a:rPr lang="en-US" sz="2400">
                <a:solidFill>
                  <a:srgbClr val="001F5F"/>
                </a:solidFill>
                <a:latin typeface="Arial"/>
                <a:ea typeface="Arial"/>
                <a:cs typeface="Arial"/>
                <a:sym typeface="Arial"/>
              </a:rPr>
              <a:t>False negative rate</a:t>
            </a:r>
            <a:endParaRPr sz="2400">
              <a:latin typeface="Arial"/>
              <a:ea typeface="Arial"/>
              <a:cs typeface="Arial"/>
              <a:sym typeface="Arial"/>
            </a:endParaRPr>
          </a:p>
          <a:p>
            <a:pPr marL="527050" lvl="1" indent="-172084" algn="l" rtl="0">
              <a:lnSpc>
                <a:spcPct val="100000"/>
              </a:lnSpc>
              <a:spcBef>
                <a:spcPts val="155"/>
              </a:spcBef>
              <a:spcAft>
                <a:spcPts val="0"/>
              </a:spcAft>
              <a:buClr>
                <a:srgbClr val="001F5F"/>
              </a:buClr>
              <a:buSzPts val="2400"/>
              <a:buFont typeface="Arial"/>
              <a:buChar char="•"/>
            </a:pPr>
            <a:r>
              <a:rPr lang="en-US" sz="2400">
                <a:solidFill>
                  <a:srgbClr val="001F5F"/>
                </a:solidFill>
                <a:latin typeface="Arial"/>
                <a:ea typeface="Arial"/>
                <a:cs typeface="Arial"/>
                <a:sym typeface="Arial"/>
              </a:rPr>
              <a:t>Percentage of actually „True“ that is predicted wrongly</a:t>
            </a:r>
            <a:endParaRPr sz="2400">
              <a:latin typeface="Arial"/>
              <a:ea typeface="Arial"/>
              <a:cs typeface="Arial"/>
              <a:sym typeface="Arial"/>
            </a:endParaRPr>
          </a:p>
        </p:txBody>
      </p:sp>
      <p:sp>
        <p:nvSpPr>
          <p:cNvPr id="1059" name="Google Shape;1059;p48"/>
          <p:cNvSpPr txBox="1"/>
          <p:nvPr/>
        </p:nvSpPr>
        <p:spPr>
          <a:xfrm>
            <a:off x="541737" y="7709767"/>
            <a:ext cx="1570871" cy="382156"/>
          </a:xfrm>
          <a:prstGeom prst="rect">
            <a:avLst/>
          </a:prstGeom>
          <a:noFill/>
          <a:ln>
            <a:noFill/>
          </a:ln>
        </p:spPr>
        <p:txBody>
          <a:bodyPr spcFirstLastPara="1" wrap="square" lIns="0" tIns="12700" rIns="0" bIns="0" anchor="t" anchorCtr="0">
            <a:spAutoFit/>
          </a:bodyPr>
          <a:lstStyle/>
          <a:p>
            <a:pPr marL="184150" lvl="0" indent="-171450" algn="l" rtl="0">
              <a:lnSpc>
                <a:spcPct val="100000"/>
              </a:lnSpc>
              <a:spcBef>
                <a:spcPts val="0"/>
              </a:spcBef>
              <a:spcAft>
                <a:spcPts val="0"/>
              </a:spcAft>
              <a:buClr>
                <a:srgbClr val="001F5F"/>
              </a:buClr>
              <a:buSzPts val="2400"/>
              <a:buFont typeface="Arial"/>
              <a:buChar char="•"/>
            </a:pPr>
            <a:r>
              <a:rPr lang="en-US" sz="2400">
                <a:solidFill>
                  <a:srgbClr val="001F5F"/>
                </a:solidFill>
                <a:latin typeface="Arial"/>
                <a:ea typeface="Arial"/>
                <a:cs typeface="Arial"/>
                <a:sym typeface="Arial"/>
              </a:rPr>
              <a:t>𝐹𝑁𝑅 =</a:t>
            </a:r>
            <a:endParaRPr sz="2400">
              <a:latin typeface="Arial"/>
              <a:ea typeface="Arial"/>
              <a:cs typeface="Arial"/>
              <a:sym typeface="Arial"/>
            </a:endParaRPr>
          </a:p>
        </p:txBody>
      </p:sp>
      <p:sp>
        <p:nvSpPr>
          <p:cNvPr id="1060" name="Google Shape;1060;p48"/>
          <p:cNvSpPr/>
          <p:nvPr/>
        </p:nvSpPr>
        <p:spPr>
          <a:xfrm>
            <a:off x="2112608" y="7914953"/>
            <a:ext cx="2226555" cy="60789"/>
          </a:xfrm>
          <a:custGeom>
            <a:avLst/>
            <a:gdLst/>
            <a:ahLst/>
            <a:cxnLst/>
            <a:rect l="l" t="t" r="r" b="b"/>
            <a:pathLst>
              <a:path w="477519" h="12700" extrusionOk="0">
                <a:moveTo>
                  <a:pt x="477013" y="0"/>
                </a:moveTo>
                <a:lnTo>
                  <a:pt x="0" y="0"/>
                </a:lnTo>
                <a:lnTo>
                  <a:pt x="0" y="12191"/>
                </a:lnTo>
                <a:lnTo>
                  <a:pt x="477013" y="12191"/>
                </a:lnTo>
                <a:lnTo>
                  <a:pt x="477013"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2400">
              <a:latin typeface="Arial"/>
              <a:ea typeface="Arial"/>
              <a:cs typeface="Arial"/>
              <a:sym typeface="Arial"/>
            </a:endParaRPr>
          </a:p>
        </p:txBody>
      </p:sp>
      <p:sp>
        <p:nvSpPr>
          <p:cNvPr id="1061" name="Google Shape;1061;p48"/>
          <p:cNvSpPr txBox="1"/>
          <p:nvPr/>
        </p:nvSpPr>
        <p:spPr>
          <a:xfrm>
            <a:off x="2541852" y="7440063"/>
            <a:ext cx="2226556"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solidFill>
                  <a:srgbClr val="001F5F"/>
                </a:solidFill>
                <a:latin typeface="Arial"/>
                <a:ea typeface="Arial"/>
                <a:cs typeface="Arial"/>
                <a:sym typeface="Arial"/>
              </a:rPr>
              <a:t>𝐹𝑁</a:t>
            </a:r>
            <a:endParaRPr sz="2400">
              <a:latin typeface="Arial"/>
              <a:ea typeface="Arial"/>
              <a:cs typeface="Arial"/>
              <a:sym typeface="Arial"/>
            </a:endParaRPr>
          </a:p>
        </p:txBody>
      </p:sp>
      <p:sp>
        <p:nvSpPr>
          <p:cNvPr id="1062" name="Google Shape;1062;p48"/>
          <p:cNvSpPr txBox="1"/>
          <p:nvPr/>
        </p:nvSpPr>
        <p:spPr>
          <a:xfrm>
            <a:off x="2129944" y="8093826"/>
            <a:ext cx="3357362"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solidFill>
                  <a:srgbClr val="001F5F"/>
                </a:solidFill>
                <a:latin typeface="Arial"/>
                <a:ea typeface="Arial"/>
                <a:cs typeface="Arial"/>
                <a:sym typeface="Arial"/>
              </a:rPr>
              <a:t>𝐹𝑁+𝑇𝑃</a:t>
            </a:r>
            <a:endParaRPr sz="2400">
              <a:latin typeface="Arial"/>
              <a:ea typeface="Arial"/>
              <a:cs typeface="Arial"/>
              <a:sym typeface="Arial"/>
            </a:endParaRPr>
          </a:p>
        </p:txBody>
      </p:sp>
      <p:sp>
        <p:nvSpPr>
          <p:cNvPr id="1063" name="Google Shape;1063;p48"/>
          <p:cNvSpPr txBox="1"/>
          <p:nvPr/>
        </p:nvSpPr>
        <p:spPr>
          <a:xfrm>
            <a:off x="7569200" y="5880620"/>
            <a:ext cx="5165090" cy="1153520"/>
          </a:xfrm>
          <a:prstGeom prst="rect">
            <a:avLst/>
          </a:prstGeom>
          <a:noFill/>
          <a:ln>
            <a:noFill/>
          </a:ln>
        </p:spPr>
        <p:txBody>
          <a:bodyPr spcFirstLastPara="1" wrap="square" lIns="0" tIns="32375" rIns="0" bIns="0" anchor="t" anchorCtr="0">
            <a:spAutoFit/>
          </a:bodyPr>
          <a:lstStyle/>
          <a:p>
            <a:pPr marL="184785" lvl="0" indent="-172085" algn="l" rtl="0">
              <a:lnSpc>
                <a:spcPct val="100000"/>
              </a:lnSpc>
              <a:spcBef>
                <a:spcPts val="0"/>
              </a:spcBef>
              <a:spcAft>
                <a:spcPts val="0"/>
              </a:spcAft>
              <a:buClr>
                <a:srgbClr val="001F5F"/>
              </a:buClr>
              <a:buSzPts val="2400"/>
              <a:buFont typeface="Arial"/>
              <a:buChar char="•"/>
            </a:pPr>
            <a:r>
              <a:rPr lang="en-US" sz="2400">
                <a:solidFill>
                  <a:srgbClr val="001F5F"/>
                </a:solidFill>
                <a:latin typeface="Arial"/>
                <a:ea typeface="Arial"/>
                <a:cs typeface="Arial"/>
                <a:sym typeface="Arial"/>
              </a:rPr>
              <a:t>False positive rate</a:t>
            </a:r>
            <a:endParaRPr sz="2400">
              <a:latin typeface="Arial"/>
              <a:ea typeface="Arial"/>
              <a:cs typeface="Arial"/>
              <a:sym typeface="Arial"/>
            </a:endParaRPr>
          </a:p>
          <a:p>
            <a:pPr marL="527050" lvl="1" indent="-172084" algn="l" rtl="0">
              <a:lnSpc>
                <a:spcPct val="100000"/>
              </a:lnSpc>
              <a:spcBef>
                <a:spcPts val="135"/>
              </a:spcBef>
              <a:spcAft>
                <a:spcPts val="0"/>
              </a:spcAft>
              <a:buClr>
                <a:srgbClr val="001F5F"/>
              </a:buClr>
              <a:buSzPts val="2400"/>
              <a:buFont typeface="Arial"/>
              <a:buChar char="•"/>
            </a:pPr>
            <a:r>
              <a:rPr lang="en-US" sz="2400">
                <a:solidFill>
                  <a:srgbClr val="001F5F"/>
                </a:solidFill>
                <a:latin typeface="Arial"/>
                <a:ea typeface="Arial"/>
                <a:cs typeface="Arial"/>
                <a:sym typeface="Arial"/>
              </a:rPr>
              <a:t>Percentage of actually „False“ that is predicted wrongly</a:t>
            </a:r>
            <a:endParaRPr sz="2400">
              <a:latin typeface="Arial"/>
              <a:ea typeface="Arial"/>
              <a:cs typeface="Arial"/>
              <a:sym typeface="Arial"/>
            </a:endParaRPr>
          </a:p>
        </p:txBody>
      </p:sp>
      <p:sp>
        <p:nvSpPr>
          <p:cNvPr id="1064" name="Google Shape;1064;p48"/>
          <p:cNvSpPr txBox="1"/>
          <p:nvPr/>
        </p:nvSpPr>
        <p:spPr>
          <a:xfrm>
            <a:off x="7424208" y="7732747"/>
            <a:ext cx="2552112" cy="382156"/>
          </a:xfrm>
          <a:prstGeom prst="rect">
            <a:avLst/>
          </a:prstGeom>
          <a:noFill/>
          <a:ln>
            <a:noFill/>
          </a:ln>
        </p:spPr>
        <p:txBody>
          <a:bodyPr spcFirstLastPara="1" wrap="square" lIns="0" tIns="12700" rIns="0" bIns="0" anchor="t" anchorCtr="0">
            <a:spAutoFit/>
          </a:bodyPr>
          <a:lstStyle/>
          <a:p>
            <a:pPr marL="184150" lvl="0" indent="-171450" algn="l" rtl="0">
              <a:lnSpc>
                <a:spcPct val="100000"/>
              </a:lnSpc>
              <a:spcBef>
                <a:spcPts val="0"/>
              </a:spcBef>
              <a:spcAft>
                <a:spcPts val="0"/>
              </a:spcAft>
              <a:buClr>
                <a:srgbClr val="001F5F"/>
              </a:buClr>
              <a:buSzPts val="2400"/>
              <a:buFont typeface="Arial"/>
              <a:buChar char="•"/>
            </a:pPr>
            <a:r>
              <a:rPr lang="en-US" sz="2400">
                <a:solidFill>
                  <a:srgbClr val="001F5F"/>
                </a:solidFill>
                <a:latin typeface="Arial"/>
                <a:ea typeface="Arial"/>
                <a:cs typeface="Arial"/>
                <a:sym typeface="Arial"/>
              </a:rPr>
              <a:t>𝐹𝑃𝑅 =</a:t>
            </a:r>
            <a:endParaRPr sz="2400">
              <a:latin typeface="Arial"/>
              <a:ea typeface="Arial"/>
              <a:cs typeface="Arial"/>
              <a:sym typeface="Arial"/>
            </a:endParaRPr>
          </a:p>
        </p:txBody>
      </p:sp>
      <p:sp>
        <p:nvSpPr>
          <p:cNvPr id="1065" name="Google Shape;1065;p48"/>
          <p:cNvSpPr/>
          <p:nvPr/>
        </p:nvSpPr>
        <p:spPr>
          <a:xfrm>
            <a:off x="8700264" y="7856523"/>
            <a:ext cx="1356866" cy="101124"/>
          </a:xfrm>
          <a:custGeom>
            <a:avLst/>
            <a:gdLst/>
            <a:ahLst/>
            <a:cxnLst/>
            <a:rect l="l" t="t" r="r" b="b"/>
            <a:pathLst>
              <a:path w="477519" h="12700" extrusionOk="0">
                <a:moveTo>
                  <a:pt x="477013" y="0"/>
                </a:moveTo>
                <a:lnTo>
                  <a:pt x="0" y="0"/>
                </a:lnTo>
                <a:lnTo>
                  <a:pt x="0" y="12190"/>
                </a:lnTo>
                <a:lnTo>
                  <a:pt x="477013" y="12190"/>
                </a:lnTo>
                <a:lnTo>
                  <a:pt x="477013"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2400">
              <a:latin typeface="Arial"/>
              <a:ea typeface="Arial"/>
              <a:cs typeface="Arial"/>
              <a:sym typeface="Arial"/>
            </a:endParaRPr>
          </a:p>
        </p:txBody>
      </p:sp>
      <p:sp>
        <p:nvSpPr>
          <p:cNvPr id="1066" name="Google Shape;1066;p48"/>
          <p:cNvSpPr txBox="1"/>
          <p:nvPr/>
        </p:nvSpPr>
        <p:spPr>
          <a:xfrm>
            <a:off x="9016262" y="7327611"/>
            <a:ext cx="1356866"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solidFill>
                  <a:srgbClr val="001F5F"/>
                </a:solidFill>
                <a:latin typeface="Arial"/>
                <a:ea typeface="Arial"/>
                <a:cs typeface="Arial"/>
                <a:sym typeface="Arial"/>
              </a:rPr>
              <a:t>𝐹𝑃</a:t>
            </a:r>
            <a:endParaRPr sz="2400">
              <a:latin typeface="Arial"/>
              <a:ea typeface="Arial"/>
              <a:cs typeface="Arial"/>
              <a:sym typeface="Arial"/>
            </a:endParaRPr>
          </a:p>
        </p:txBody>
      </p:sp>
      <p:sp>
        <p:nvSpPr>
          <p:cNvPr id="1067" name="Google Shape;1067;p48"/>
          <p:cNvSpPr txBox="1"/>
          <p:nvPr/>
        </p:nvSpPr>
        <p:spPr>
          <a:xfrm>
            <a:off x="8776815" y="8104403"/>
            <a:ext cx="1733296"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solidFill>
                  <a:srgbClr val="001F5F"/>
                </a:solidFill>
                <a:latin typeface="Arial"/>
                <a:ea typeface="Arial"/>
                <a:cs typeface="Arial"/>
                <a:sym typeface="Arial"/>
              </a:rPr>
              <a:t>𝐹𝑃+𝑇𝑁</a:t>
            </a:r>
            <a:endParaRPr sz="2400">
              <a:latin typeface="Arial"/>
              <a:ea typeface="Arial"/>
              <a:cs typeface="Arial"/>
              <a:sym typeface="Arial"/>
            </a:endParaRPr>
          </a:p>
        </p:txBody>
      </p:sp>
      <p:pic>
        <p:nvPicPr>
          <p:cNvPr id="1068" name="Google Shape;1068;p48"/>
          <p:cNvPicPr preferRelativeResize="0"/>
          <p:nvPr/>
        </p:nvPicPr>
        <p:blipFill rotWithShape="1">
          <a:blip r:embed="rId3">
            <a:alphaModFix/>
          </a:blip>
          <a:srcRect/>
          <a:stretch/>
        </p:blipFill>
        <p:spPr>
          <a:xfrm>
            <a:off x="7159356" y="1897076"/>
            <a:ext cx="4568077" cy="2979723"/>
          </a:xfrm>
          <a:prstGeom prst="rect">
            <a:avLst/>
          </a:prstGeom>
          <a:noFill/>
          <a:ln>
            <a:noFill/>
          </a:ln>
        </p:spPr>
      </p:pic>
      <p:grpSp>
        <p:nvGrpSpPr>
          <p:cNvPr id="1069" name="Google Shape;1069;p48"/>
          <p:cNvGrpSpPr/>
          <p:nvPr/>
        </p:nvGrpSpPr>
        <p:grpSpPr>
          <a:xfrm>
            <a:off x="12014154" y="3311976"/>
            <a:ext cx="304800" cy="885825"/>
            <a:chOff x="8516112" y="1557528"/>
            <a:chExt cx="304800" cy="885825"/>
          </a:xfrm>
        </p:grpSpPr>
        <p:sp>
          <p:nvSpPr>
            <p:cNvPr id="1070" name="Google Shape;1070;p48"/>
            <p:cNvSpPr/>
            <p:nvPr/>
          </p:nvSpPr>
          <p:spPr>
            <a:xfrm>
              <a:off x="8516112" y="1557528"/>
              <a:ext cx="304800" cy="885825"/>
            </a:xfrm>
            <a:custGeom>
              <a:avLst/>
              <a:gdLst/>
              <a:ahLst/>
              <a:cxnLst/>
              <a:rect l="l" t="t" r="r" b="b"/>
              <a:pathLst>
                <a:path w="304800" h="885825" extrusionOk="0">
                  <a:moveTo>
                    <a:pt x="228600" y="0"/>
                  </a:moveTo>
                  <a:lnTo>
                    <a:pt x="76200" y="0"/>
                  </a:lnTo>
                  <a:lnTo>
                    <a:pt x="76200" y="733044"/>
                  </a:lnTo>
                  <a:lnTo>
                    <a:pt x="0" y="733044"/>
                  </a:lnTo>
                  <a:lnTo>
                    <a:pt x="152400" y="885444"/>
                  </a:lnTo>
                  <a:lnTo>
                    <a:pt x="304800" y="733044"/>
                  </a:lnTo>
                  <a:lnTo>
                    <a:pt x="228600" y="733044"/>
                  </a:lnTo>
                  <a:lnTo>
                    <a:pt x="228600" y="0"/>
                  </a:lnTo>
                  <a:close/>
                </a:path>
              </a:pathLst>
            </a:custGeom>
            <a:solidFill>
              <a:srgbClr val="0581B7"/>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071" name="Google Shape;1071;p48"/>
            <p:cNvSpPr/>
            <p:nvPr/>
          </p:nvSpPr>
          <p:spPr>
            <a:xfrm>
              <a:off x="8516112" y="1557528"/>
              <a:ext cx="304800" cy="885825"/>
            </a:xfrm>
            <a:custGeom>
              <a:avLst/>
              <a:gdLst/>
              <a:ahLst/>
              <a:cxnLst/>
              <a:rect l="l" t="t" r="r" b="b"/>
              <a:pathLst>
                <a:path w="304800" h="885825" extrusionOk="0">
                  <a:moveTo>
                    <a:pt x="0" y="733044"/>
                  </a:moveTo>
                  <a:lnTo>
                    <a:pt x="76200" y="733044"/>
                  </a:lnTo>
                  <a:lnTo>
                    <a:pt x="76200" y="0"/>
                  </a:lnTo>
                  <a:lnTo>
                    <a:pt x="228600" y="0"/>
                  </a:lnTo>
                  <a:lnTo>
                    <a:pt x="228600" y="733044"/>
                  </a:lnTo>
                  <a:lnTo>
                    <a:pt x="304800" y="733044"/>
                  </a:lnTo>
                  <a:lnTo>
                    <a:pt x="152400" y="885444"/>
                  </a:lnTo>
                  <a:lnTo>
                    <a:pt x="0" y="733044"/>
                  </a:lnTo>
                  <a:close/>
                </a:path>
              </a:pathLst>
            </a:custGeom>
            <a:noFill/>
            <a:ln w="12175" cap="flat" cmpd="sng">
              <a:solidFill>
                <a:srgbClr val="035D85"/>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1075"/>
        <p:cNvGrpSpPr/>
        <p:nvPr/>
      </p:nvGrpSpPr>
      <p:grpSpPr>
        <a:xfrm>
          <a:off x="0" y="0"/>
          <a:ext cx="0" cy="0"/>
          <a:chOff x="0" y="0"/>
          <a:chExt cx="0" cy="0"/>
        </a:xfrm>
      </p:grpSpPr>
      <p:sp>
        <p:nvSpPr>
          <p:cNvPr id="1076" name="Google Shape;1076;p49" descr="$PPTXTitle"/>
          <p:cNvSpPr txBox="1">
            <a:spLocks noGrp="1"/>
          </p:cNvSpPr>
          <p:nvPr>
            <p:ph type="title"/>
          </p:nvPr>
        </p:nvSpPr>
        <p:spPr>
          <a:xfrm>
            <a:off x="543228" y="685806"/>
            <a:ext cx="11589715" cy="757643"/>
          </a:xfrm>
          <a:prstGeom prst="rect">
            <a:avLst/>
          </a:prstGeom>
          <a:noFill/>
          <a:ln>
            <a:noFill/>
          </a:ln>
        </p:spPr>
        <p:txBody>
          <a:bodyPr spcFirstLastPara="1" wrap="square" lIns="0" tIns="232150" rIns="0" bIns="0" anchor="t" anchorCtr="0">
            <a:spAutoFit/>
          </a:bodyPr>
          <a:lstStyle/>
          <a:p>
            <a:pPr marL="12700" lvl="0" indent="0" algn="l" rtl="0">
              <a:lnSpc>
                <a:spcPct val="100000"/>
              </a:lnSpc>
              <a:spcBef>
                <a:spcPts val="0"/>
              </a:spcBef>
              <a:spcAft>
                <a:spcPts val="0"/>
              </a:spcAft>
              <a:buNone/>
            </a:pPr>
            <a:r>
              <a:rPr lang="en-US" sz="3400" b="1">
                <a:solidFill>
                  <a:srgbClr val="0070C0"/>
                </a:solidFill>
              </a:rPr>
              <a:t>Binary Performance Metrics (2)</a:t>
            </a:r>
            <a:endParaRPr sz="3400" b="1">
              <a:solidFill>
                <a:srgbClr val="0070C0"/>
              </a:solidFill>
            </a:endParaRPr>
          </a:p>
        </p:txBody>
      </p:sp>
      <p:sp>
        <p:nvSpPr>
          <p:cNvPr id="1077" name="Google Shape;1077;p49"/>
          <p:cNvSpPr txBox="1"/>
          <p:nvPr/>
        </p:nvSpPr>
        <p:spPr>
          <a:xfrm>
            <a:off x="706906" y="1764537"/>
            <a:ext cx="5631180" cy="1595309"/>
          </a:xfrm>
          <a:prstGeom prst="rect">
            <a:avLst/>
          </a:prstGeom>
          <a:noFill/>
          <a:ln>
            <a:noFill/>
          </a:ln>
        </p:spPr>
        <p:txBody>
          <a:bodyPr spcFirstLastPara="1" wrap="square" lIns="0" tIns="53325" rIns="0" bIns="0" anchor="t" anchorCtr="0">
            <a:spAutoFit/>
          </a:bodyPr>
          <a:lstStyle/>
          <a:p>
            <a:pPr marL="185420" lvl="0" indent="-172720" algn="l" rtl="0">
              <a:lnSpc>
                <a:spcPct val="100000"/>
              </a:lnSpc>
              <a:spcBef>
                <a:spcPts val="0"/>
              </a:spcBef>
              <a:spcAft>
                <a:spcPts val="0"/>
              </a:spcAft>
              <a:buClr>
                <a:srgbClr val="001F5F"/>
              </a:buClr>
              <a:buSzPts val="2400"/>
              <a:buFont typeface="Arial"/>
              <a:buChar char="•"/>
            </a:pPr>
            <a:r>
              <a:rPr lang="en-US" sz="2400">
                <a:solidFill>
                  <a:srgbClr val="001F5F"/>
                </a:solidFill>
                <a:latin typeface="Arial"/>
                <a:ea typeface="Arial"/>
                <a:cs typeface="Arial"/>
                <a:sym typeface="Arial"/>
              </a:rPr>
              <a:t>Rates per predicted class</a:t>
            </a:r>
            <a:endParaRPr sz="2400">
              <a:latin typeface="Arial"/>
              <a:ea typeface="Arial"/>
              <a:cs typeface="Arial"/>
              <a:sym typeface="Arial"/>
            </a:endParaRPr>
          </a:p>
          <a:p>
            <a:pPr marL="527050" lvl="1" indent="-172084" algn="l" rtl="0">
              <a:lnSpc>
                <a:spcPct val="100000"/>
              </a:lnSpc>
              <a:spcBef>
                <a:spcPts val="275"/>
              </a:spcBef>
              <a:spcAft>
                <a:spcPts val="0"/>
              </a:spcAft>
              <a:buClr>
                <a:srgbClr val="001F5F"/>
              </a:buClr>
              <a:buSzPts val="2400"/>
              <a:buFont typeface="Arial"/>
              <a:buChar char="•"/>
            </a:pPr>
            <a:r>
              <a:rPr lang="en-US" sz="2400">
                <a:solidFill>
                  <a:srgbClr val="001F5F"/>
                </a:solidFill>
                <a:latin typeface="Arial"/>
                <a:ea typeface="Arial"/>
                <a:cs typeface="Arial"/>
                <a:sym typeface="Arial"/>
              </a:rPr>
              <a:t>Positive predictive value, precision</a:t>
            </a:r>
            <a:endParaRPr sz="2400">
              <a:latin typeface="Arial"/>
              <a:ea typeface="Arial"/>
              <a:cs typeface="Arial"/>
              <a:sym typeface="Arial"/>
            </a:endParaRPr>
          </a:p>
          <a:p>
            <a:pPr marL="869950" lvl="2" indent="-172085" algn="l" rtl="0">
              <a:lnSpc>
                <a:spcPct val="100000"/>
              </a:lnSpc>
              <a:spcBef>
                <a:spcPts val="160"/>
              </a:spcBef>
              <a:spcAft>
                <a:spcPts val="0"/>
              </a:spcAft>
              <a:buClr>
                <a:srgbClr val="001F5F"/>
              </a:buClr>
              <a:buSzPts val="2400"/>
              <a:buFont typeface="Arial"/>
              <a:buChar char="•"/>
            </a:pPr>
            <a:r>
              <a:rPr lang="en-US" sz="2400">
                <a:solidFill>
                  <a:srgbClr val="001F5F"/>
                </a:solidFill>
                <a:latin typeface="Arial"/>
                <a:ea typeface="Arial"/>
                <a:cs typeface="Arial"/>
                <a:sym typeface="Arial"/>
              </a:rPr>
              <a:t>Percentage of predicted „True“ that is predicted correctly</a:t>
            </a:r>
            <a:endParaRPr sz="2400">
              <a:latin typeface="Arial"/>
              <a:ea typeface="Arial"/>
              <a:cs typeface="Arial"/>
              <a:sym typeface="Arial"/>
            </a:endParaRPr>
          </a:p>
        </p:txBody>
      </p:sp>
      <p:sp>
        <p:nvSpPr>
          <p:cNvPr id="1078" name="Google Shape;1078;p49"/>
          <p:cNvSpPr txBox="1"/>
          <p:nvPr/>
        </p:nvSpPr>
        <p:spPr>
          <a:xfrm>
            <a:off x="1280573" y="3694649"/>
            <a:ext cx="2273808" cy="382156"/>
          </a:xfrm>
          <a:prstGeom prst="rect">
            <a:avLst/>
          </a:prstGeom>
          <a:noFill/>
          <a:ln>
            <a:noFill/>
          </a:ln>
        </p:spPr>
        <p:txBody>
          <a:bodyPr spcFirstLastPara="1" wrap="square" lIns="0" tIns="12700" rIns="0" bIns="0" anchor="t" anchorCtr="0">
            <a:spAutoFit/>
          </a:bodyPr>
          <a:lstStyle/>
          <a:p>
            <a:pPr marL="184150" lvl="0" indent="-171450" algn="l" rtl="0">
              <a:lnSpc>
                <a:spcPct val="100000"/>
              </a:lnSpc>
              <a:spcBef>
                <a:spcPts val="0"/>
              </a:spcBef>
              <a:spcAft>
                <a:spcPts val="0"/>
              </a:spcAft>
              <a:buClr>
                <a:srgbClr val="001F5F"/>
              </a:buClr>
              <a:buSzPts val="2400"/>
              <a:buFont typeface="Arial"/>
              <a:buChar char="•"/>
            </a:pPr>
            <a:r>
              <a:rPr lang="en-US" sz="2400">
                <a:solidFill>
                  <a:srgbClr val="001F5F"/>
                </a:solidFill>
                <a:latin typeface="Arial"/>
                <a:ea typeface="Arial"/>
                <a:cs typeface="Arial"/>
                <a:sym typeface="Arial"/>
              </a:rPr>
              <a:t>𝑃𝑃𝑉 =</a:t>
            </a:r>
            <a:endParaRPr sz="2400">
              <a:latin typeface="Arial"/>
              <a:ea typeface="Arial"/>
              <a:cs typeface="Arial"/>
              <a:sym typeface="Arial"/>
            </a:endParaRPr>
          </a:p>
        </p:txBody>
      </p:sp>
      <p:sp>
        <p:nvSpPr>
          <p:cNvPr id="1079" name="Google Shape;1079;p49"/>
          <p:cNvSpPr/>
          <p:nvPr/>
        </p:nvSpPr>
        <p:spPr>
          <a:xfrm>
            <a:off x="2578674" y="3944901"/>
            <a:ext cx="2273808" cy="45719"/>
          </a:xfrm>
          <a:custGeom>
            <a:avLst/>
            <a:gdLst/>
            <a:ahLst/>
            <a:cxnLst/>
            <a:rect l="l" t="t" r="r" b="b"/>
            <a:pathLst>
              <a:path w="462280" h="12700" extrusionOk="0">
                <a:moveTo>
                  <a:pt x="461772" y="0"/>
                </a:moveTo>
                <a:lnTo>
                  <a:pt x="0" y="0"/>
                </a:lnTo>
                <a:lnTo>
                  <a:pt x="0" y="12190"/>
                </a:lnTo>
                <a:lnTo>
                  <a:pt x="461772" y="12190"/>
                </a:lnTo>
                <a:lnTo>
                  <a:pt x="461772"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2400">
              <a:latin typeface="Arial"/>
              <a:ea typeface="Arial"/>
              <a:cs typeface="Arial"/>
              <a:sym typeface="Arial"/>
            </a:endParaRPr>
          </a:p>
        </p:txBody>
      </p:sp>
      <p:sp>
        <p:nvSpPr>
          <p:cNvPr id="1080" name="Google Shape;1080;p49"/>
          <p:cNvSpPr txBox="1"/>
          <p:nvPr/>
        </p:nvSpPr>
        <p:spPr>
          <a:xfrm>
            <a:off x="3199607" y="3444397"/>
            <a:ext cx="1671249"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solidFill>
                  <a:srgbClr val="001F5F"/>
                </a:solidFill>
                <a:latin typeface="Arial"/>
                <a:ea typeface="Arial"/>
                <a:cs typeface="Arial"/>
                <a:sym typeface="Arial"/>
              </a:rPr>
              <a:t>𝑇𝑃</a:t>
            </a:r>
            <a:endParaRPr sz="2400">
              <a:latin typeface="Arial"/>
              <a:ea typeface="Arial"/>
              <a:cs typeface="Arial"/>
              <a:sym typeface="Arial"/>
            </a:endParaRPr>
          </a:p>
        </p:txBody>
      </p:sp>
      <p:sp>
        <p:nvSpPr>
          <p:cNvPr id="1081" name="Google Shape;1081;p49"/>
          <p:cNvSpPr txBox="1"/>
          <p:nvPr/>
        </p:nvSpPr>
        <p:spPr>
          <a:xfrm>
            <a:off x="2921001" y="4154689"/>
            <a:ext cx="1981200"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solidFill>
                  <a:srgbClr val="001F5F"/>
                </a:solidFill>
                <a:latin typeface="Arial"/>
                <a:ea typeface="Arial"/>
                <a:cs typeface="Arial"/>
                <a:sym typeface="Arial"/>
              </a:rPr>
              <a:t>𝑇𝑃+𝐹𝑃</a:t>
            </a:r>
            <a:endParaRPr sz="2400">
              <a:latin typeface="Arial"/>
              <a:ea typeface="Arial"/>
              <a:cs typeface="Arial"/>
              <a:sym typeface="Arial"/>
            </a:endParaRPr>
          </a:p>
        </p:txBody>
      </p:sp>
      <p:sp>
        <p:nvSpPr>
          <p:cNvPr id="1082" name="Google Shape;1082;p49"/>
          <p:cNvSpPr txBox="1"/>
          <p:nvPr/>
        </p:nvSpPr>
        <p:spPr>
          <a:xfrm>
            <a:off x="840891" y="4785463"/>
            <a:ext cx="6689802" cy="1153520"/>
          </a:xfrm>
          <a:prstGeom prst="rect">
            <a:avLst/>
          </a:prstGeom>
          <a:noFill/>
          <a:ln>
            <a:noFill/>
          </a:ln>
        </p:spPr>
        <p:txBody>
          <a:bodyPr spcFirstLastPara="1" wrap="square" lIns="0" tIns="32375" rIns="0" bIns="0" anchor="t" anchorCtr="0">
            <a:spAutoFit/>
          </a:bodyPr>
          <a:lstStyle/>
          <a:p>
            <a:pPr marL="184785" lvl="0" indent="-172085" algn="l" rtl="0">
              <a:lnSpc>
                <a:spcPct val="100000"/>
              </a:lnSpc>
              <a:spcBef>
                <a:spcPts val="0"/>
              </a:spcBef>
              <a:spcAft>
                <a:spcPts val="0"/>
              </a:spcAft>
              <a:buClr>
                <a:srgbClr val="001F5F"/>
              </a:buClr>
              <a:buSzPts val="2400"/>
              <a:buFont typeface="Arial"/>
              <a:buChar char="•"/>
            </a:pPr>
            <a:r>
              <a:rPr lang="en-US" sz="2400">
                <a:solidFill>
                  <a:srgbClr val="001F5F"/>
                </a:solidFill>
                <a:latin typeface="Arial"/>
                <a:ea typeface="Arial"/>
                <a:cs typeface="Arial"/>
                <a:sym typeface="Arial"/>
              </a:rPr>
              <a:t>Negative predictive value</a:t>
            </a:r>
            <a:endParaRPr sz="2400">
              <a:latin typeface="Arial"/>
              <a:ea typeface="Arial"/>
              <a:cs typeface="Arial"/>
              <a:sym typeface="Arial"/>
            </a:endParaRPr>
          </a:p>
          <a:p>
            <a:pPr marL="527050" lvl="1" indent="-172084" algn="l" rtl="0">
              <a:lnSpc>
                <a:spcPct val="100000"/>
              </a:lnSpc>
              <a:spcBef>
                <a:spcPts val="135"/>
              </a:spcBef>
              <a:spcAft>
                <a:spcPts val="0"/>
              </a:spcAft>
              <a:buClr>
                <a:srgbClr val="001F5F"/>
              </a:buClr>
              <a:buSzPts val="2400"/>
              <a:buFont typeface="Arial"/>
              <a:buChar char="•"/>
            </a:pPr>
            <a:r>
              <a:rPr lang="en-US" sz="2400">
                <a:solidFill>
                  <a:srgbClr val="001F5F"/>
                </a:solidFill>
                <a:latin typeface="Arial"/>
                <a:ea typeface="Arial"/>
                <a:cs typeface="Arial"/>
                <a:sym typeface="Arial"/>
              </a:rPr>
              <a:t>Percentage of predicted „False“ that is predicted correctly</a:t>
            </a:r>
            <a:endParaRPr sz="2400">
              <a:latin typeface="Arial"/>
              <a:ea typeface="Arial"/>
              <a:cs typeface="Arial"/>
              <a:sym typeface="Arial"/>
            </a:endParaRPr>
          </a:p>
        </p:txBody>
      </p:sp>
      <p:sp>
        <p:nvSpPr>
          <p:cNvPr id="1083" name="Google Shape;1083;p49"/>
          <p:cNvSpPr txBox="1"/>
          <p:nvPr/>
        </p:nvSpPr>
        <p:spPr>
          <a:xfrm>
            <a:off x="1092200" y="6123318"/>
            <a:ext cx="1344384" cy="382156"/>
          </a:xfrm>
          <a:prstGeom prst="rect">
            <a:avLst/>
          </a:prstGeom>
          <a:noFill/>
          <a:ln>
            <a:noFill/>
          </a:ln>
        </p:spPr>
        <p:txBody>
          <a:bodyPr spcFirstLastPara="1" wrap="square" lIns="0" tIns="12700" rIns="0" bIns="0" anchor="t" anchorCtr="0">
            <a:spAutoFit/>
          </a:bodyPr>
          <a:lstStyle/>
          <a:p>
            <a:pPr marL="184150" lvl="0" indent="-171450" algn="l" rtl="0">
              <a:lnSpc>
                <a:spcPct val="100000"/>
              </a:lnSpc>
              <a:spcBef>
                <a:spcPts val="0"/>
              </a:spcBef>
              <a:spcAft>
                <a:spcPts val="0"/>
              </a:spcAft>
              <a:buClr>
                <a:srgbClr val="001F5F"/>
              </a:buClr>
              <a:buSzPts val="2400"/>
              <a:buFont typeface="Arial"/>
              <a:buChar char="•"/>
            </a:pPr>
            <a:r>
              <a:rPr lang="en-US" sz="2400">
                <a:solidFill>
                  <a:srgbClr val="001F5F"/>
                </a:solidFill>
                <a:latin typeface="Arial"/>
                <a:ea typeface="Arial"/>
                <a:cs typeface="Arial"/>
                <a:sym typeface="Arial"/>
              </a:rPr>
              <a:t>𝑁𝑃𝑉 =</a:t>
            </a:r>
            <a:endParaRPr sz="2400">
              <a:latin typeface="Arial"/>
              <a:ea typeface="Arial"/>
              <a:cs typeface="Arial"/>
              <a:sym typeface="Arial"/>
            </a:endParaRPr>
          </a:p>
        </p:txBody>
      </p:sp>
      <p:sp>
        <p:nvSpPr>
          <p:cNvPr id="1084" name="Google Shape;1084;p49"/>
          <p:cNvSpPr/>
          <p:nvPr/>
        </p:nvSpPr>
        <p:spPr>
          <a:xfrm rot="10800000" flipH="1">
            <a:off x="2213582" y="6380834"/>
            <a:ext cx="2052734" cy="55256"/>
          </a:xfrm>
          <a:custGeom>
            <a:avLst/>
            <a:gdLst/>
            <a:ahLst/>
            <a:cxnLst/>
            <a:rect l="l" t="t" r="r" b="b"/>
            <a:pathLst>
              <a:path w="490855" h="12700" extrusionOk="0">
                <a:moveTo>
                  <a:pt x="490726" y="0"/>
                </a:moveTo>
                <a:lnTo>
                  <a:pt x="0" y="0"/>
                </a:lnTo>
                <a:lnTo>
                  <a:pt x="0" y="12191"/>
                </a:lnTo>
                <a:lnTo>
                  <a:pt x="490726" y="12191"/>
                </a:lnTo>
                <a:lnTo>
                  <a:pt x="490726"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085" name="Google Shape;1085;p49"/>
          <p:cNvSpPr txBox="1"/>
          <p:nvPr/>
        </p:nvSpPr>
        <p:spPr>
          <a:xfrm>
            <a:off x="2667669" y="5962462"/>
            <a:ext cx="1367562" cy="829713"/>
          </a:xfrm>
          <a:prstGeom prst="rect">
            <a:avLst/>
          </a:prstGeom>
          <a:noFill/>
          <a:ln>
            <a:noFill/>
          </a:ln>
        </p:spPr>
        <p:txBody>
          <a:bodyPr spcFirstLastPara="1" wrap="square" lIns="0" tIns="52050" rIns="0" bIns="0" anchor="t" anchorCtr="0">
            <a:spAutoFit/>
          </a:bodyPr>
          <a:lstStyle/>
          <a:p>
            <a:pPr marL="10160" lvl="0" indent="0" algn="ctr" rtl="0">
              <a:lnSpc>
                <a:spcPct val="100000"/>
              </a:lnSpc>
              <a:spcBef>
                <a:spcPts val="0"/>
              </a:spcBef>
              <a:spcAft>
                <a:spcPts val="0"/>
              </a:spcAft>
              <a:buNone/>
            </a:pPr>
            <a:r>
              <a:rPr lang="en-US" sz="2400">
                <a:solidFill>
                  <a:srgbClr val="001F5F"/>
                </a:solidFill>
                <a:latin typeface="Arial"/>
                <a:ea typeface="Arial"/>
                <a:cs typeface="Arial"/>
                <a:sym typeface="Arial"/>
              </a:rPr>
              <a:t>𝑇𝑁</a:t>
            </a:r>
            <a:endParaRPr sz="2400">
              <a:latin typeface="Arial"/>
              <a:ea typeface="Arial"/>
              <a:cs typeface="Arial"/>
              <a:sym typeface="Arial"/>
            </a:endParaRPr>
          </a:p>
          <a:p>
            <a:pPr marL="0" lvl="0" indent="0" algn="ctr" rtl="0">
              <a:lnSpc>
                <a:spcPct val="100000"/>
              </a:lnSpc>
              <a:spcBef>
                <a:spcPts val="310"/>
              </a:spcBef>
              <a:spcAft>
                <a:spcPts val="0"/>
              </a:spcAft>
              <a:buNone/>
            </a:pPr>
            <a:r>
              <a:rPr lang="en-US" sz="2400">
                <a:solidFill>
                  <a:srgbClr val="001F5F"/>
                </a:solidFill>
                <a:latin typeface="Arial"/>
                <a:ea typeface="Arial"/>
                <a:cs typeface="Arial"/>
                <a:sym typeface="Arial"/>
              </a:rPr>
              <a:t>𝑇𝑁+𝐹𝑁</a:t>
            </a:r>
            <a:endParaRPr sz="2400">
              <a:latin typeface="Arial"/>
              <a:ea typeface="Arial"/>
              <a:cs typeface="Arial"/>
              <a:sym typeface="Arial"/>
            </a:endParaRPr>
          </a:p>
        </p:txBody>
      </p:sp>
      <p:sp>
        <p:nvSpPr>
          <p:cNvPr id="1086" name="Google Shape;1086;p49"/>
          <p:cNvSpPr txBox="1"/>
          <p:nvPr/>
        </p:nvSpPr>
        <p:spPr>
          <a:xfrm>
            <a:off x="941038" y="6967905"/>
            <a:ext cx="5226685" cy="1170192"/>
          </a:xfrm>
          <a:prstGeom prst="rect">
            <a:avLst/>
          </a:prstGeom>
          <a:noFill/>
          <a:ln>
            <a:noFill/>
          </a:ln>
        </p:spPr>
        <p:txBody>
          <a:bodyPr spcFirstLastPara="1" wrap="square" lIns="0" tIns="36175" rIns="0" bIns="0" anchor="t" anchorCtr="0">
            <a:spAutoFit/>
          </a:bodyPr>
          <a:lstStyle/>
          <a:p>
            <a:pPr marL="184785" lvl="0" indent="-172085" algn="l" rtl="0">
              <a:lnSpc>
                <a:spcPct val="100000"/>
              </a:lnSpc>
              <a:spcBef>
                <a:spcPts val="0"/>
              </a:spcBef>
              <a:spcAft>
                <a:spcPts val="0"/>
              </a:spcAft>
              <a:buClr>
                <a:srgbClr val="001F5F"/>
              </a:buClr>
              <a:buSzPts val="2400"/>
              <a:buFont typeface="Arial"/>
              <a:buChar char="•"/>
            </a:pPr>
            <a:r>
              <a:rPr lang="en-US" sz="2400">
                <a:solidFill>
                  <a:srgbClr val="001F5F"/>
                </a:solidFill>
                <a:latin typeface="Arial"/>
                <a:ea typeface="Arial"/>
                <a:cs typeface="Arial"/>
                <a:sym typeface="Arial"/>
              </a:rPr>
              <a:t>False discovery rate</a:t>
            </a:r>
            <a:endParaRPr sz="2400">
              <a:latin typeface="Arial"/>
              <a:ea typeface="Arial"/>
              <a:cs typeface="Arial"/>
              <a:sym typeface="Arial"/>
            </a:endParaRPr>
          </a:p>
          <a:p>
            <a:pPr marL="527050" lvl="1" indent="-172084" algn="l" rtl="0">
              <a:lnSpc>
                <a:spcPct val="100000"/>
              </a:lnSpc>
              <a:spcBef>
                <a:spcPts val="155"/>
              </a:spcBef>
              <a:spcAft>
                <a:spcPts val="0"/>
              </a:spcAft>
              <a:buClr>
                <a:srgbClr val="001F5F"/>
              </a:buClr>
              <a:buSzPts val="2400"/>
              <a:buFont typeface="Arial"/>
              <a:buChar char="•"/>
            </a:pPr>
            <a:r>
              <a:rPr lang="en-US" sz="2400">
                <a:solidFill>
                  <a:srgbClr val="001F5F"/>
                </a:solidFill>
                <a:latin typeface="Arial"/>
                <a:ea typeface="Arial"/>
                <a:cs typeface="Arial"/>
                <a:sym typeface="Arial"/>
              </a:rPr>
              <a:t>Percentage of predicted „True“ that is predicted wrongly</a:t>
            </a:r>
            <a:endParaRPr sz="2400">
              <a:latin typeface="Arial"/>
              <a:ea typeface="Arial"/>
              <a:cs typeface="Arial"/>
              <a:sym typeface="Arial"/>
            </a:endParaRPr>
          </a:p>
        </p:txBody>
      </p:sp>
      <p:sp>
        <p:nvSpPr>
          <p:cNvPr id="1087" name="Google Shape;1087;p49"/>
          <p:cNvSpPr txBox="1"/>
          <p:nvPr/>
        </p:nvSpPr>
        <p:spPr>
          <a:xfrm>
            <a:off x="1134972" y="8449980"/>
            <a:ext cx="1263295" cy="382156"/>
          </a:xfrm>
          <a:prstGeom prst="rect">
            <a:avLst/>
          </a:prstGeom>
          <a:noFill/>
          <a:ln>
            <a:noFill/>
          </a:ln>
        </p:spPr>
        <p:txBody>
          <a:bodyPr spcFirstLastPara="1" wrap="square" lIns="0" tIns="12700" rIns="0" bIns="0" anchor="t" anchorCtr="0">
            <a:spAutoFit/>
          </a:bodyPr>
          <a:lstStyle/>
          <a:p>
            <a:pPr marL="184150" lvl="0" indent="-171450" algn="l" rtl="0">
              <a:lnSpc>
                <a:spcPct val="100000"/>
              </a:lnSpc>
              <a:spcBef>
                <a:spcPts val="0"/>
              </a:spcBef>
              <a:spcAft>
                <a:spcPts val="0"/>
              </a:spcAft>
              <a:buClr>
                <a:srgbClr val="001F5F"/>
              </a:buClr>
              <a:buSzPts val="2400"/>
              <a:buFont typeface="Arial"/>
              <a:buChar char="•"/>
            </a:pPr>
            <a:r>
              <a:rPr lang="en-US" sz="2400">
                <a:solidFill>
                  <a:srgbClr val="001F5F"/>
                </a:solidFill>
                <a:latin typeface="Arial"/>
                <a:ea typeface="Arial"/>
                <a:cs typeface="Arial"/>
                <a:sym typeface="Arial"/>
              </a:rPr>
              <a:t>𝐹𝐷𝑅 =</a:t>
            </a:r>
            <a:endParaRPr sz="2400">
              <a:latin typeface="Arial"/>
              <a:ea typeface="Arial"/>
              <a:cs typeface="Arial"/>
              <a:sym typeface="Arial"/>
            </a:endParaRPr>
          </a:p>
        </p:txBody>
      </p:sp>
      <p:sp>
        <p:nvSpPr>
          <p:cNvPr id="1088" name="Google Shape;1088;p49"/>
          <p:cNvSpPr/>
          <p:nvPr/>
        </p:nvSpPr>
        <p:spPr>
          <a:xfrm rot="10800000" flipH="1">
            <a:off x="2550410" y="8660321"/>
            <a:ext cx="1970790" cy="45719"/>
          </a:xfrm>
          <a:custGeom>
            <a:avLst/>
            <a:gdLst/>
            <a:ahLst/>
            <a:cxnLst/>
            <a:rect l="l" t="t" r="r" b="b"/>
            <a:pathLst>
              <a:path w="462280" h="12700" extrusionOk="0">
                <a:moveTo>
                  <a:pt x="461770" y="0"/>
                </a:moveTo>
                <a:lnTo>
                  <a:pt x="0" y="0"/>
                </a:lnTo>
                <a:lnTo>
                  <a:pt x="0" y="12191"/>
                </a:lnTo>
                <a:lnTo>
                  <a:pt x="461770" y="12191"/>
                </a:lnTo>
                <a:lnTo>
                  <a:pt x="461770"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2400">
              <a:latin typeface="Arial"/>
              <a:ea typeface="Arial"/>
              <a:cs typeface="Arial"/>
              <a:sym typeface="Arial"/>
            </a:endParaRPr>
          </a:p>
        </p:txBody>
      </p:sp>
      <p:sp>
        <p:nvSpPr>
          <p:cNvPr id="1089" name="Google Shape;1089;p49"/>
          <p:cNvSpPr txBox="1"/>
          <p:nvPr/>
        </p:nvSpPr>
        <p:spPr>
          <a:xfrm>
            <a:off x="2890848" y="8196011"/>
            <a:ext cx="1263296" cy="382156"/>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400">
                <a:solidFill>
                  <a:srgbClr val="001F5F"/>
                </a:solidFill>
                <a:latin typeface="Arial"/>
                <a:ea typeface="Arial"/>
                <a:cs typeface="Arial"/>
                <a:sym typeface="Arial"/>
              </a:rPr>
              <a:t>𝐹𝑃</a:t>
            </a:r>
            <a:endParaRPr sz="2400">
              <a:latin typeface="Arial"/>
              <a:ea typeface="Arial"/>
              <a:cs typeface="Arial"/>
              <a:sym typeface="Arial"/>
            </a:endParaRPr>
          </a:p>
        </p:txBody>
      </p:sp>
      <p:sp>
        <p:nvSpPr>
          <p:cNvPr id="1090" name="Google Shape;1090;p49"/>
          <p:cNvSpPr txBox="1"/>
          <p:nvPr/>
        </p:nvSpPr>
        <p:spPr>
          <a:xfrm>
            <a:off x="2670925" y="8838495"/>
            <a:ext cx="2089306" cy="382156"/>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400">
                <a:solidFill>
                  <a:srgbClr val="001F5F"/>
                </a:solidFill>
                <a:latin typeface="Arial"/>
                <a:ea typeface="Arial"/>
                <a:cs typeface="Arial"/>
                <a:sym typeface="Arial"/>
              </a:rPr>
              <a:t>𝑇𝑃+𝐹𝑃</a:t>
            </a:r>
            <a:endParaRPr sz="2400">
              <a:latin typeface="Arial"/>
              <a:ea typeface="Arial"/>
              <a:cs typeface="Arial"/>
              <a:sym typeface="Arial"/>
            </a:endParaRPr>
          </a:p>
        </p:txBody>
      </p:sp>
      <p:sp>
        <p:nvSpPr>
          <p:cNvPr id="1091" name="Google Shape;1091;p49"/>
          <p:cNvSpPr txBox="1"/>
          <p:nvPr/>
        </p:nvSpPr>
        <p:spPr>
          <a:xfrm>
            <a:off x="7170904" y="6970826"/>
            <a:ext cx="5303520" cy="1153520"/>
          </a:xfrm>
          <a:prstGeom prst="rect">
            <a:avLst/>
          </a:prstGeom>
          <a:noFill/>
          <a:ln>
            <a:noFill/>
          </a:ln>
        </p:spPr>
        <p:txBody>
          <a:bodyPr spcFirstLastPara="1" wrap="square" lIns="0" tIns="32375" rIns="0" bIns="0" anchor="t" anchorCtr="0">
            <a:spAutoFit/>
          </a:bodyPr>
          <a:lstStyle/>
          <a:p>
            <a:pPr marL="184785" lvl="0" indent="-172085" algn="l" rtl="0">
              <a:lnSpc>
                <a:spcPct val="100000"/>
              </a:lnSpc>
              <a:spcBef>
                <a:spcPts val="0"/>
              </a:spcBef>
              <a:spcAft>
                <a:spcPts val="0"/>
              </a:spcAft>
              <a:buClr>
                <a:srgbClr val="001F5F"/>
              </a:buClr>
              <a:buSzPts val="2400"/>
              <a:buFont typeface="Arial"/>
              <a:buChar char="•"/>
            </a:pPr>
            <a:r>
              <a:rPr lang="en-US" sz="2400">
                <a:solidFill>
                  <a:srgbClr val="001F5F"/>
                </a:solidFill>
                <a:latin typeface="Arial"/>
                <a:ea typeface="Arial"/>
                <a:cs typeface="Arial"/>
                <a:sym typeface="Arial"/>
              </a:rPr>
              <a:t>False omission rate</a:t>
            </a:r>
            <a:endParaRPr sz="2400">
              <a:latin typeface="Arial"/>
              <a:ea typeface="Arial"/>
              <a:cs typeface="Arial"/>
              <a:sym typeface="Arial"/>
            </a:endParaRPr>
          </a:p>
          <a:p>
            <a:pPr marL="527050" lvl="1" indent="-172084" algn="l" rtl="0">
              <a:lnSpc>
                <a:spcPct val="100000"/>
              </a:lnSpc>
              <a:spcBef>
                <a:spcPts val="135"/>
              </a:spcBef>
              <a:spcAft>
                <a:spcPts val="0"/>
              </a:spcAft>
              <a:buClr>
                <a:srgbClr val="001F5F"/>
              </a:buClr>
              <a:buSzPts val="2400"/>
              <a:buFont typeface="Arial"/>
              <a:buChar char="•"/>
            </a:pPr>
            <a:r>
              <a:rPr lang="en-US" sz="2400">
                <a:solidFill>
                  <a:srgbClr val="001F5F"/>
                </a:solidFill>
                <a:latin typeface="Arial"/>
                <a:ea typeface="Arial"/>
                <a:cs typeface="Arial"/>
                <a:sym typeface="Arial"/>
              </a:rPr>
              <a:t>Percentage of predicted „False“ that is predicted wrongly</a:t>
            </a:r>
            <a:endParaRPr sz="2400">
              <a:latin typeface="Arial"/>
              <a:ea typeface="Arial"/>
              <a:cs typeface="Arial"/>
              <a:sym typeface="Arial"/>
            </a:endParaRPr>
          </a:p>
        </p:txBody>
      </p:sp>
      <p:sp>
        <p:nvSpPr>
          <p:cNvPr id="1092" name="Google Shape;1092;p49"/>
          <p:cNvSpPr txBox="1"/>
          <p:nvPr/>
        </p:nvSpPr>
        <p:spPr>
          <a:xfrm>
            <a:off x="7530693" y="8456339"/>
            <a:ext cx="1295528" cy="382156"/>
          </a:xfrm>
          <a:prstGeom prst="rect">
            <a:avLst/>
          </a:prstGeom>
          <a:noFill/>
          <a:ln>
            <a:noFill/>
          </a:ln>
        </p:spPr>
        <p:txBody>
          <a:bodyPr spcFirstLastPara="1" wrap="square" lIns="0" tIns="12700" rIns="0" bIns="0" anchor="t" anchorCtr="0">
            <a:spAutoFit/>
          </a:bodyPr>
          <a:lstStyle/>
          <a:p>
            <a:pPr marL="184150" lvl="0" indent="-171450" algn="l" rtl="0">
              <a:lnSpc>
                <a:spcPct val="100000"/>
              </a:lnSpc>
              <a:spcBef>
                <a:spcPts val="0"/>
              </a:spcBef>
              <a:spcAft>
                <a:spcPts val="0"/>
              </a:spcAft>
              <a:buClr>
                <a:srgbClr val="001F5F"/>
              </a:buClr>
              <a:buSzPts val="2400"/>
              <a:buFont typeface="Arial"/>
              <a:buChar char="•"/>
            </a:pPr>
            <a:r>
              <a:rPr lang="en-US" sz="2400">
                <a:solidFill>
                  <a:srgbClr val="001F5F"/>
                </a:solidFill>
                <a:latin typeface="Arial"/>
                <a:ea typeface="Arial"/>
                <a:cs typeface="Arial"/>
                <a:sym typeface="Arial"/>
              </a:rPr>
              <a:t>𝐹𝑂𝑅 =</a:t>
            </a:r>
            <a:endParaRPr sz="2400">
              <a:latin typeface="Arial"/>
              <a:ea typeface="Arial"/>
              <a:cs typeface="Arial"/>
              <a:sym typeface="Arial"/>
            </a:endParaRPr>
          </a:p>
        </p:txBody>
      </p:sp>
      <p:sp>
        <p:nvSpPr>
          <p:cNvPr id="1093" name="Google Shape;1093;p49"/>
          <p:cNvSpPr/>
          <p:nvPr/>
        </p:nvSpPr>
        <p:spPr>
          <a:xfrm>
            <a:off x="8878014" y="8730644"/>
            <a:ext cx="2015236" cy="45719"/>
          </a:xfrm>
          <a:custGeom>
            <a:avLst/>
            <a:gdLst/>
            <a:ahLst/>
            <a:cxnLst/>
            <a:rect l="l" t="t" r="r" b="b"/>
            <a:pathLst>
              <a:path w="490855" h="12700" extrusionOk="0">
                <a:moveTo>
                  <a:pt x="490727" y="0"/>
                </a:moveTo>
                <a:lnTo>
                  <a:pt x="0" y="0"/>
                </a:lnTo>
                <a:lnTo>
                  <a:pt x="0" y="12190"/>
                </a:lnTo>
                <a:lnTo>
                  <a:pt x="490727" y="12190"/>
                </a:lnTo>
                <a:lnTo>
                  <a:pt x="490727"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094" name="Google Shape;1094;p49"/>
          <p:cNvSpPr txBox="1"/>
          <p:nvPr/>
        </p:nvSpPr>
        <p:spPr>
          <a:xfrm>
            <a:off x="9715130" y="8356977"/>
            <a:ext cx="1041398"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solidFill>
                  <a:srgbClr val="001F5F"/>
                </a:solidFill>
                <a:latin typeface="Arial"/>
                <a:ea typeface="Arial"/>
                <a:cs typeface="Arial"/>
                <a:sym typeface="Arial"/>
              </a:rPr>
              <a:t>𝐹𝑁</a:t>
            </a:r>
            <a:endParaRPr sz="2400">
              <a:latin typeface="Arial"/>
              <a:ea typeface="Arial"/>
              <a:cs typeface="Arial"/>
              <a:sym typeface="Arial"/>
            </a:endParaRPr>
          </a:p>
        </p:txBody>
      </p:sp>
      <p:sp>
        <p:nvSpPr>
          <p:cNvPr id="1095" name="Google Shape;1095;p49"/>
          <p:cNvSpPr txBox="1"/>
          <p:nvPr/>
        </p:nvSpPr>
        <p:spPr>
          <a:xfrm>
            <a:off x="9442882" y="8859313"/>
            <a:ext cx="1263296"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solidFill>
                  <a:srgbClr val="001F5F"/>
                </a:solidFill>
                <a:latin typeface="Arial"/>
                <a:ea typeface="Arial"/>
                <a:cs typeface="Arial"/>
                <a:sym typeface="Arial"/>
              </a:rPr>
              <a:t>𝐹𝑁+𝑇𝑁</a:t>
            </a:r>
            <a:endParaRPr sz="2400">
              <a:latin typeface="Arial"/>
              <a:ea typeface="Arial"/>
              <a:cs typeface="Arial"/>
              <a:sym typeface="Arial"/>
            </a:endParaRPr>
          </a:p>
        </p:txBody>
      </p:sp>
      <p:grpSp>
        <p:nvGrpSpPr>
          <p:cNvPr id="1096" name="Google Shape;1096;p49"/>
          <p:cNvGrpSpPr/>
          <p:nvPr/>
        </p:nvGrpSpPr>
        <p:grpSpPr>
          <a:xfrm>
            <a:off x="7678662" y="2114966"/>
            <a:ext cx="4483535" cy="3524832"/>
            <a:chOff x="6228588" y="1412746"/>
            <a:chExt cx="2228469" cy="1341120"/>
          </a:xfrm>
        </p:grpSpPr>
        <p:pic>
          <p:nvPicPr>
            <p:cNvPr id="1097" name="Google Shape;1097;p49"/>
            <p:cNvPicPr preferRelativeResize="0"/>
            <p:nvPr/>
          </p:nvPicPr>
          <p:blipFill rotWithShape="1">
            <a:blip r:embed="rId3">
              <a:alphaModFix/>
            </a:blip>
            <a:srcRect/>
            <a:stretch/>
          </p:blipFill>
          <p:spPr>
            <a:xfrm>
              <a:off x="6228588" y="1412746"/>
              <a:ext cx="2228088" cy="1030224"/>
            </a:xfrm>
            <a:prstGeom prst="rect">
              <a:avLst/>
            </a:prstGeom>
            <a:noFill/>
            <a:ln>
              <a:noFill/>
            </a:ln>
          </p:spPr>
        </p:pic>
        <p:sp>
          <p:nvSpPr>
            <p:cNvPr id="1098" name="Google Shape;1098;p49"/>
            <p:cNvSpPr/>
            <p:nvPr/>
          </p:nvSpPr>
          <p:spPr>
            <a:xfrm>
              <a:off x="6588252" y="2449066"/>
              <a:ext cx="1868805" cy="304800"/>
            </a:xfrm>
            <a:custGeom>
              <a:avLst/>
              <a:gdLst/>
              <a:ahLst/>
              <a:cxnLst/>
              <a:rect l="l" t="t" r="r" b="b"/>
              <a:pathLst>
                <a:path w="1868804" h="304800" extrusionOk="0">
                  <a:moveTo>
                    <a:pt x="1716025" y="0"/>
                  </a:moveTo>
                  <a:lnTo>
                    <a:pt x="1716025" y="76200"/>
                  </a:lnTo>
                  <a:lnTo>
                    <a:pt x="0" y="76200"/>
                  </a:lnTo>
                  <a:lnTo>
                    <a:pt x="0" y="228600"/>
                  </a:lnTo>
                  <a:lnTo>
                    <a:pt x="1716025" y="228600"/>
                  </a:lnTo>
                  <a:lnTo>
                    <a:pt x="1716025" y="304800"/>
                  </a:lnTo>
                  <a:lnTo>
                    <a:pt x="1868425" y="152400"/>
                  </a:lnTo>
                  <a:lnTo>
                    <a:pt x="1716025" y="0"/>
                  </a:lnTo>
                  <a:close/>
                </a:path>
              </a:pathLst>
            </a:custGeom>
            <a:solidFill>
              <a:srgbClr val="0581B7"/>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099" name="Google Shape;1099;p49"/>
            <p:cNvSpPr/>
            <p:nvPr/>
          </p:nvSpPr>
          <p:spPr>
            <a:xfrm>
              <a:off x="6588252" y="2449066"/>
              <a:ext cx="1868805" cy="304800"/>
            </a:xfrm>
            <a:custGeom>
              <a:avLst/>
              <a:gdLst/>
              <a:ahLst/>
              <a:cxnLst/>
              <a:rect l="l" t="t" r="r" b="b"/>
              <a:pathLst>
                <a:path w="1868804" h="304800" extrusionOk="0">
                  <a:moveTo>
                    <a:pt x="1716025" y="304800"/>
                  </a:moveTo>
                  <a:lnTo>
                    <a:pt x="1716025" y="228600"/>
                  </a:lnTo>
                  <a:lnTo>
                    <a:pt x="0" y="228600"/>
                  </a:lnTo>
                  <a:lnTo>
                    <a:pt x="0" y="76200"/>
                  </a:lnTo>
                  <a:lnTo>
                    <a:pt x="1716025" y="76200"/>
                  </a:lnTo>
                  <a:lnTo>
                    <a:pt x="1716025" y="0"/>
                  </a:lnTo>
                  <a:lnTo>
                    <a:pt x="1868425" y="152400"/>
                  </a:lnTo>
                  <a:lnTo>
                    <a:pt x="1716025" y="304800"/>
                  </a:lnTo>
                  <a:close/>
                </a:path>
              </a:pathLst>
            </a:custGeom>
            <a:noFill/>
            <a:ln w="12175" cap="flat" cmpd="sng">
              <a:solidFill>
                <a:srgbClr val="035D85"/>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1103"/>
        <p:cNvGrpSpPr/>
        <p:nvPr/>
      </p:nvGrpSpPr>
      <p:grpSpPr>
        <a:xfrm>
          <a:off x="0" y="0"/>
          <a:ext cx="0" cy="0"/>
          <a:chOff x="0" y="0"/>
          <a:chExt cx="0" cy="0"/>
        </a:xfrm>
      </p:grpSpPr>
      <p:sp>
        <p:nvSpPr>
          <p:cNvPr id="1104" name="Google Shape;1104;p50" descr="$PPTXTitle"/>
          <p:cNvSpPr txBox="1">
            <a:spLocks noGrp="1"/>
          </p:cNvSpPr>
          <p:nvPr>
            <p:ph type="title"/>
          </p:nvPr>
        </p:nvSpPr>
        <p:spPr>
          <a:xfrm>
            <a:off x="707542" y="494791"/>
            <a:ext cx="11589715" cy="757643"/>
          </a:xfrm>
          <a:prstGeom prst="rect">
            <a:avLst/>
          </a:prstGeom>
          <a:noFill/>
          <a:ln>
            <a:noFill/>
          </a:ln>
        </p:spPr>
        <p:txBody>
          <a:bodyPr spcFirstLastPara="1" wrap="square" lIns="0" tIns="232150" rIns="0" bIns="0" anchor="t" anchorCtr="0">
            <a:spAutoFit/>
          </a:bodyPr>
          <a:lstStyle/>
          <a:p>
            <a:pPr marL="12700" lvl="0" indent="0" algn="l" rtl="0">
              <a:lnSpc>
                <a:spcPct val="100000"/>
              </a:lnSpc>
              <a:spcBef>
                <a:spcPts val="0"/>
              </a:spcBef>
              <a:spcAft>
                <a:spcPts val="0"/>
              </a:spcAft>
              <a:buNone/>
            </a:pPr>
            <a:r>
              <a:rPr lang="en-US" sz="3400" b="1">
                <a:solidFill>
                  <a:srgbClr val="0070C0"/>
                </a:solidFill>
              </a:rPr>
              <a:t>Binary Performance Metrics (3)</a:t>
            </a:r>
            <a:endParaRPr sz="3400" b="1">
              <a:solidFill>
                <a:srgbClr val="0070C0"/>
              </a:solidFill>
            </a:endParaRPr>
          </a:p>
        </p:txBody>
      </p:sp>
      <p:sp>
        <p:nvSpPr>
          <p:cNvPr id="1105" name="Google Shape;1105;p50"/>
          <p:cNvSpPr txBox="1"/>
          <p:nvPr/>
        </p:nvSpPr>
        <p:spPr>
          <a:xfrm>
            <a:off x="706906" y="1764537"/>
            <a:ext cx="5566894" cy="1964640"/>
          </a:xfrm>
          <a:prstGeom prst="rect">
            <a:avLst/>
          </a:prstGeom>
          <a:noFill/>
          <a:ln>
            <a:noFill/>
          </a:ln>
        </p:spPr>
        <p:txBody>
          <a:bodyPr spcFirstLastPara="1" wrap="square" lIns="0" tIns="53325" rIns="0" bIns="0" anchor="t" anchorCtr="0">
            <a:spAutoFit/>
          </a:bodyPr>
          <a:lstStyle/>
          <a:p>
            <a:pPr marL="185420" lvl="0" indent="-172720" algn="l" rtl="0">
              <a:lnSpc>
                <a:spcPct val="100000"/>
              </a:lnSpc>
              <a:spcBef>
                <a:spcPts val="0"/>
              </a:spcBef>
              <a:spcAft>
                <a:spcPts val="0"/>
              </a:spcAft>
              <a:buClr>
                <a:srgbClr val="001F5F"/>
              </a:buClr>
              <a:buSzPts val="2400"/>
              <a:buFont typeface="Arial"/>
              <a:buChar char="•"/>
            </a:pPr>
            <a:r>
              <a:rPr lang="en-US" sz="2400">
                <a:solidFill>
                  <a:srgbClr val="001F5F"/>
                </a:solidFill>
                <a:latin typeface="Arial"/>
                <a:ea typeface="Arial"/>
                <a:cs typeface="Arial"/>
                <a:sym typeface="Arial"/>
              </a:rPr>
              <a:t>Metrics that take „everything“ into account</a:t>
            </a:r>
            <a:endParaRPr sz="2400">
              <a:latin typeface="Arial"/>
              <a:ea typeface="Arial"/>
              <a:cs typeface="Arial"/>
              <a:sym typeface="Arial"/>
            </a:endParaRPr>
          </a:p>
          <a:p>
            <a:pPr marL="527050" lvl="1" indent="-172084" algn="l" rtl="0">
              <a:lnSpc>
                <a:spcPct val="100000"/>
              </a:lnSpc>
              <a:spcBef>
                <a:spcPts val="275"/>
              </a:spcBef>
              <a:spcAft>
                <a:spcPts val="0"/>
              </a:spcAft>
              <a:buClr>
                <a:srgbClr val="001F5F"/>
              </a:buClr>
              <a:buSzPts val="2400"/>
              <a:buFont typeface="Arial"/>
              <a:buChar char="•"/>
            </a:pPr>
            <a:r>
              <a:rPr lang="en-US" sz="2400">
                <a:solidFill>
                  <a:srgbClr val="001F5F"/>
                </a:solidFill>
                <a:latin typeface="Arial"/>
                <a:ea typeface="Arial"/>
                <a:cs typeface="Arial"/>
                <a:sym typeface="Arial"/>
              </a:rPr>
              <a:t>Accuracy</a:t>
            </a:r>
            <a:endParaRPr sz="2400">
              <a:latin typeface="Arial"/>
              <a:ea typeface="Arial"/>
              <a:cs typeface="Arial"/>
              <a:sym typeface="Arial"/>
            </a:endParaRPr>
          </a:p>
          <a:p>
            <a:pPr marL="869950" lvl="2" indent="-172085" algn="l" rtl="0">
              <a:lnSpc>
                <a:spcPct val="100000"/>
              </a:lnSpc>
              <a:spcBef>
                <a:spcPts val="160"/>
              </a:spcBef>
              <a:spcAft>
                <a:spcPts val="0"/>
              </a:spcAft>
              <a:buClr>
                <a:srgbClr val="001F5F"/>
              </a:buClr>
              <a:buSzPts val="2400"/>
              <a:buFont typeface="Arial"/>
              <a:buChar char="•"/>
            </a:pPr>
            <a:r>
              <a:rPr lang="en-US" sz="2400">
                <a:solidFill>
                  <a:srgbClr val="001F5F"/>
                </a:solidFill>
                <a:latin typeface="Arial"/>
                <a:ea typeface="Arial"/>
                <a:cs typeface="Arial"/>
                <a:sym typeface="Arial"/>
              </a:rPr>
              <a:t>Percentage of data that is predicted correctly</a:t>
            </a:r>
            <a:endParaRPr sz="2400">
              <a:latin typeface="Arial"/>
              <a:ea typeface="Arial"/>
              <a:cs typeface="Arial"/>
              <a:sym typeface="Arial"/>
            </a:endParaRPr>
          </a:p>
        </p:txBody>
      </p:sp>
      <p:sp>
        <p:nvSpPr>
          <p:cNvPr id="1106" name="Google Shape;1106;p50"/>
          <p:cNvSpPr/>
          <p:nvPr/>
        </p:nvSpPr>
        <p:spPr>
          <a:xfrm rot="10800000" flipH="1">
            <a:off x="2647613" y="4518380"/>
            <a:ext cx="2350539" cy="48056"/>
          </a:xfrm>
          <a:custGeom>
            <a:avLst/>
            <a:gdLst/>
            <a:ahLst/>
            <a:cxnLst/>
            <a:rect l="l" t="t" r="r" b="b"/>
            <a:pathLst>
              <a:path w="1054735" h="12700" extrusionOk="0">
                <a:moveTo>
                  <a:pt x="1054608" y="0"/>
                </a:moveTo>
                <a:lnTo>
                  <a:pt x="0" y="0"/>
                </a:lnTo>
                <a:lnTo>
                  <a:pt x="0" y="12190"/>
                </a:lnTo>
                <a:lnTo>
                  <a:pt x="1054608" y="12190"/>
                </a:lnTo>
                <a:lnTo>
                  <a:pt x="1054608"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107" name="Google Shape;1107;p50"/>
          <p:cNvSpPr txBox="1"/>
          <p:nvPr/>
        </p:nvSpPr>
        <p:spPr>
          <a:xfrm>
            <a:off x="2792331" y="4026497"/>
            <a:ext cx="2205821" cy="382156"/>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400">
                <a:solidFill>
                  <a:srgbClr val="001F5F"/>
                </a:solidFill>
                <a:latin typeface="Arial"/>
                <a:ea typeface="Arial"/>
                <a:cs typeface="Arial"/>
                <a:sym typeface="Arial"/>
              </a:rPr>
              <a:t>𝑇𝑃+𝑇𝑁</a:t>
            </a:r>
            <a:endParaRPr sz="2400">
              <a:latin typeface="Arial"/>
              <a:ea typeface="Arial"/>
              <a:cs typeface="Arial"/>
              <a:sym typeface="Arial"/>
            </a:endParaRPr>
          </a:p>
        </p:txBody>
      </p:sp>
      <p:sp>
        <p:nvSpPr>
          <p:cNvPr id="1108" name="Google Shape;1108;p50"/>
          <p:cNvSpPr txBox="1"/>
          <p:nvPr/>
        </p:nvSpPr>
        <p:spPr>
          <a:xfrm>
            <a:off x="2647613" y="4653432"/>
            <a:ext cx="2952581"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solidFill>
                  <a:srgbClr val="001F5F"/>
                </a:solidFill>
                <a:latin typeface="Arial"/>
                <a:ea typeface="Arial"/>
                <a:cs typeface="Arial"/>
                <a:sym typeface="Arial"/>
              </a:rPr>
              <a:t>𝑇𝑃+𝑇𝑁+𝐹𝑃+𝐹𝑁</a:t>
            </a:r>
            <a:endParaRPr sz="2400">
              <a:latin typeface="Arial"/>
              <a:ea typeface="Arial"/>
              <a:cs typeface="Arial"/>
              <a:sym typeface="Arial"/>
            </a:endParaRPr>
          </a:p>
        </p:txBody>
      </p:sp>
      <p:sp>
        <p:nvSpPr>
          <p:cNvPr id="1109" name="Google Shape;1109;p50"/>
          <p:cNvSpPr txBox="1"/>
          <p:nvPr/>
        </p:nvSpPr>
        <p:spPr>
          <a:xfrm>
            <a:off x="761961" y="4413655"/>
            <a:ext cx="1648314" cy="751488"/>
          </a:xfrm>
          <a:prstGeom prst="rect">
            <a:avLst/>
          </a:prstGeom>
          <a:noFill/>
          <a:ln>
            <a:noFill/>
          </a:ln>
        </p:spPr>
        <p:txBody>
          <a:bodyPr spcFirstLastPara="1" wrap="square" lIns="0" tIns="12700" rIns="0" bIns="0" anchor="t" anchorCtr="0">
            <a:spAutoFit/>
          </a:bodyPr>
          <a:lstStyle/>
          <a:p>
            <a:pPr marL="184785" lvl="0" indent="-172085" algn="l" rtl="0">
              <a:lnSpc>
                <a:spcPct val="100000"/>
              </a:lnSpc>
              <a:spcBef>
                <a:spcPts val="0"/>
              </a:spcBef>
              <a:spcAft>
                <a:spcPts val="0"/>
              </a:spcAft>
              <a:buClr>
                <a:srgbClr val="001F5F"/>
              </a:buClr>
              <a:buSzPts val="2400"/>
              <a:buFont typeface="Arial"/>
              <a:buChar char="•"/>
            </a:pPr>
            <a:r>
              <a:rPr lang="en-US" sz="2400">
                <a:solidFill>
                  <a:srgbClr val="001F5F"/>
                </a:solidFill>
                <a:latin typeface="Arial"/>
                <a:ea typeface="Arial"/>
                <a:cs typeface="Arial"/>
                <a:sym typeface="Arial"/>
              </a:rPr>
              <a:t>𝑎𝑐𝑐𝑢𝑟𝑎𝑐𝑦</a:t>
            </a:r>
            <a:endParaRPr sz="2400">
              <a:latin typeface="Arial"/>
              <a:ea typeface="Arial"/>
              <a:cs typeface="Arial"/>
              <a:sym typeface="Arial"/>
            </a:endParaRPr>
          </a:p>
          <a:p>
            <a:pPr marL="186055" lvl="0" indent="0" algn="l" rtl="0">
              <a:lnSpc>
                <a:spcPct val="100000"/>
              </a:lnSpc>
              <a:spcBef>
                <a:spcPts val="0"/>
              </a:spcBef>
              <a:spcAft>
                <a:spcPts val="0"/>
              </a:spcAft>
              <a:buNone/>
            </a:pPr>
            <a:r>
              <a:rPr lang="en-US" sz="2400">
                <a:solidFill>
                  <a:srgbClr val="001F5F"/>
                </a:solidFill>
                <a:latin typeface="Arial"/>
                <a:ea typeface="Arial"/>
                <a:cs typeface="Arial"/>
                <a:sym typeface="Arial"/>
              </a:rPr>
              <a:t>=</a:t>
            </a:r>
            <a:endParaRPr sz="2400">
              <a:latin typeface="Arial"/>
              <a:ea typeface="Arial"/>
              <a:cs typeface="Arial"/>
              <a:sym typeface="Arial"/>
            </a:endParaRPr>
          </a:p>
        </p:txBody>
      </p:sp>
      <p:sp>
        <p:nvSpPr>
          <p:cNvPr id="1110" name="Google Shape;1110;p50"/>
          <p:cNvSpPr txBox="1"/>
          <p:nvPr/>
        </p:nvSpPr>
        <p:spPr>
          <a:xfrm>
            <a:off x="1320800" y="7834828"/>
            <a:ext cx="1491600" cy="382156"/>
          </a:xfrm>
          <a:prstGeom prst="rect">
            <a:avLst/>
          </a:prstGeom>
          <a:noFill/>
          <a:ln>
            <a:noFill/>
          </a:ln>
        </p:spPr>
        <p:txBody>
          <a:bodyPr spcFirstLastPara="1" wrap="square" lIns="0" tIns="12700" rIns="0" bIns="0" anchor="t" anchorCtr="0">
            <a:spAutoFit/>
          </a:bodyPr>
          <a:lstStyle/>
          <a:p>
            <a:pPr marL="184150" lvl="0" indent="-171450" algn="l" rtl="0">
              <a:lnSpc>
                <a:spcPct val="100000"/>
              </a:lnSpc>
              <a:spcBef>
                <a:spcPts val="0"/>
              </a:spcBef>
              <a:spcAft>
                <a:spcPts val="0"/>
              </a:spcAft>
              <a:buClr>
                <a:srgbClr val="001F5F"/>
              </a:buClr>
              <a:buSzPts val="2400"/>
              <a:buFont typeface="Arial"/>
              <a:buChar char="•"/>
            </a:pPr>
            <a:r>
              <a:rPr lang="en-US" sz="2400">
                <a:solidFill>
                  <a:srgbClr val="001F5F"/>
                </a:solidFill>
                <a:latin typeface="Arial"/>
                <a:ea typeface="Arial"/>
                <a:cs typeface="Arial"/>
                <a:sym typeface="Arial"/>
              </a:rPr>
              <a:t>𝐹1 –=2 X</a:t>
            </a:r>
            <a:endParaRPr sz="2400">
              <a:latin typeface="Arial"/>
              <a:ea typeface="Arial"/>
              <a:cs typeface="Arial"/>
              <a:sym typeface="Arial"/>
            </a:endParaRPr>
          </a:p>
        </p:txBody>
      </p:sp>
      <p:sp>
        <p:nvSpPr>
          <p:cNvPr id="1111" name="Google Shape;1111;p50"/>
          <p:cNvSpPr/>
          <p:nvPr/>
        </p:nvSpPr>
        <p:spPr>
          <a:xfrm rot="10800000" flipH="1">
            <a:off x="2774955" y="7781270"/>
            <a:ext cx="2834687" cy="45719"/>
          </a:xfrm>
          <a:custGeom>
            <a:avLst/>
            <a:gdLst/>
            <a:ahLst/>
            <a:cxnLst/>
            <a:rect l="l" t="t" r="r" b="b"/>
            <a:pathLst>
              <a:path w="1216660" h="12700" extrusionOk="0">
                <a:moveTo>
                  <a:pt x="1216152" y="0"/>
                </a:moveTo>
                <a:lnTo>
                  <a:pt x="0" y="0"/>
                </a:lnTo>
                <a:lnTo>
                  <a:pt x="0" y="12190"/>
                </a:lnTo>
                <a:lnTo>
                  <a:pt x="1216152" y="12190"/>
                </a:lnTo>
                <a:lnTo>
                  <a:pt x="1216152"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112" name="Google Shape;1112;p50"/>
          <p:cNvSpPr txBox="1"/>
          <p:nvPr/>
        </p:nvSpPr>
        <p:spPr>
          <a:xfrm>
            <a:off x="2841818" y="7891718"/>
            <a:ext cx="3812982" cy="382156"/>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2400">
                <a:solidFill>
                  <a:srgbClr val="001F5F"/>
                </a:solidFill>
                <a:latin typeface="Arial"/>
                <a:ea typeface="Arial"/>
                <a:cs typeface="Arial"/>
                <a:sym typeface="Arial"/>
              </a:rPr>
              <a:t>Pr𝑒𝑐𝑖𝑠𝑖𝑜𝑛+𝑟𝑒𝑐𝑎l𝑙</a:t>
            </a:r>
            <a:endParaRPr sz="2400">
              <a:latin typeface="Arial"/>
              <a:ea typeface="Arial"/>
              <a:cs typeface="Arial"/>
              <a:sym typeface="Arial"/>
            </a:endParaRPr>
          </a:p>
        </p:txBody>
      </p:sp>
      <p:sp>
        <p:nvSpPr>
          <p:cNvPr id="1113" name="Google Shape;1113;p50"/>
          <p:cNvSpPr txBox="1"/>
          <p:nvPr/>
        </p:nvSpPr>
        <p:spPr>
          <a:xfrm>
            <a:off x="2812400" y="7339020"/>
            <a:ext cx="3812981" cy="382156"/>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2400" baseline="-25000">
                <a:solidFill>
                  <a:srgbClr val="001F5F"/>
                </a:solidFill>
                <a:latin typeface="Arial"/>
                <a:ea typeface="Arial"/>
                <a:cs typeface="Arial"/>
                <a:sym typeface="Arial"/>
              </a:rPr>
              <a:t> </a:t>
            </a:r>
            <a:r>
              <a:rPr lang="en-US" sz="2400">
                <a:solidFill>
                  <a:srgbClr val="001F5F"/>
                </a:solidFill>
                <a:latin typeface="Arial"/>
                <a:ea typeface="Arial"/>
                <a:cs typeface="Arial"/>
                <a:sym typeface="Arial"/>
              </a:rPr>
              <a:t>𝑝𝑟𝑒𝑐𝑖𝑠𝑖𝑜𝑛 × Recall</a:t>
            </a:r>
            <a:endParaRPr sz="2400">
              <a:latin typeface="Arial"/>
              <a:ea typeface="Arial"/>
              <a:cs typeface="Arial"/>
              <a:sym typeface="Arial"/>
            </a:endParaRPr>
          </a:p>
        </p:txBody>
      </p:sp>
      <p:sp>
        <p:nvSpPr>
          <p:cNvPr id="1114" name="Google Shape;1114;p50"/>
          <p:cNvSpPr txBox="1"/>
          <p:nvPr/>
        </p:nvSpPr>
        <p:spPr>
          <a:xfrm>
            <a:off x="6888210" y="6172979"/>
            <a:ext cx="5607447" cy="1153520"/>
          </a:xfrm>
          <a:prstGeom prst="rect">
            <a:avLst/>
          </a:prstGeom>
          <a:noFill/>
          <a:ln>
            <a:noFill/>
          </a:ln>
        </p:spPr>
        <p:txBody>
          <a:bodyPr spcFirstLastPara="1" wrap="square" lIns="0" tIns="32375" rIns="0" bIns="0" anchor="t" anchorCtr="0">
            <a:spAutoFit/>
          </a:bodyPr>
          <a:lstStyle/>
          <a:p>
            <a:pPr marL="210184" lvl="0" indent="-172084" algn="l" rtl="0">
              <a:lnSpc>
                <a:spcPct val="100000"/>
              </a:lnSpc>
              <a:spcBef>
                <a:spcPts val="0"/>
              </a:spcBef>
              <a:spcAft>
                <a:spcPts val="0"/>
              </a:spcAft>
              <a:buClr>
                <a:srgbClr val="001F5F"/>
              </a:buClr>
              <a:buSzPts val="2400"/>
              <a:buFont typeface="Arial"/>
              <a:buChar char="•"/>
            </a:pPr>
            <a:r>
              <a:rPr lang="en-US" sz="2400">
                <a:solidFill>
                  <a:srgbClr val="001F5F"/>
                </a:solidFill>
                <a:latin typeface="Arial"/>
                <a:ea typeface="Arial"/>
                <a:cs typeface="Arial"/>
                <a:sym typeface="Arial"/>
              </a:rPr>
              <a:t>Matthews</a:t>
            </a:r>
            <a:r>
              <a:rPr lang="en-US" sz="2400" baseline="30000">
                <a:solidFill>
                  <a:srgbClr val="001F5F"/>
                </a:solidFill>
                <a:latin typeface="Arial"/>
                <a:ea typeface="Arial"/>
                <a:cs typeface="Arial"/>
                <a:sym typeface="Arial"/>
              </a:rPr>
              <a:t>𝑙 </a:t>
            </a:r>
            <a:r>
              <a:rPr lang="en-US" sz="2400">
                <a:solidFill>
                  <a:srgbClr val="001F5F"/>
                </a:solidFill>
                <a:latin typeface="Arial"/>
                <a:ea typeface="Arial"/>
                <a:cs typeface="Arial"/>
                <a:sym typeface="Arial"/>
              </a:rPr>
              <a:t>correlation coefficient (MCC)</a:t>
            </a:r>
            <a:endParaRPr sz="2400">
              <a:latin typeface="Arial"/>
              <a:ea typeface="Arial"/>
              <a:cs typeface="Arial"/>
              <a:sym typeface="Arial"/>
            </a:endParaRPr>
          </a:p>
          <a:p>
            <a:pPr marL="552450" lvl="1" indent="-172084" algn="l" rtl="0">
              <a:lnSpc>
                <a:spcPct val="100000"/>
              </a:lnSpc>
              <a:spcBef>
                <a:spcPts val="135"/>
              </a:spcBef>
              <a:spcAft>
                <a:spcPts val="0"/>
              </a:spcAft>
              <a:buClr>
                <a:srgbClr val="001F5F"/>
              </a:buClr>
              <a:buSzPts val="2400"/>
              <a:buFont typeface="Arial"/>
              <a:buChar char="•"/>
            </a:pPr>
            <a:r>
              <a:rPr lang="en-US" sz="2400">
                <a:solidFill>
                  <a:srgbClr val="001F5F"/>
                </a:solidFill>
                <a:latin typeface="Arial"/>
                <a:ea typeface="Arial"/>
                <a:cs typeface="Arial"/>
                <a:sym typeface="Arial"/>
              </a:rPr>
              <a:t>Chi-squared correlation between prediction and actual values</a:t>
            </a:r>
            <a:endParaRPr sz="2400">
              <a:latin typeface="Arial"/>
              <a:ea typeface="Arial"/>
              <a:cs typeface="Arial"/>
              <a:sym typeface="Arial"/>
            </a:endParaRPr>
          </a:p>
        </p:txBody>
      </p:sp>
      <p:sp>
        <p:nvSpPr>
          <p:cNvPr id="1115" name="Google Shape;1115;p50"/>
          <p:cNvSpPr txBox="1"/>
          <p:nvPr/>
        </p:nvSpPr>
        <p:spPr>
          <a:xfrm>
            <a:off x="6273800" y="7580828"/>
            <a:ext cx="2451481" cy="382156"/>
          </a:xfrm>
          <a:prstGeom prst="rect">
            <a:avLst/>
          </a:prstGeom>
          <a:noFill/>
          <a:ln>
            <a:noFill/>
          </a:ln>
        </p:spPr>
        <p:txBody>
          <a:bodyPr spcFirstLastPara="1" wrap="square" lIns="0" tIns="12700" rIns="0" bIns="0" anchor="t" anchorCtr="0">
            <a:spAutoFit/>
          </a:bodyPr>
          <a:lstStyle/>
          <a:p>
            <a:pPr marL="184150" lvl="0" indent="-171450" algn="l" rtl="0">
              <a:lnSpc>
                <a:spcPct val="100000"/>
              </a:lnSpc>
              <a:spcBef>
                <a:spcPts val="0"/>
              </a:spcBef>
              <a:spcAft>
                <a:spcPts val="0"/>
              </a:spcAft>
              <a:buClr>
                <a:srgbClr val="001F5F"/>
              </a:buClr>
              <a:buSzPts val="2400"/>
              <a:buFont typeface="Arial"/>
              <a:buChar char="•"/>
            </a:pPr>
            <a:r>
              <a:rPr lang="en-US" sz="2400">
                <a:solidFill>
                  <a:srgbClr val="001F5F"/>
                </a:solidFill>
                <a:latin typeface="Arial"/>
                <a:ea typeface="Arial"/>
                <a:cs typeface="Arial"/>
                <a:sym typeface="Arial"/>
              </a:rPr>
              <a:t>𝑀𝐶𝐶 =</a:t>
            </a:r>
            <a:endParaRPr sz="2400">
              <a:latin typeface="Arial"/>
              <a:ea typeface="Arial"/>
              <a:cs typeface="Arial"/>
              <a:sym typeface="Arial"/>
            </a:endParaRPr>
          </a:p>
        </p:txBody>
      </p:sp>
      <p:sp>
        <p:nvSpPr>
          <p:cNvPr id="1116" name="Google Shape;1116;p50"/>
          <p:cNvSpPr/>
          <p:nvPr/>
        </p:nvSpPr>
        <p:spPr>
          <a:xfrm rot="10800000" flipH="1">
            <a:off x="7493000" y="7866504"/>
            <a:ext cx="5045263" cy="45719"/>
          </a:xfrm>
          <a:custGeom>
            <a:avLst/>
            <a:gdLst/>
            <a:ahLst/>
            <a:cxnLst/>
            <a:rect l="l" t="t" r="r" b="b"/>
            <a:pathLst>
              <a:path w="2455545" h="12700" extrusionOk="0">
                <a:moveTo>
                  <a:pt x="2455164" y="0"/>
                </a:moveTo>
                <a:lnTo>
                  <a:pt x="0" y="0"/>
                </a:lnTo>
                <a:lnTo>
                  <a:pt x="0" y="12190"/>
                </a:lnTo>
                <a:lnTo>
                  <a:pt x="2455164" y="12190"/>
                </a:lnTo>
                <a:lnTo>
                  <a:pt x="2455164"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2400">
              <a:latin typeface="Arial"/>
              <a:ea typeface="Arial"/>
              <a:cs typeface="Arial"/>
              <a:sym typeface="Arial"/>
            </a:endParaRPr>
          </a:p>
        </p:txBody>
      </p:sp>
      <p:sp>
        <p:nvSpPr>
          <p:cNvPr id="1117" name="Google Shape;1117;p50"/>
          <p:cNvSpPr txBox="1"/>
          <p:nvPr/>
        </p:nvSpPr>
        <p:spPr>
          <a:xfrm>
            <a:off x="8070358" y="7421974"/>
            <a:ext cx="3515358"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solidFill>
                  <a:srgbClr val="001F5F"/>
                </a:solidFill>
                <a:latin typeface="Arial"/>
                <a:ea typeface="Arial"/>
                <a:cs typeface="Arial"/>
                <a:sym typeface="Arial"/>
              </a:rPr>
              <a:t>𝑇𝑃×𝑇𝑁−𝐹𝑃×𝐹𝑁</a:t>
            </a:r>
            <a:endParaRPr sz="2400">
              <a:latin typeface="Arial"/>
              <a:ea typeface="Arial"/>
              <a:cs typeface="Arial"/>
              <a:sym typeface="Arial"/>
            </a:endParaRPr>
          </a:p>
        </p:txBody>
      </p:sp>
      <p:sp>
        <p:nvSpPr>
          <p:cNvPr id="1118" name="Google Shape;1118;p50"/>
          <p:cNvSpPr txBox="1"/>
          <p:nvPr/>
        </p:nvSpPr>
        <p:spPr>
          <a:xfrm>
            <a:off x="7264400" y="8117597"/>
            <a:ext cx="5231257"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solidFill>
                  <a:srgbClr val="001F5F"/>
                </a:solidFill>
                <a:latin typeface="Arial"/>
                <a:ea typeface="Arial"/>
                <a:cs typeface="Arial"/>
                <a:sym typeface="Arial"/>
              </a:rPr>
              <a:t>√(𝑇𝑃+𝐹𝑃)(𝑇𝑃+𝐹𝑁)(𝑇𝑁+𝐹𝑃)(𝑇𝑁+𝐹𝑁)</a:t>
            </a:r>
            <a:endParaRPr sz="2400">
              <a:latin typeface="Arial"/>
              <a:ea typeface="Arial"/>
              <a:cs typeface="Arial"/>
              <a:sym typeface="Arial"/>
            </a:endParaRPr>
          </a:p>
        </p:txBody>
      </p:sp>
      <p:grpSp>
        <p:nvGrpSpPr>
          <p:cNvPr id="1119" name="Google Shape;1119;p50"/>
          <p:cNvGrpSpPr/>
          <p:nvPr/>
        </p:nvGrpSpPr>
        <p:grpSpPr>
          <a:xfrm>
            <a:off x="12190857" y="3274166"/>
            <a:ext cx="304800" cy="885825"/>
            <a:chOff x="8516112" y="1557528"/>
            <a:chExt cx="304800" cy="885825"/>
          </a:xfrm>
        </p:grpSpPr>
        <p:sp>
          <p:nvSpPr>
            <p:cNvPr id="1120" name="Google Shape;1120;p50"/>
            <p:cNvSpPr/>
            <p:nvPr/>
          </p:nvSpPr>
          <p:spPr>
            <a:xfrm>
              <a:off x="8516112" y="1557528"/>
              <a:ext cx="304800" cy="885825"/>
            </a:xfrm>
            <a:custGeom>
              <a:avLst/>
              <a:gdLst/>
              <a:ahLst/>
              <a:cxnLst/>
              <a:rect l="l" t="t" r="r" b="b"/>
              <a:pathLst>
                <a:path w="304800" h="885825" extrusionOk="0">
                  <a:moveTo>
                    <a:pt x="228600" y="0"/>
                  </a:moveTo>
                  <a:lnTo>
                    <a:pt x="76200" y="0"/>
                  </a:lnTo>
                  <a:lnTo>
                    <a:pt x="76200" y="733044"/>
                  </a:lnTo>
                  <a:lnTo>
                    <a:pt x="0" y="733044"/>
                  </a:lnTo>
                  <a:lnTo>
                    <a:pt x="152400" y="885444"/>
                  </a:lnTo>
                  <a:lnTo>
                    <a:pt x="304800" y="733044"/>
                  </a:lnTo>
                  <a:lnTo>
                    <a:pt x="228600" y="733044"/>
                  </a:lnTo>
                  <a:lnTo>
                    <a:pt x="228600" y="0"/>
                  </a:lnTo>
                  <a:close/>
                </a:path>
              </a:pathLst>
            </a:custGeom>
            <a:solidFill>
              <a:srgbClr val="0581B7"/>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121" name="Google Shape;1121;p50"/>
            <p:cNvSpPr/>
            <p:nvPr/>
          </p:nvSpPr>
          <p:spPr>
            <a:xfrm>
              <a:off x="8516112" y="1557528"/>
              <a:ext cx="304800" cy="885825"/>
            </a:xfrm>
            <a:custGeom>
              <a:avLst/>
              <a:gdLst/>
              <a:ahLst/>
              <a:cxnLst/>
              <a:rect l="l" t="t" r="r" b="b"/>
              <a:pathLst>
                <a:path w="304800" h="885825" extrusionOk="0">
                  <a:moveTo>
                    <a:pt x="0" y="733044"/>
                  </a:moveTo>
                  <a:lnTo>
                    <a:pt x="76200" y="733044"/>
                  </a:lnTo>
                  <a:lnTo>
                    <a:pt x="76200" y="0"/>
                  </a:lnTo>
                  <a:lnTo>
                    <a:pt x="228600" y="0"/>
                  </a:lnTo>
                  <a:lnTo>
                    <a:pt x="228600" y="733044"/>
                  </a:lnTo>
                  <a:lnTo>
                    <a:pt x="304800" y="733044"/>
                  </a:lnTo>
                  <a:lnTo>
                    <a:pt x="152400" y="885444"/>
                  </a:lnTo>
                  <a:lnTo>
                    <a:pt x="0" y="733044"/>
                  </a:lnTo>
                  <a:close/>
                </a:path>
              </a:pathLst>
            </a:custGeom>
            <a:noFill/>
            <a:ln w="12175" cap="flat" cmpd="sng">
              <a:solidFill>
                <a:srgbClr val="035D85"/>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1122" name="Google Shape;1122;p50"/>
          <p:cNvGrpSpPr/>
          <p:nvPr/>
        </p:nvGrpSpPr>
        <p:grpSpPr>
          <a:xfrm>
            <a:off x="6875780" y="1764537"/>
            <a:ext cx="4975938" cy="3413599"/>
            <a:chOff x="6228588" y="1412746"/>
            <a:chExt cx="2228469" cy="1341120"/>
          </a:xfrm>
        </p:grpSpPr>
        <p:pic>
          <p:nvPicPr>
            <p:cNvPr id="1123" name="Google Shape;1123;p50"/>
            <p:cNvPicPr preferRelativeResize="0"/>
            <p:nvPr/>
          </p:nvPicPr>
          <p:blipFill rotWithShape="1">
            <a:blip r:embed="rId3">
              <a:alphaModFix/>
            </a:blip>
            <a:srcRect/>
            <a:stretch/>
          </p:blipFill>
          <p:spPr>
            <a:xfrm>
              <a:off x="6228588" y="1412746"/>
              <a:ext cx="2228088" cy="1030224"/>
            </a:xfrm>
            <a:prstGeom prst="rect">
              <a:avLst/>
            </a:prstGeom>
            <a:noFill/>
            <a:ln>
              <a:noFill/>
            </a:ln>
          </p:spPr>
        </p:pic>
        <p:sp>
          <p:nvSpPr>
            <p:cNvPr id="1124" name="Google Shape;1124;p50"/>
            <p:cNvSpPr/>
            <p:nvPr/>
          </p:nvSpPr>
          <p:spPr>
            <a:xfrm>
              <a:off x="6588252" y="2449066"/>
              <a:ext cx="1868805" cy="304800"/>
            </a:xfrm>
            <a:custGeom>
              <a:avLst/>
              <a:gdLst/>
              <a:ahLst/>
              <a:cxnLst/>
              <a:rect l="l" t="t" r="r" b="b"/>
              <a:pathLst>
                <a:path w="1868804" h="304800" extrusionOk="0">
                  <a:moveTo>
                    <a:pt x="1716025" y="0"/>
                  </a:moveTo>
                  <a:lnTo>
                    <a:pt x="1716025" y="76200"/>
                  </a:lnTo>
                  <a:lnTo>
                    <a:pt x="0" y="76200"/>
                  </a:lnTo>
                  <a:lnTo>
                    <a:pt x="0" y="228600"/>
                  </a:lnTo>
                  <a:lnTo>
                    <a:pt x="1716025" y="228600"/>
                  </a:lnTo>
                  <a:lnTo>
                    <a:pt x="1716025" y="304800"/>
                  </a:lnTo>
                  <a:lnTo>
                    <a:pt x="1868425" y="152400"/>
                  </a:lnTo>
                  <a:lnTo>
                    <a:pt x="1716025" y="0"/>
                  </a:lnTo>
                  <a:close/>
                </a:path>
              </a:pathLst>
            </a:custGeom>
            <a:solidFill>
              <a:srgbClr val="0581B7"/>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125" name="Google Shape;1125;p50"/>
            <p:cNvSpPr/>
            <p:nvPr/>
          </p:nvSpPr>
          <p:spPr>
            <a:xfrm>
              <a:off x="6588252" y="2449066"/>
              <a:ext cx="1868805" cy="304800"/>
            </a:xfrm>
            <a:custGeom>
              <a:avLst/>
              <a:gdLst/>
              <a:ahLst/>
              <a:cxnLst/>
              <a:rect l="l" t="t" r="r" b="b"/>
              <a:pathLst>
                <a:path w="1868804" h="304800" extrusionOk="0">
                  <a:moveTo>
                    <a:pt x="1716025" y="304800"/>
                  </a:moveTo>
                  <a:lnTo>
                    <a:pt x="1716025" y="228600"/>
                  </a:lnTo>
                  <a:lnTo>
                    <a:pt x="0" y="228600"/>
                  </a:lnTo>
                  <a:lnTo>
                    <a:pt x="0" y="76200"/>
                  </a:lnTo>
                  <a:lnTo>
                    <a:pt x="1716025" y="76200"/>
                  </a:lnTo>
                  <a:lnTo>
                    <a:pt x="1716025" y="0"/>
                  </a:lnTo>
                  <a:lnTo>
                    <a:pt x="1868425" y="152400"/>
                  </a:lnTo>
                  <a:lnTo>
                    <a:pt x="1716025" y="304800"/>
                  </a:lnTo>
                  <a:close/>
                </a:path>
              </a:pathLst>
            </a:custGeom>
            <a:noFill/>
            <a:ln w="12175" cap="flat" cmpd="sng">
              <a:solidFill>
                <a:srgbClr val="035D85"/>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126" name="Google Shape;1126;p50"/>
          <p:cNvSpPr txBox="1"/>
          <p:nvPr/>
        </p:nvSpPr>
        <p:spPr>
          <a:xfrm>
            <a:off x="870001" y="6195901"/>
            <a:ext cx="5246590" cy="830997"/>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2400">
                <a:latin typeface="Arial"/>
                <a:ea typeface="Arial"/>
                <a:cs typeface="Arial"/>
                <a:sym typeface="Arial"/>
              </a:rPr>
              <a:t>F1 score is harmonic mean of precision and recall</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Shape 1130"/>
        <p:cNvGrpSpPr/>
        <p:nvPr/>
      </p:nvGrpSpPr>
      <p:grpSpPr>
        <a:xfrm>
          <a:off x="0" y="0"/>
          <a:ext cx="0" cy="0"/>
          <a:chOff x="0" y="0"/>
          <a:chExt cx="0" cy="0"/>
        </a:xfrm>
      </p:grpSpPr>
      <p:sp>
        <p:nvSpPr>
          <p:cNvPr id="1131" name="Google Shape;1131;p51" descr="$PPTXTitle"/>
          <p:cNvSpPr txBox="1">
            <a:spLocks noGrp="1"/>
          </p:cNvSpPr>
          <p:nvPr>
            <p:ph type="title"/>
          </p:nvPr>
        </p:nvSpPr>
        <p:spPr>
          <a:xfrm>
            <a:off x="707542" y="494791"/>
            <a:ext cx="11589715" cy="742254"/>
          </a:xfrm>
          <a:prstGeom prst="rect">
            <a:avLst/>
          </a:prstGeom>
          <a:noFill/>
          <a:ln>
            <a:noFill/>
          </a:ln>
        </p:spPr>
        <p:txBody>
          <a:bodyPr spcFirstLastPara="1" wrap="square" lIns="0" tIns="232150" rIns="0" bIns="0" anchor="t" anchorCtr="0">
            <a:spAutoFit/>
          </a:bodyPr>
          <a:lstStyle/>
          <a:p>
            <a:pPr marL="12700" lvl="0" indent="0" algn="l" rtl="0">
              <a:lnSpc>
                <a:spcPct val="100000"/>
              </a:lnSpc>
              <a:spcBef>
                <a:spcPts val="0"/>
              </a:spcBef>
              <a:spcAft>
                <a:spcPts val="0"/>
              </a:spcAft>
              <a:buNone/>
            </a:pPr>
            <a:r>
              <a:rPr lang="en-US" sz="3300" b="1">
                <a:solidFill>
                  <a:srgbClr val="0070C0"/>
                </a:solidFill>
              </a:rPr>
              <a:t>Receiver Operator Characteristics (ROC)</a:t>
            </a:r>
            <a:endParaRPr sz="3300" b="1">
              <a:solidFill>
                <a:srgbClr val="0070C0"/>
              </a:solidFill>
            </a:endParaRPr>
          </a:p>
        </p:txBody>
      </p:sp>
      <p:sp>
        <p:nvSpPr>
          <p:cNvPr id="1132" name="Google Shape;1132;p51"/>
          <p:cNvSpPr txBox="1"/>
          <p:nvPr/>
        </p:nvSpPr>
        <p:spPr>
          <a:xfrm>
            <a:off x="706906" y="1805431"/>
            <a:ext cx="9621750" cy="751488"/>
          </a:xfrm>
          <a:prstGeom prst="rect">
            <a:avLst/>
          </a:prstGeom>
          <a:noFill/>
          <a:ln>
            <a:noFill/>
          </a:ln>
        </p:spPr>
        <p:txBody>
          <a:bodyPr spcFirstLastPara="1" wrap="square" lIns="0" tIns="12700" rIns="0" bIns="0" anchor="t" anchorCtr="0">
            <a:spAutoFit/>
          </a:bodyPr>
          <a:lstStyle/>
          <a:p>
            <a:pPr marL="185420" lvl="0" indent="-172720" algn="l" rtl="0">
              <a:lnSpc>
                <a:spcPct val="10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Plot of true positive rate (TPR) versus false positive rate (FPR)</a:t>
            </a:r>
            <a:endParaRPr sz="2400">
              <a:solidFill>
                <a:schemeClr val="dk1"/>
              </a:solidFill>
              <a:latin typeface="Arial"/>
              <a:ea typeface="Arial"/>
              <a:cs typeface="Arial"/>
              <a:sym typeface="Arial"/>
            </a:endParaRPr>
          </a:p>
          <a:p>
            <a:pPr marL="185420" lvl="0" indent="-172720" algn="l" rtl="0">
              <a:lnSpc>
                <a:spcPct val="10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Different TPR/FPR values possible due to thresholds for scores</a:t>
            </a:r>
            <a:endParaRPr sz="2400">
              <a:solidFill>
                <a:schemeClr val="dk1"/>
              </a:solidFill>
              <a:latin typeface="Arial"/>
              <a:ea typeface="Arial"/>
              <a:cs typeface="Arial"/>
              <a:sym typeface="Arial"/>
            </a:endParaRPr>
          </a:p>
        </p:txBody>
      </p:sp>
      <p:grpSp>
        <p:nvGrpSpPr>
          <p:cNvPr id="1133" name="Google Shape;1133;p51"/>
          <p:cNvGrpSpPr/>
          <p:nvPr/>
        </p:nvGrpSpPr>
        <p:grpSpPr>
          <a:xfrm>
            <a:off x="1559482" y="2830021"/>
            <a:ext cx="8362396" cy="6150072"/>
            <a:chOff x="2676144" y="3233926"/>
            <a:chExt cx="3792220" cy="2647315"/>
          </a:xfrm>
        </p:grpSpPr>
        <p:pic>
          <p:nvPicPr>
            <p:cNvPr id="1134" name="Google Shape;1134;p51"/>
            <p:cNvPicPr preferRelativeResize="0"/>
            <p:nvPr/>
          </p:nvPicPr>
          <p:blipFill rotWithShape="1">
            <a:blip r:embed="rId3">
              <a:alphaModFix/>
            </a:blip>
            <a:srcRect/>
            <a:stretch/>
          </p:blipFill>
          <p:spPr>
            <a:xfrm>
              <a:off x="2756939" y="3238498"/>
              <a:ext cx="3658704" cy="2590425"/>
            </a:xfrm>
            <a:prstGeom prst="rect">
              <a:avLst/>
            </a:prstGeom>
            <a:noFill/>
            <a:ln>
              <a:noFill/>
            </a:ln>
          </p:spPr>
        </p:pic>
        <p:sp>
          <p:nvSpPr>
            <p:cNvPr id="1135" name="Google Shape;1135;p51"/>
            <p:cNvSpPr/>
            <p:nvPr/>
          </p:nvSpPr>
          <p:spPr>
            <a:xfrm>
              <a:off x="2676144" y="3233926"/>
              <a:ext cx="3792220" cy="2647315"/>
            </a:xfrm>
            <a:custGeom>
              <a:avLst/>
              <a:gdLst/>
              <a:ahLst/>
              <a:cxnLst/>
              <a:rect l="l" t="t" r="r" b="b"/>
              <a:pathLst>
                <a:path w="3792220" h="2647315" extrusionOk="0">
                  <a:moveTo>
                    <a:pt x="0" y="0"/>
                  </a:moveTo>
                  <a:lnTo>
                    <a:pt x="3791711" y="0"/>
                  </a:lnTo>
                  <a:lnTo>
                    <a:pt x="3791711" y="2647188"/>
                  </a:lnTo>
                  <a:lnTo>
                    <a:pt x="0" y="2647188"/>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Shape 1139"/>
        <p:cNvGrpSpPr/>
        <p:nvPr/>
      </p:nvGrpSpPr>
      <p:grpSpPr>
        <a:xfrm>
          <a:off x="0" y="0"/>
          <a:ext cx="0" cy="0"/>
          <a:chOff x="0" y="0"/>
          <a:chExt cx="0" cy="0"/>
        </a:xfrm>
      </p:grpSpPr>
      <p:sp>
        <p:nvSpPr>
          <p:cNvPr id="1140" name="Google Shape;1140;p52" descr="$PPTXTitle"/>
          <p:cNvSpPr txBox="1">
            <a:spLocks noGrp="1"/>
          </p:cNvSpPr>
          <p:nvPr>
            <p:ph type="title"/>
          </p:nvPr>
        </p:nvSpPr>
        <p:spPr>
          <a:xfrm>
            <a:off x="707542" y="494791"/>
            <a:ext cx="11589715" cy="757643"/>
          </a:xfrm>
          <a:prstGeom prst="rect">
            <a:avLst/>
          </a:prstGeom>
          <a:noFill/>
          <a:ln>
            <a:noFill/>
          </a:ln>
        </p:spPr>
        <p:txBody>
          <a:bodyPr spcFirstLastPara="1" wrap="square" lIns="0" tIns="232150" rIns="0" bIns="0" anchor="t" anchorCtr="0">
            <a:spAutoFit/>
          </a:bodyPr>
          <a:lstStyle/>
          <a:p>
            <a:pPr marL="12700" lvl="0" indent="0" algn="l" rtl="0">
              <a:lnSpc>
                <a:spcPct val="100000"/>
              </a:lnSpc>
              <a:spcBef>
                <a:spcPts val="0"/>
              </a:spcBef>
              <a:spcAft>
                <a:spcPts val="0"/>
              </a:spcAft>
              <a:buNone/>
            </a:pPr>
            <a:r>
              <a:rPr lang="en-US" sz="3400">
                <a:solidFill>
                  <a:srgbClr val="0070C0"/>
                </a:solidFill>
              </a:rPr>
              <a:t>Area Under the Curve (AUC)</a:t>
            </a:r>
            <a:endParaRPr sz="3400">
              <a:solidFill>
                <a:srgbClr val="0070C0"/>
              </a:solidFill>
            </a:endParaRPr>
          </a:p>
        </p:txBody>
      </p:sp>
      <p:sp>
        <p:nvSpPr>
          <p:cNvPr id="1141" name="Google Shape;1141;p52"/>
          <p:cNvSpPr txBox="1"/>
          <p:nvPr/>
        </p:nvSpPr>
        <p:spPr>
          <a:xfrm>
            <a:off x="706906" y="1805431"/>
            <a:ext cx="11434294" cy="813043"/>
          </a:xfrm>
          <a:prstGeom prst="rect">
            <a:avLst/>
          </a:prstGeom>
          <a:noFill/>
          <a:ln>
            <a:noFill/>
          </a:ln>
        </p:spPr>
        <p:txBody>
          <a:bodyPr spcFirstLastPara="1" wrap="square" lIns="0" tIns="12700" rIns="0" bIns="0" anchor="t" anchorCtr="0">
            <a:spAutoFit/>
          </a:bodyPr>
          <a:lstStyle/>
          <a:p>
            <a:pPr marL="185420" lvl="0" indent="-172720" algn="l" rtl="0">
              <a:lnSpc>
                <a:spcPct val="100000"/>
              </a:lnSpc>
              <a:spcBef>
                <a:spcPts val="0"/>
              </a:spcBef>
              <a:spcAft>
                <a:spcPts val="0"/>
              </a:spcAft>
              <a:buClr>
                <a:srgbClr val="001F5F"/>
              </a:buClr>
              <a:buSzPts val="2600"/>
              <a:buFont typeface="Arial"/>
              <a:buChar char="•"/>
            </a:pPr>
            <a:r>
              <a:rPr lang="en-US" sz="2600">
                <a:solidFill>
                  <a:srgbClr val="001F5F"/>
                </a:solidFill>
                <a:latin typeface="Arial"/>
                <a:ea typeface="Arial"/>
                <a:cs typeface="Arial"/>
                <a:sym typeface="Arial"/>
              </a:rPr>
              <a:t>Large Area = Good Performance</a:t>
            </a:r>
            <a:endParaRPr sz="2600">
              <a:latin typeface="Arial"/>
              <a:ea typeface="Arial"/>
              <a:cs typeface="Arial"/>
              <a:sym typeface="Arial"/>
            </a:endParaRPr>
          </a:p>
          <a:p>
            <a:pPr marL="185420" lvl="0" indent="-172720" algn="l" rtl="0">
              <a:lnSpc>
                <a:spcPct val="100000"/>
              </a:lnSpc>
              <a:spcBef>
                <a:spcPts val="0"/>
              </a:spcBef>
              <a:spcAft>
                <a:spcPts val="0"/>
              </a:spcAft>
              <a:buClr>
                <a:srgbClr val="001F5F"/>
              </a:buClr>
              <a:buSzPts val="2600"/>
              <a:buFont typeface="Arial"/>
              <a:buChar char="•"/>
            </a:pPr>
            <a:r>
              <a:rPr lang="en-US" sz="2600">
                <a:solidFill>
                  <a:srgbClr val="001F5F"/>
                </a:solidFill>
                <a:latin typeface="Arial"/>
                <a:ea typeface="Arial"/>
                <a:cs typeface="Arial"/>
                <a:sym typeface="Arial"/>
              </a:rPr>
              <a:t>Accounts for tradeoffs between TPR and FPR</a:t>
            </a:r>
            <a:endParaRPr sz="2600">
              <a:latin typeface="Arial"/>
              <a:ea typeface="Arial"/>
              <a:cs typeface="Arial"/>
              <a:sym typeface="Arial"/>
            </a:endParaRPr>
          </a:p>
        </p:txBody>
      </p:sp>
      <p:grpSp>
        <p:nvGrpSpPr>
          <p:cNvPr id="1142" name="Google Shape;1142;p52"/>
          <p:cNvGrpSpPr/>
          <p:nvPr/>
        </p:nvGrpSpPr>
        <p:grpSpPr>
          <a:xfrm>
            <a:off x="2710381" y="3228671"/>
            <a:ext cx="8048542" cy="4916738"/>
            <a:chOff x="2705098" y="3224782"/>
            <a:chExt cx="3733800" cy="2656840"/>
          </a:xfrm>
        </p:grpSpPr>
        <p:pic>
          <p:nvPicPr>
            <p:cNvPr id="1143" name="Google Shape;1143;p52"/>
            <p:cNvPicPr preferRelativeResize="0"/>
            <p:nvPr/>
          </p:nvPicPr>
          <p:blipFill rotWithShape="1">
            <a:blip r:embed="rId3">
              <a:alphaModFix/>
            </a:blip>
            <a:srcRect/>
            <a:stretch/>
          </p:blipFill>
          <p:spPr>
            <a:xfrm>
              <a:off x="2709670" y="3229354"/>
              <a:ext cx="3657972" cy="2590054"/>
            </a:xfrm>
            <a:prstGeom prst="rect">
              <a:avLst/>
            </a:prstGeom>
            <a:noFill/>
            <a:ln>
              <a:noFill/>
            </a:ln>
          </p:spPr>
        </p:pic>
        <p:sp>
          <p:nvSpPr>
            <p:cNvPr id="1144" name="Google Shape;1144;p52"/>
            <p:cNvSpPr/>
            <p:nvPr/>
          </p:nvSpPr>
          <p:spPr>
            <a:xfrm>
              <a:off x="2705098" y="3224782"/>
              <a:ext cx="3733800" cy="2656840"/>
            </a:xfrm>
            <a:custGeom>
              <a:avLst/>
              <a:gdLst/>
              <a:ahLst/>
              <a:cxnLst/>
              <a:rect l="l" t="t" r="r" b="b"/>
              <a:pathLst>
                <a:path w="3733800" h="2656840" extrusionOk="0">
                  <a:moveTo>
                    <a:pt x="0" y="0"/>
                  </a:moveTo>
                  <a:lnTo>
                    <a:pt x="3733800" y="0"/>
                  </a:lnTo>
                  <a:lnTo>
                    <a:pt x="3733800" y="2656331"/>
                  </a:lnTo>
                  <a:lnTo>
                    <a:pt x="0" y="2656331"/>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54"/>
        <p:cNvGrpSpPr/>
        <p:nvPr/>
      </p:nvGrpSpPr>
      <p:grpSpPr>
        <a:xfrm>
          <a:off x="0" y="0"/>
          <a:ext cx="0" cy="0"/>
          <a:chOff x="0" y="0"/>
          <a:chExt cx="0" cy="0"/>
        </a:xfrm>
      </p:grpSpPr>
      <p:sp useBgFill="1">
        <p:nvSpPr>
          <p:cNvPr id="1167" name="Rectangle 1166">
            <a:extLst>
              <a:ext uri="{FF2B5EF4-FFF2-40B4-BE49-F238E27FC236}">
                <a16:creationId xmlns:a16="http://schemas.microsoft.com/office/drawing/2014/main" id="{50D1C5B3-B60D-4696-AE60-100D5EC8A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5" name="Google Shape;1155;p54" descr="$PPTXTitle"/>
          <p:cNvSpPr txBox="1">
            <a:spLocks noGrp="1"/>
          </p:cNvSpPr>
          <p:nvPr>
            <p:ph type="title"/>
          </p:nvPr>
        </p:nvSpPr>
        <p:spPr>
          <a:xfrm>
            <a:off x="1226971" y="713378"/>
            <a:ext cx="5109722" cy="2372869"/>
          </a:xfrm>
          <a:prstGeom prst="rect">
            <a:avLst/>
          </a:prstGeom>
        </p:spPr>
        <p:txBody>
          <a:bodyPr spcFirstLastPara="1" vert="horz" lIns="91440" tIns="45720" rIns="91440" bIns="45720" rtlCol="0" anchor="b" anchorCtr="0">
            <a:normAutofit/>
          </a:bodyPr>
          <a:lstStyle/>
          <a:p>
            <a:pPr marL="12700" lvl="0" indent="0">
              <a:lnSpc>
                <a:spcPct val="90000"/>
              </a:lnSpc>
              <a:spcBef>
                <a:spcPct val="0"/>
              </a:spcBef>
              <a:spcAft>
                <a:spcPts val="0"/>
              </a:spcAft>
            </a:pPr>
            <a:r>
              <a:rPr lang="en-US" sz="5000" kern="1200">
                <a:solidFill>
                  <a:schemeClr val="tx1"/>
                </a:solidFill>
                <a:latin typeface="+mj-lt"/>
                <a:ea typeface="+mj-ea"/>
                <a:cs typeface="+mj-cs"/>
                <a:sym typeface="Arial"/>
              </a:rPr>
              <a:t>𝑘-nearest Neighbor</a:t>
            </a:r>
          </a:p>
        </p:txBody>
      </p:sp>
      <p:sp>
        <p:nvSpPr>
          <p:cNvPr id="1156" name="Google Shape;1156;p54"/>
          <p:cNvSpPr txBox="1"/>
          <p:nvPr/>
        </p:nvSpPr>
        <p:spPr>
          <a:xfrm>
            <a:off x="1226971" y="3413129"/>
            <a:ext cx="4978723" cy="4872120"/>
          </a:xfrm>
          <a:prstGeom prst="rect">
            <a:avLst/>
          </a:prstGeom>
        </p:spPr>
        <p:txBody>
          <a:bodyPr spcFirstLastPara="1" vert="horz" lIns="91440" tIns="45720" rIns="91440" bIns="45720" rtlCol="0" anchorCtr="0">
            <a:normAutofit/>
          </a:bodyPr>
          <a:lstStyle/>
          <a:p>
            <a:pPr marL="185420" lvl="0" indent="-228600">
              <a:lnSpc>
                <a:spcPct val="90000"/>
              </a:lnSpc>
              <a:spcBef>
                <a:spcPts val="0"/>
              </a:spcBef>
              <a:spcAft>
                <a:spcPts val="0"/>
              </a:spcAft>
              <a:buClr>
                <a:srgbClr val="001F5F"/>
              </a:buClr>
              <a:buSzPts val="2400"/>
              <a:buFont typeface="Arial" panose="020B0604020202020204" pitchFamily="34" charset="0"/>
              <a:buChar char="•"/>
            </a:pPr>
            <a:r>
              <a:rPr lang="en-US" sz="2500" kern="1200">
                <a:solidFill>
                  <a:schemeClr val="tx1"/>
                </a:solidFill>
                <a:latin typeface="+mn-lt"/>
                <a:ea typeface="+mn-ea"/>
                <a:cs typeface="+mn-cs"/>
                <a:sym typeface="Arial"/>
              </a:rPr>
              <a:t>Basic Idea</a:t>
            </a:r>
          </a:p>
          <a:p>
            <a:pPr marL="527050" lvl="1" indent="-228600">
              <a:lnSpc>
                <a:spcPct val="90000"/>
              </a:lnSpc>
              <a:spcBef>
                <a:spcPts val="275"/>
              </a:spcBef>
              <a:spcAft>
                <a:spcPts val="0"/>
              </a:spcAft>
              <a:buClr>
                <a:srgbClr val="001F5F"/>
              </a:buClr>
              <a:buSzPts val="2400"/>
              <a:buFont typeface="Arial" panose="020B0604020202020204" pitchFamily="34" charset="0"/>
              <a:buChar char="•"/>
            </a:pPr>
            <a:r>
              <a:rPr lang="en-US" sz="2500" kern="1200">
                <a:solidFill>
                  <a:schemeClr val="tx1"/>
                </a:solidFill>
                <a:latin typeface="+mn-lt"/>
                <a:ea typeface="+mn-ea"/>
                <a:cs typeface="+mn-cs"/>
                <a:sym typeface="Arial"/>
              </a:rPr>
              <a:t>Instances with similar feature values should have the same class</a:t>
            </a:r>
          </a:p>
          <a:p>
            <a:pPr marL="527050" lvl="1" indent="-228600">
              <a:lnSpc>
                <a:spcPct val="90000"/>
              </a:lnSpc>
              <a:spcBef>
                <a:spcPts val="145"/>
              </a:spcBef>
              <a:spcAft>
                <a:spcPts val="0"/>
              </a:spcAft>
              <a:buClr>
                <a:srgbClr val="001F5F"/>
              </a:buClr>
              <a:buSzPts val="2400"/>
              <a:buFont typeface="Arial" panose="020B0604020202020204" pitchFamily="34" charset="0"/>
              <a:buChar char="•"/>
            </a:pPr>
            <a:r>
              <a:rPr lang="en-US" sz="2500" kern="1200">
                <a:solidFill>
                  <a:schemeClr val="tx1"/>
                </a:solidFill>
                <a:latin typeface="+mn-lt"/>
                <a:ea typeface="+mn-ea"/>
                <a:cs typeface="+mn-cs"/>
                <a:sym typeface="Arial"/>
              </a:rPr>
              <a:t>Class can be determined by looking at instances that are similar</a:t>
            </a:r>
          </a:p>
          <a:p>
            <a:pPr marL="13334" lvl="0" indent="-228600">
              <a:lnSpc>
                <a:spcPct val="90000"/>
              </a:lnSpc>
              <a:spcBef>
                <a:spcPts val="0"/>
              </a:spcBef>
              <a:spcAft>
                <a:spcPts val="0"/>
              </a:spcAft>
              <a:buFont typeface="Arial" panose="020B0604020202020204" pitchFamily="34" charset="0"/>
              <a:buChar char="•"/>
            </a:pPr>
            <a:r>
              <a:rPr lang="en-US" sz="2500" kern="1200">
                <a:solidFill>
                  <a:schemeClr val="tx1"/>
                </a:solidFill>
                <a:latin typeface="+mn-lt"/>
                <a:ea typeface="+mn-ea"/>
                <a:cs typeface="+mn-cs"/>
                <a:sym typeface="Arial"/>
              </a:rPr>
              <a:t> Assign each instance the mode of its 𝑘 nearest instances</a:t>
            </a:r>
          </a:p>
        </p:txBody>
      </p:sp>
      <p:sp>
        <p:nvSpPr>
          <p:cNvPr id="1169" name="Rectangle 1168">
            <a:extLst>
              <a:ext uri="{FF2B5EF4-FFF2-40B4-BE49-F238E27FC236}">
                <a16:creationId xmlns:a16="http://schemas.microsoft.com/office/drawing/2014/main" id="{FA169C72-4010-413C-A913-4BD6E2D129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9103358"/>
            <a:ext cx="13004800" cy="64963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1" name="Rectangle 1170">
            <a:extLst>
              <a:ext uri="{FF2B5EF4-FFF2-40B4-BE49-F238E27FC236}">
                <a16:creationId xmlns:a16="http://schemas.microsoft.com/office/drawing/2014/main" id="{758C3C99-2F64-46DC-9F81-BAA40930E1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307840" y="9103358"/>
            <a:ext cx="8696957" cy="649631"/>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57" name="Google Shape;1157;p54"/>
          <p:cNvGrpSpPr/>
          <p:nvPr/>
        </p:nvGrpSpPr>
        <p:grpSpPr>
          <a:xfrm>
            <a:off x="9972702" y="2217479"/>
            <a:ext cx="2502152" cy="2191878"/>
            <a:chOff x="4207762" y="3669792"/>
            <a:chExt cx="3467100" cy="2428240"/>
          </a:xfrm>
        </p:grpSpPr>
        <p:pic>
          <p:nvPicPr>
            <p:cNvPr id="1158" name="Google Shape;1158;p54"/>
            <p:cNvPicPr preferRelativeResize="0"/>
            <p:nvPr/>
          </p:nvPicPr>
          <p:blipFill rotWithShape="1">
            <a:blip r:embed="rId3">
              <a:alphaModFix/>
            </a:blip>
            <a:srcRect/>
            <a:stretch/>
          </p:blipFill>
          <p:spPr>
            <a:xfrm>
              <a:off x="4212334" y="3674364"/>
              <a:ext cx="3457955" cy="2418588"/>
            </a:xfrm>
            <a:prstGeom prst="rect">
              <a:avLst/>
            </a:prstGeom>
            <a:noFill/>
            <a:ln>
              <a:noFill/>
            </a:ln>
          </p:spPr>
        </p:pic>
        <p:sp>
          <p:nvSpPr>
            <p:cNvPr id="1159" name="Google Shape;1159;p54"/>
            <p:cNvSpPr/>
            <p:nvPr/>
          </p:nvSpPr>
          <p:spPr>
            <a:xfrm>
              <a:off x="4207762" y="3669792"/>
              <a:ext cx="3467100" cy="2428240"/>
            </a:xfrm>
            <a:custGeom>
              <a:avLst/>
              <a:gdLst/>
              <a:ahLst/>
              <a:cxnLst/>
              <a:rect l="l" t="t" r="r" b="b"/>
              <a:pathLst>
                <a:path w="3467100" h="2428240" extrusionOk="0">
                  <a:moveTo>
                    <a:pt x="0" y="0"/>
                  </a:moveTo>
                  <a:lnTo>
                    <a:pt x="3467099" y="0"/>
                  </a:lnTo>
                  <a:lnTo>
                    <a:pt x="3467099" y="2427731"/>
                  </a:lnTo>
                  <a:lnTo>
                    <a:pt x="0" y="2427731"/>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1160" name="Google Shape;1160;p54"/>
          <p:cNvGrpSpPr/>
          <p:nvPr/>
        </p:nvGrpSpPr>
        <p:grpSpPr>
          <a:xfrm>
            <a:off x="6773394" y="3266325"/>
            <a:ext cx="2848334" cy="2706024"/>
            <a:chOff x="701040" y="3669792"/>
            <a:chExt cx="3438525" cy="2428240"/>
          </a:xfrm>
        </p:grpSpPr>
        <p:pic>
          <p:nvPicPr>
            <p:cNvPr id="1161" name="Google Shape;1161;p54"/>
            <p:cNvPicPr preferRelativeResize="0"/>
            <p:nvPr/>
          </p:nvPicPr>
          <p:blipFill rotWithShape="1">
            <a:blip r:embed="rId4">
              <a:alphaModFix/>
            </a:blip>
            <a:srcRect/>
            <a:stretch/>
          </p:blipFill>
          <p:spPr>
            <a:xfrm>
              <a:off x="705612" y="3674364"/>
              <a:ext cx="3429000" cy="2418588"/>
            </a:xfrm>
            <a:prstGeom prst="rect">
              <a:avLst/>
            </a:prstGeom>
            <a:noFill/>
            <a:ln>
              <a:noFill/>
            </a:ln>
          </p:spPr>
        </p:pic>
        <p:sp>
          <p:nvSpPr>
            <p:cNvPr id="1162" name="Google Shape;1162;p54"/>
            <p:cNvSpPr/>
            <p:nvPr/>
          </p:nvSpPr>
          <p:spPr>
            <a:xfrm>
              <a:off x="701040" y="3669792"/>
              <a:ext cx="3438525" cy="2428240"/>
            </a:xfrm>
            <a:custGeom>
              <a:avLst/>
              <a:gdLst/>
              <a:ahLst/>
              <a:cxnLst/>
              <a:rect l="l" t="t" r="r" b="b"/>
              <a:pathLst>
                <a:path w="3438525" h="2428240" extrusionOk="0">
                  <a:moveTo>
                    <a:pt x="0" y="0"/>
                  </a:moveTo>
                  <a:lnTo>
                    <a:pt x="3438144" y="0"/>
                  </a:lnTo>
                  <a:lnTo>
                    <a:pt x="3438144" y="2427731"/>
                  </a:lnTo>
                  <a:lnTo>
                    <a:pt x="0" y="2427731"/>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Shape 1166"/>
        <p:cNvGrpSpPr/>
        <p:nvPr/>
      </p:nvGrpSpPr>
      <p:grpSpPr>
        <a:xfrm>
          <a:off x="0" y="0"/>
          <a:ext cx="0" cy="0"/>
          <a:chOff x="0" y="0"/>
          <a:chExt cx="0" cy="0"/>
        </a:xfrm>
      </p:grpSpPr>
      <p:sp>
        <p:nvSpPr>
          <p:cNvPr id="1167" name="Google Shape;1167;p55" descr="$PPTXTitle"/>
          <p:cNvSpPr txBox="1">
            <a:spLocks noGrp="1"/>
          </p:cNvSpPr>
          <p:nvPr>
            <p:ph type="title"/>
          </p:nvPr>
        </p:nvSpPr>
        <p:spPr>
          <a:xfrm>
            <a:off x="707542" y="494791"/>
            <a:ext cx="11589715" cy="745332"/>
          </a:xfrm>
          <a:prstGeom prst="rect">
            <a:avLst/>
          </a:prstGeom>
          <a:noFill/>
          <a:ln>
            <a:noFill/>
          </a:ln>
        </p:spPr>
        <p:txBody>
          <a:bodyPr spcFirstLastPara="1" wrap="square" lIns="0" tIns="219950" rIns="0" bIns="0" anchor="t" anchorCtr="0">
            <a:spAutoFit/>
          </a:bodyPr>
          <a:lstStyle/>
          <a:p>
            <a:pPr marL="12700" lvl="0" indent="0" algn="l" rtl="0">
              <a:lnSpc>
                <a:spcPct val="100000"/>
              </a:lnSpc>
              <a:spcBef>
                <a:spcPts val="0"/>
              </a:spcBef>
              <a:spcAft>
                <a:spcPts val="0"/>
              </a:spcAft>
              <a:buNone/>
            </a:pPr>
            <a:r>
              <a:rPr lang="en-US" sz="3400">
                <a:solidFill>
                  <a:srgbClr val="0070C0"/>
                </a:solidFill>
                <a:latin typeface="Arial"/>
                <a:ea typeface="Arial"/>
                <a:cs typeface="Arial"/>
                <a:sym typeface="Arial"/>
              </a:rPr>
              <a:t>Impact of 𝑘</a:t>
            </a:r>
            <a:endParaRPr/>
          </a:p>
        </p:txBody>
      </p:sp>
      <p:grpSp>
        <p:nvGrpSpPr>
          <p:cNvPr id="1168" name="Google Shape;1168;p55"/>
          <p:cNvGrpSpPr/>
          <p:nvPr/>
        </p:nvGrpSpPr>
        <p:grpSpPr>
          <a:xfrm>
            <a:off x="946769" y="1683506"/>
            <a:ext cx="5243281" cy="7567800"/>
            <a:chOff x="967738" y="1338072"/>
            <a:chExt cx="3439795" cy="4869305"/>
          </a:xfrm>
        </p:grpSpPr>
        <p:pic>
          <p:nvPicPr>
            <p:cNvPr id="1169" name="Google Shape;1169;p55"/>
            <p:cNvPicPr preferRelativeResize="0"/>
            <p:nvPr/>
          </p:nvPicPr>
          <p:blipFill rotWithShape="1">
            <a:blip r:embed="rId3">
              <a:alphaModFix/>
            </a:blip>
            <a:srcRect/>
            <a:stretch/>
          </p:blipFill>
          <p:spPr>
            <a:xfrm>
              <a:off x="972310" y="3800854"/>
              <a:ext cx="3430523" cy="2401824"/>
            </a:xfrm>
            <a:prstGeom prst="rect">
              <a:avLst/>
            </a:prstGeom>
            <a:noFill/>
            <a:ln>
              <a:noFill/>
            </a:ln>
          </p:spPr>
        </p:pic>
        <p:sp>
          <p:nvSpPr>
            <p:cNvPr id="1170" name="Google Shape;1170;p55"/>
            <p:cNvSpPr/>
            <p:nvPr/>
          </p:nvSpPr>
          <p:spPr>
            <a:xfrm>
              <a:off x="967738" y="3796282"/>
              <a:ext cx="3439795" cy="2411095"/>
            </a:xfrm>
            <a:custGeom>
              <a:avLst/>
              <a:gdLst/>
              <a:ahLst/>
              <a:cxnLst/>
              <a:rect l="l" t="t" r="r" b="b"/>
              <a:pathLst>
                <a:path w="3439795" h="2411095" extrusionOk="0">
                  <a:moveTo>
                    <a:pt x="0" y="0"/>
                  </a:moveTo>
                  <a:lnTo>
                    <a:pt x="3439667" y="0"/>
                  </a:lnTo>
                  <a:lnTo>
                    <a:pt x="3439667" y="2410968"/>
                  </a:lnTo>
                  <a:lnTo>
                    <a:pt x="0" y="2410968"/>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1171" name="Google Shape;1171;p55"/>
            <p:cNvPicPr preferRelativeResize="0"/>
            <p:nvPr/>
          </p:nvPicPr>
          <p:blipFill rotWithShape="1">
            <a:blip r:embed="rId4">
              <a:alphaModFix/>
            </a:blip>
            <a:srcRect/>
            <a:stretch/>
          </p:blipFill>
          <p:spPr>
            <a:xfrm>
              <a:off x="972310" y="1342644"/>
              <a:ext cx="3430523" cy="2400298"/>
            </a:xfrm>
            <a:prstGeom prst="rect">
              <a:avLst/>
            </a:prstGeom>
            <a:noFill/>
            <a:ln>
              <a:noFill/>
            </a:ln>
          </p:spPr>
        </p:pic>
        <p:sp>
          <p:nvSpPr>
            <p:cNvPr id="1172" name="Google Shape;1172;p55"/>
            <p:cNvSpPr/>
            <p:nvPr/>
          </p:nvSpPr>
          <p:spPr>
            <a:xfrm>
              <a:off x="967738" y="1338072"/>
              <a:ext cx="3439795" cy="2409825"/>
            </a:xfrm>
            <a:custGeom>
              <a:avLst/>
              <a:gdLst/>
              <a:ahLst/>
              <a:cxnLst/>
              <a:rect l="l" t="t" r="r" b="b"/>
              <a:pathLst>
                <a:path w="3439795" h="2409825" extrusionOk="0">
                  <a:moveTo>
                    <a:pt x="0" y="0"/>
                  </a:moveTo>
                  <a:lnTo>
                    <a:pt x="3439667" y="0"/>
                  </a:lnTo>
                  <a:lnTo>
                    <a:pt x="3439667" y="2409444"/>
                  </a:lnTo>
                  <a:lnTo>
                    <a:pt x="0" y="2409444"/>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1173" name="Google Shape;1173;p55"/>
          <p:cNvGrpSpPr/>
          <p:nvPr/>
        </p:nvGrpSpPr>
        <p:grpSpPr>
          <a:xfrm>
            <a:off x="6808719" y="1697695"/>
            <a:ext cx="5706412" cy="7538432"/>
            <a:chOff x="4736591" y="1339596"/>
            <a:chExt cx="3487420" cy="4864607"/>
          </a:xfrm>
        </p:grpSpPr>
        <p:pic>
          <p:nvPicPr>
            <p:cNvPr id="1174" name="Google Shape;1174;p55"/>
            <p:cNvPicPr preferRelativeResize="0"/>
            <p:nvPr/>
          </p:nvPicPr>
          <p:blipFill rotWithShape="1">
            <a:blip r:embed="rId5">
              <a:alphaModFix/>
            </a:blip>
            <a:srcRect/>
            <a:stretch/>
          </p:blipFill>
          <p:spPr>
            <a:xfrm>
              <a:off x="4741163" y="3800855"/>
              <a:ext cx="3477766" cy="2398776"/>
            </a:xfrm>
            <a:prstGeom prst="rect">
              <a:avLst/>
            </a:prstGeom>
            <a:noFill/>
            <a:ln>
              <a:noFill/>
            </a:ln>
          </p:spPr>
        </p:pic>
        <p:sp>
          <p:nvSpPr>
            <p:cNvPr id="1175" name="Google Shape;1175;p55"/>
            <p:cNvSpPr/>
            <p:nvPr/>
          </p:nvSpPr>
          <p:spPr>
            <a:xfrm>
              <a:off x="4736591" y="3796283"/>
              <a:ext cx="3487420" cy="2407920"/>
            </a:xfrm>
            <a:custGeom>
              <a:avLst/>
              <a:gdLst/>
              <a:ahLst/>
              <a:cxnLst/>
              <a:rect l="l" t="t" r="r" b="b"/>
              <a:pathLst>
                <a:path w="3487420" h="2407920" extrusionOk="0">
                  <a:moveTo>
                    <a:pt x="0" y="0"/>
                  </a:moveTo>
                  <a:lnTo>
                    <a:pt x="3486912" y="0"/>
                  </a:lnTo>
                  <a:lnTo>
                    <a:pt x="3486912" y="2407920"/>
                  </a:lnTo>
                  <a:lnTo>
                    <a:pt x="0" y="2407920"/>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1176" name="Google Shape;1176;p55"/>
            <p:cNvPicPr preferRelativeResize="0"/>
            <p:nvPr/>
          </p:nvPicPr>
          <p:blipFill rotWithShape="1">
            <a:blip r:embed="rId6">
              <a:alphaModFix/>
            </a:blip>
            <a:srcRect/>
            <a:stretch/>
          </p:blipFill>
          <p:spPr>
            <a:xfrm>
              <a:off x="4741163" y="1344168"/>
              <a:ext cx="3477766" cy="2398774"/>
            </a:xfrm>
            <a:prstGeom prst="rect">
              <a:avLst/>
            </a:prstGeom>
            <a:noFill/>
            <a:ln>
              <a:noFill/>
            </a:ln>
          </p:spPr>
        </p:pic>
        <p:sp>
          <p:nvSpPr>
            <p:cNvPr id="1177" name="Google Shape;1177;p55"/>
            <p:cNvSpPr/>
            <p:nvPr/>
          </p:nvSpPr>
          <p:spPr>
            <a:xfrm>
              <a:off x="4736591" y="1339596"/>
              <a:ext cx="3487420" cy="2407920"/>
            </a:xfrm>
            <a:custGeom>
              <a:avLst/>
              <a:gdLst/>
              <a:ahLst/>
              <a:cxnLst/>
              <a:rect l="l" t="t" r="r" b="b"/>
              <a:pathLst>
                <a:path w="3487420" h="2407920" extrusionOk="0">
                  <a:moveTo>
                    <a:pt x="0" y="0"/>
                  </a:moveTo>
                  <a:lnTo>
                    <a:pt x="3486912" y="0"/>
                  </a:lnTo>
                  <a:lnTo>
                    <a:pt x="3486912" y="2407920"/>
                  </a:lnTo>
                  <a:lnTo>
                    <a:pt x="0" y="2407920"/>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333"/>
        <p:cNvGrpSpPr/>
        <p:nvPr/>
      </p:nvGrpSpPr>
      <p:grpSpPr>
        <a:xfrm>
          <a:off x="0" y="0"/>
          <a:ext cx="0" cy="0"/>
          <a:chOff x="0" y="0"/>
          <a:chExt cx="0" cy="0"/>
        </a:xfrm>
      </p:grpSpPr>
      <p:sp>
        <p:nvSpPr>
          <p:cNvPr id="3334" name="Google Shape;3334;p140" descr="$PPTXTitle"/>
          <p:cNvSpPr txBox="1">
            <a:spLocks noGrp="1"/>
          </p:cNvSpPr>
          <p:nvPr>
            <p:ph type="title"/>
          </p:nvPr>
        </p:nvSpPr>
        <p:spPr>
          <a:xfrm>
            <a:off x="707542" y="494791"/>
            <a:ext cx="11589715" cy="985519"/>
          </a:xfrm>
          <a:prstGeom prst="rect">
            <a:avLst/>
          </a:prstGeom>
          <a:noFill/>
          <a:ln>
            <a:noFill/>
          </a:ln>
        </p:spPr>
        <p:txBody>
          <a:bodyPr spcFirstLastPara="1" wrap="square" lIns="0" tIns="12700" rIns="0" bIns="0" anchor="t" anchorCtr="0">
            <a:spAutoFit/>
          </a:bodyPr>
          <a:lstStyle/>
          <a:p>
            <a:pPr marL="1783079" lvl="0" indent="0" algn="l" rtl="0">
              <a:lnSpc>
                <a:spcPct val="100000"/>
              </a:lnSpc>
              <a:spcBef>
                <a:spcPts val="0"/>
              </a:spcBef>
              <a:spcAft>
                <a:spcPts val="0"/>
              </a:spcAft>
              <a:buNone/>
            </a:pPr>
            <a:r>
              <a:rPr lang="en-US"/>
              <a:t>Decision trees as ML algorithms</a:t>
            </a:r>
            <a:endParaRPr/>
          </a:p>
        </p:txBody>
      </p:sp>
      <p:sp>
        <p:nvSpPr>
          <p:cNvPr id="3335" name="Google Shape;3335;p140"/>
          <p:cNvSpPr/>
          <p:nvPr/>
        </p:nvSpPr>
        <p:spPr>
          <a:xfrm>
            <a:off x="5908166" y="2802507"/>
            <a:ext cx="93980" cy="282575"/>
          </a:xfrm>
          <a:custGeom>
            <a:avLst/>
            <a:gdLst/>
            <a:ahLst/>
            <a:cxnLst/>
            <a:rect l="l" t="t" r="r" b="b"/>
            <a:pathLst>
              <a:path w="93979" h="282575" extrusionOk="0">
                <a:moveTo>
                  <a:pt x="3937" y="0"/>
                </a:moveTo>
                <a:lnTo>
                  <a:pt x="0" y="11428"/>
                </a:lnTo>
                <a:lnTo>
                  <a:pt x="16308" y="18503"/>
                </a:lnTo>
                <a:lnTo>
                  <a:pt x="30353" y="28305"/>
                </a:lnTo>
                <a:lnTo>
                  <a:pt x="58877" y="73851"/>
                </a:lnTo>
                <a:lnTo>
                  <a:pt x="67171" y="115623"/>
                </a:lnTo>
                <a:lnTo>
                  <a:pt x="68199" y="139700"/>
                </a:lnTo>
                <a:lnTo>
                  <a:pt x="67153" y="164580"/>
                </a:lnTo>
                <a:lnTo>
                  <a:pt x="58822" y="207529"/>
                </a:lnTo>
                <a:lnTo>
                  <a:pt x="30399" y="253777"/>
                </a:lnTo>
                <a:lnTo>
                  <a:pt x="381" y="270762"/>
                </a:lnTo>
                <a:lnTo>
                  <a:pt x="3937" y="282319"/>
                </a:lnTo>
                <a:lnTo>
                  <a:pt x="42433" y="264238"/>
                </a:lnTo>
                <a:lnTo>
                  <a:pt x="70738" y="232916"/>
                </a:lnTo>
                <a:lnTo>
                  <a:pt x="88169" y="191071"/>
                </a:lnTo>
                <a:lnTo>
                  <a:pt x="93980" y="141224"/>
                </a:lnTo>
                <a:lnTo>
                  <a:pt x="92527" y="115338"/>
                </a:lnTo>
                <a:lnTo>
                  <a:pt x="80906" y="69429"/>
                </a:lnTo>
                <a:lnTo>
                  <a:pt x="57783" y="32092"/>
                </a:lnTo>
                <a:lnTo>
                  <a:pt x="24394" y="7378"/>
                </a:lnTo>
                <a:lnTo>
                  <a:pt x="393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336" name="Google Shape;3336;p140"/>
          <p:cNvSpPr/>
          <p:nvPr/>
        </p:nvSpPr>
        <p:spPr>
          <a:xfrm>
            <a:off x="5632069" y="2802507"/>
            <a:ext cx="94615" cy="282575"/>
          </a:xfrm>
          <a:custGeom>
            <a:avLst/>
            <a:gdLst/>
            <a:ahLst/>
            <a:cxnLst/>
            <a:rect l="l" t="t" r="r" b="b"/>
            <a:pathLst>
              <a:path w="94614" h="282575" extrusionOk="0">
                <a:moveTo>
                  <a:pt x="90041" y="0"/>
                </a:moveTo>
                <a:lnTo>
                  <a:pt x="51640" y="18080"/>
                </a:lnTo>
                <a:lnTo>
                  <a:pt x="23239" y="49401"/>
                </a:lnTo>
                <a:lnTo>
                  <a:pt x="5810" y="91408"/>
                </a:lnTo>
                <a:lnTo>
                  <a:pt x="0" y="141224"/>
                </a:lnTo>
                <a:lnTo>
                  <a:pt x="1451" y="167158"/>
                </a:lnTo>
                <a:lnTo>
                  <a:pt x="13073" y="212982"/>
                </a:lnTo>
                <a:lnTo>
                  <a:pt x="36125" y="250226"/>
                </a:lnTo>
                <a:lnTo>
                  <a:pt x="69513" y="274941"/>
                </a:lnTo>
                <a:lnTo>
                  <a:pt x="90041" y="282319"/>
                </a:lnTo>
                <a:lnTo>
                  <a:pt x="93597" y="270762"/>
                </a:lnTo>
                <a:lnTo>
                  <a:pt x="77530" y="263663"/>
                </a:lnTo>
                <a:lnTo>
                  <a:pt x="63642" y="253777"/>
                </a:lnTo>
                <a:lnTo>
                  <a:pt x="35209" y="207529"/>
                </a:lnTo>
                <a:lnTo>
                  <a:pt x="26827" y="164580"/>
                </a:lnTo>
                <a:lnTo>
                  <a:pt x="25779" y="139700"/>
                </a:lnTo>
                <a:lnTo>
                  <a:pt x="26827" y="115623"/>
                </a:lnTo>
                <a:lnTo>
                  <a:pt x="35209" y="73851"/>
                </a:lnTo>
                <a:lnTo>
                  <a:pt x="63752" y="28305"/>
                </a:lnTo>
                <a:lnTo>
                  <a:pt x="94105" y="11428"/>
                </a:lnTo>
                <a:lnTo>
                  <a:pt x="90041"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337" name="Google Shape;3337;p140"/>
          <p:cNvSpPr/>
          <p:nvPr/>
        </p:nvSpPr>
        <p:spPr>
          <a:xfrm>
            <a:off x="4575936" y="3524883"/>
            <a:ext cx="94615" cy="282575"/>
          </a:xfrm>
          <a:custGeom>
            <a:avLst/>
            <a:gdLst/>
            <a:ahLst/>
            <a:cxnLst/>
            <a:rect l="l" t="t" r="r" b="b"/>
            <a:pathLst>
              <a:path w="94614" h="282575" extrusionOk="0">
                <a:moveTo>
                  <a:pt x="90042" y="0"/>
                </a:moveTo>
                <a:lnTo>
                  <a:pt x="51638" y="18084"/>
                </a:lnTo>
                <a:lnTo>
                  <a:pt x="23240" y="49403"/>
                </a:lnTo>
                <a:lnTo>
                  <a:pt x="5802" y="91414"/>
                </a:lnTo>
                <a:lnTo>
                  <a:pt x="0" y="141224"/>
                </a:lnTo>
                <a:lnTo>
                  <a:pt x="1446" y="167170"/>
                </a:lnTo>
                <a:lnTo>
                  <a:pt x="13068" y="212991"/>
                </a:lnTo>
                <a:lnTo>
                  <a:pt x="36117" y="250228"/>
                </a:lnTo>
                <a:lnTo>
                  <a:pt x="69507" y="274942"/>
                </a:lnTo>
                <a:lnTo>
                  <a:pt x="90042" y="282321"/>
                </a:lnTo>
                <a:lnTo>
                  <a:pt x="93599" y="270763"/>
                </a:lnTo>
                <a:lnTo>
                  <a:pt x="77519" y="263664"/>
                </a:lnTo>
                <a:lnTo>
                  <a:pt x="63638" y="253784"/>
                </a:lnTo>
                <a:lnTo>
                  <a:pt x="35204" y="207530"/>
                </a:lnTo>
                <a:lnTo>
                  <a:pt x="26822" y="164592"/>
                </a:lnTo>
                <a:lnTo>
                  <a:pt x="25780" y="139700"/>
                </a:lnTo>
                <a:lnTo>
                  <a:pt x="26822" y="115633"/>
                </a:lnTo>
                <a:lnTo>
                  <a:pt x="35204" y="73863"/>
                </a:lnTo>
                <a:lnTo>
                  <a:pt x="63753" y="28308"/>
                </a:lnTo>
                <a:lnTo>
                  <a:pt x="77786" y="18516"/>
                </a:lnTo>
                <a:lnTo>
                  <a:pt x="94107" y="11430"/>
                </a:lnTo>
                <a:lnTo>
                  <a:pt x="9004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338" name="Google Shape;3338;p140"/>
          <p:cNvSpPr/>
          <p:nvPr/>
        </p:nvSpPr>
        <p:spPr>
          <a:xfrm>
            <a:off x="5031613" y="3524883"/>
            <a:ext cx="94615" cy="282575"/>
          </a:xfrm>
          <a:custGeom>
            <a:avLst/>
            <a:gdLst/>
            <a:ahLst/>
            <a:cxnLst/>
            <a:rect l="l" t="t" r="r" b="b"/>
            <a:pathLst>
              <a:path w="94614" h="282575" extrusionOk="0">
                <a:moveTo>
                  <a:pt x="90042" y="0"/>
                </a:moveTo>
                <a:lnTo>
                  <a:pt x="51638" y="18084"/>
                </a:lnTo>
                <a:lnTo>
                  <a:pt x="23240" y="49403"/>
                </a:lnTo>
                <a:lnTo>
                  <a:pt x="5802" y="91414"/>
                </a:lnTo>
                <a:lnTo>
                  <a:pt x="0" y="141224"/>
                </a:lnTo>
                <a:lnTo>
                  <a:pt x="1446" y="167170"/>
                </a:lnTo>
                <a:lnTo>
                  <a:pt x="13068" y="212991"/>
                </a:lnTo>
                <a:lnTo>
                  <a:pt x="36118" y="250228"/>
                </a:lnTo>
                <a:lnTo>
                  <a:pt x="69507" y="274942"/>
                </a:lnTo>
                <a:lnTo>
                  <a:pt x="90042" y="282321"/>
                </a:lnTo>
                <a:lnTo>
                  <a:pt x="93599" y="270763"/>
                </a:lnTo>
                <a:lnTo>
                  <a:pt x="77520" y="263664"/>
                </a:lnTo>
                <a:lnTo>
                  <a:pt x="63639" y="253784"/>
                </a:lnTo>
                <a:lnTo>
                  <a:pt x="35204" y="207530"/>
                </a:lnTo>
                <a:lnTo>
                  <a:pt x="26822" y="164592"/>
                </a:lnTo>
                <a:lnTo>
                  <a:pt x="25781" y="139700"/>
                </a:lnTo>
                <a:lnTo>
                  <a:pt x="26822" y="115633"/>
                </a:lnTo>
                <a:lnTo>
                  <a:pt x="35204" y="73863"/>
                </a:lnTo>
                <a:lnTo>
                  <a:pt x="63753" y="28308"/>
                </a:lnTo>
                <a:lnTo>
                  <a:pt x="77787" y="18516"/>
                </a:lnTo>
                <a:lnTo>
                  <a:pt x="94107" y="11430"/>
                </a:lnTo>
                <a:lnTo>
                  <a:pt x="9004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339" name="Google Shape;3339;p140"/>
          <p:cNvSpPr/>
          <p:nvPr/>
        </p:nvSpPr>
        <p:spPr>
          <a:xfrm>
            <a:off x="5307710" y="3524883"/>
            <a:ext cx="93980" cy="282575"/>
          </a:xfrm>
          <a:custGeom>
            <a:avLst/>
            <a:gdLst/>
            <a:ahLst/>
            <a:cxnLst/>
            <a:rect l="l" t="t" r="r" b="b"/>
            <a:pathLst>
              <a:path w="93979" h="282575" extrusionOk="0">
                <a:moveTo>
                  <a:pt x="3937" y="0"/>
                </a:moveTo>
                <a:lnTo>
                  <a:pt x="0" y="11430"/>
                </a:lnTo>
                <a:lnTo>
                  <a:pt x="16306" y="18516"/>
                </a:lnTo>
                <a:lnTo>
                  <a:pt x="30352" y="28308"/>
                </a:lnTo>
                <a:lnTo>
                  <a:pt x="58864" y="73863"/>
                </a:lnTo>
                <a:lnTo>
                  <a:pt x="67170" y="115633"/>
                </a:lnTo>
                <a:lnTo>
                  <a:pt x="68199" y="139700"/>
                </a:lnTo>
                <a:lnTo>
                  <a:pt x="67144" y="164592"/>
                </a:lnTo>
                <a:lnTo>
                  <a:pt x="58813" y="207530"/>
                </a:lnTo>
                <a:lnTo>
                  <a:pt x="30391" y="253784"/>
                </a:lnTo>
                <a:lnTo>
                  <a:pt x="380" y="270763"/>
                </a:lnTo>
                <a:lnTo>
                  <a:pt x="3937" y="282321"/>
                </a:lnTo>
                <a:lnTo>
                  <a:pt x="42430" y="264247"/>
                </a:lnTo>
                <a:lnTo>
                  <a:pt x="70738" y="232918"/>
                </a:lnTo>
                <a:lnTo>
                  <a:pt x="88163" y="191071"/>
                </a:lnTo>
                <a:lnTo>
                  <a:pt x="93979" y="141224"/>
                </a:lnTo>
                <a:lnTo>
                  <a:pt x="88163" y="91414"/>
                </a:lnTo>
                <a:lnTo>
                  <a:pt x="70738" y="49403"/>
                </a:lnTo>
                <a:lnTo>
                  <a:pt x="42329" y="18084"/>
                </a:lnTo>
                <a:lnTo>
                  <a:pt x="393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340" name="Google Shape;3340;p140"/>
          <p:cNvSpPr/>
          <p:nvPr/>
        </p:nvSpPr>
        <p:spPr>
          <a:xfrm>
            <a:off x="5722239" y="3524883"/>
            <a:ext cx="93980" cy="282575"/>
          </a:xfrm>
          <a:custGeom>
            <a:avLst/>
            <a:gdLst/>
            <a:ahLst/>
            <a:cxnLst/>
            <a:rect l="l" t="t" r="r" b="b"/>
            <a:pathLst>
              <a:path w="93979" h="282575" extrusionOk="0">
                <a:moveTo>
                  <a:pt x="3937" y="0"/>
                </a:moveTo>
                <a:lnTo>
                  <a:pt x="0" y="11430"/>
                </a:lnTo>
                <a:lnTo>
                  <a:pt x="16306" y="18516"/>
                </a:lnTo>
                <a:lnTo>
                  <a:pt x="30354" y="28308"/>
                </a:lnTo>
                <a:lnTo>
                  <a:pt x="58864" y="73863"/>
                </a:lnTo>
                <a:lnTo>
                  <a:pt x="67170" y="115633"/>
                </a:lnTo>
                <a:lnTo>
                  <a:pt x="68200" y="139700"/>
                </a:lnTo>
                <a:lnTo>
                  <a:pt x="67144" y="164592"/>
                </a:lnTo>
                <a:lnTo>
                  <a:pt x="58813" y="207530"/>
                </a:lnTo>
                <a:lnTo>
                  <a:pt x="30392" y="253784"/>
                </a:lnTo>
                <a:lnTo>
                  <a:pt x="381" y="270763"/>
                </a:lnTo>
                <a:lnTo>
                  <a:pt x="3937" y="282321"/>
                </a:lnTo>
                <a:lnTo>
                  <a:pt x="42430" y="264247"/>
                </a:lnTo>
                <a:lnTo>
                  <a:pt x="70740" y="232918"/>
                </a:lnTo>
                <a:lnTo>
                  <a:pt x="88163" y="191071"/>
                </a:lnTo>
                <a:lnTo>
                  <a:pt x="93981" y="141224"/>
                </a:lnTo>
                <a:lnTo>
                  <a:pt x="88163" y="91414"/>
                </a:lnTo>
                <a:lnTo>
                  <a:pt x="70740" y="49403"/>
                </a:lnTo>
                <a:lnTo>
                  <a:pt x="42330" y="18084"/>
                </a:lnTo>
                <a:lnTo>
                  <a:pt x="393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341" name="Google Shape;3341;p140"/>
          <p:cNvSpPr txBox="1"/>
          <p:nvPr/>
        </p:nvSpPr>
        <p:spPr>
          <a:xfrm>
            <a:off x="624840" y="1611883"/>
            <a:ext cx="10022205" cy="2189480"/>
          </a:xfrm>
          <a:prstGeom prst="rect">
            <a:avLst/>
          </a:prstGeom>
          <a:noFill/>
          <a:ln>
            <a:noFill/>
          </a:ln>
        </p:spPr>
        <p:txBody>
          <a:bodyPr spcFirstLastPara="1" wrap="square" lIns="0" tIns="9525" rIns="0" bIns="0" anchor="t" anchorCtr="0">
            <a:spAutoFit/>
          </a:bodyPr>
          <a:lstStyle/>
          <a:p>
            <a:pPr marL="76200" marR="43180" lvl="0" indent="0" algn="l" rtl="0">
              <a:lnSpc>
                <a:spcPct val="100800"/>
              </a:lnSpc>
              <a:spcBef>
                <a:spcPts val="0"/>
              </a:spcBef>
              <a:spcAft>
                <a:spcPts val="0"/>
              </a:spcAft>
              <a:buNone/>
            </a:pPr>
            <a:r>
              <a:rPr lang="en-US" sz="2400">
                <a:latin typeface="Arial Narrow"/>
                <a:ea typeface="Arial Narrow"/>
                <a:cs typeface="Arial Narrow"/>
                <a:sym typeface="Arial Narrow"/>
              </a:rPr>
              <a:t>To specify the decision trees from a machine learning standpoint, we need to specify</a:t>
            </a:r>
            <a:endParaRPr sz="2400">
              <a:latin typeface="Arial Narrow"/>
              <a:ea typeface="Arial Narrow"/>
              <a:cs typeface="Arial Narrow"/>
              <a:sym typeface="Arial Narrow"/>
            </a:endParaRPr>
          </a:p>
          <a:p>
            <a:pPr marL="532130" lvl="0" indent="-455930" algn="l" rtl="0">
              <a:lnSpc>
                <a:spcPct val="100000"/>
              </a:lnSpc>
              <a:spcBef>
                <a:spcPts val="2690"/>
              </a:spcBef>
              <a:spcAft>
                <a:spcPts val="0"/>
              </a:spcAft>
              <a:buSzPts val="2400"/>
              <a:buFont typeface="Arial Narrow"/>
              <a:buAutoNum type="arabicPeriod"/>
            </a:pPr>
            <a:r>
              <a:rPr lang="en-US" sz="2400">
                <a:latin typeface="Arial Narrow"/>
                <a:ea typeface="Arial Narrow"/>
                <a:cs typeface="Arial Narrow"/>
                <a:sym typeface="Arial Narrow"/>
              </a:rPr>
              <a:t>What is the hypothesis function </a:t>
            </a:r>
            <a:r>
              <a:rPr lang="en-US" sz="2400">
                <a:latin typeface="Arial"/>
                <a:ea typeface="Arial"/>
                <a:cs typeface="Arial"/>
                <a:sym typeface="Arial"/>
              </a:rPr>
              <a:t>ℎ</a:t>
            </a:r>
            <a:r>
              <a:rPr lang="en-US" sz="2700" baseline="-25000">
                <a:latin typeface="Arial"/>
                <a:ea typeface="Arial"/>
                <a:cs typeface="Arial"/>
                <a:sym typeface="Arial"/>
              </a:rPr>
              <a:t>𝜃	</a:t>
            </a:r>
            <a:r>
              <a:rPr lang="en-US" sz="2400">
                <a:latin typeface="Arial"/>
                <a:ea typeface="Arial"/>
                <a:cs typeface="Arial"/>
                <a:sym typeface="Arial"/>
              </a:rPr>
              <a:t>𝑥	</a:t>
            </a:r>
            <a:r>
              <a:rPr lang="en-US" sz="2400">
                <a:latin typeface="Arial Narrow"/>
                <a:ea typeface="Arial Narrow"/>
                <a:cs typeface="Arial Narrow"/>
                <a:sym typeface="Arial Narrow"/>
              </a:rPr>
              <a:t>?</a:t>
            </a:r>
            <a:endParaRPr sz="2400">
              <a:latin typeface="Arial Narrow"/>
              <a:ea typeface="Arial Narrow"/>
              <a:cs typeface="Arial Narrow"/>
              <a:sym typeface="Arial Narrow"/>
            </a:endParaRPr>
          </a:p>
          <a:p>
            <a:pPr marL="0" lvl="0" indent="0" algn="l" rtl="0">
              <a:lnSpc>
                <a:spcPct val="100000"/>
              </a:lnSpc>
              <a:spcBef>
                <a:spcPts val="50"/>
              </a:spcBef>
              <a:spcAft>
                <a:spcPts val="0"/>
              </a:spcAft>
              <a:buSzPts val="2400"/>
              <a:buFont typeface="Arial Narrow"/>
              <a:buNone/>
            </a:pPr>
            <a:endParaRPr sz="2400">
              <a:latin typeface="Arial Narrow"/>
              <a:ea typeface="Arial Narrow"/>
              <a:cs typeface="Arial Narrow"/>
              <a:sym typeface="Arial Narrow"/>
            </a:endParaRPr>
          </a:p>
          <a:p>
            <a:pPr marL="532130" lvl="0" indent="-455930" algn="l" rtl="0">
              <a:lnSpc>
                <a:spcPct val="100000"/>
              </a:lnSpc>
              <a:spcBef>
                <a:spcPts val="5"/>
              </a:spcBef>
              <a:spcAft>
                <a:spcPts val="0"/>
              </a:spcAft>
              <a:buSzPts val="2400"/>
              <a:buFont typeface="Arial Narrow"/>
              <a:buAutoNum type="arabicPeriod"/>
            </a:pPr>
            <a:r>
              <a:rPr lang="en-US" sz="2400">
                <a:latin typeface="Arial Narrow"/>
                <a:ea typeface="Arial Narrow"/>
                <a:cs typeface="Arial Narrow"/>
                <a:sym typeface="Arial Narrow"/>
              </a:rPr>
              <a:t>What is the loss function </a:t>
            </a:r>
            <a:r>
              <a:rPr lang="en-US" sz="2400">
                <a:latin typeface="Arial"/>
                <a:ea typeface="Arial"/>
                <a:cs typeface="Arial"/>
                <a:sym typeface="Arial"/>
              </a:rPr>
              <a:t>ℓ	ℎ</a:t>
            </a:r>
            <a:r>
              <a:rPr lang="en-US" sz="2700" baseline="-25000">
                <a:latin typeface="Arial"/>
                <a:ea typeface="Arial"/>
                <a:cs typeface="Arial"/>
                <a:sym typeface="Arial"/>
              </a:rPr>
              <a:t>𝜃	</a:t>
            </a:r>
            <a:r>
              <a:rPr lang="en-US" sz="2400">
                <a:latin typeface="Arial"/>
                <a:ea typeface="Arial"/>
                <a:cs typeface="Arial"/>
                <a:sym typeface="Arial"/>
              </a:rPr>
              <a:t>𝑥	, 𝑦	</a:t>
            </a:r>
            <a:r>
              <a:rPr lang="en-US" sz="2400">
                <a:latin typeface="Arial Narrow"/>
                <a:ea typeface="Arial Narrow"/>
                <a:cs typeface="Arial Narrow"/>
                <a:sym typeface="Arial Narrow"/>
              </a:rPr>
              <a:t>?</a:t>
            </a:r>
            <a:endParaRPr sz="2400">
              <a:latin typeface="Arial Narrow"/>
              <a:ea typeface="Arial Narrow"/>
              <a:cs typeface="Arial Narrow"/>
              <a:sym typeface="Arial Narrow"/>
            </a:endParaRPr>
          </a:p>
        </p:txBody>
      </p:sp>
      <p:sp>
        <p:nvSpPr>
          <p:cNvPr id="3342" name="Google Shape;3342;p140"/>
          <p:cNvSpPr txBox="1"/>
          <p:nvPr/>
        </p:nvSpPr>
        <p:spPr>
          <a:xfrm>
            <a:off x="4538597" y="5077459"/>
            <a:ext cx="154305"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Arial"/>
                <a:ea typeface="Arial"/>
                <a:cs typeface="Arial"/>
                <a:sym typeface="Arial"/>
              </a:rPr>
              <a:t>𝜃</a:t>
            </a:r>
            <a:endParaRPr sz="1800">
              <a:latin typeface="Arial"/>
              <a:ea typeface="Arial"/>
              <a:cs typeface="Arial"/>
              <a:sym typeface="Arial"/>
            </a:endParaRPr>
          </a:p>
        </p:txBody>
      </p:sp>
      <p:sp>
        <p:nvSpPr>
          <p:cNvPr id="3343" name="Google Shape;3343;p140"/>
          <p:cNvSpPr/>
          <p:nvPr/>
        </p:nvSpPr>
        <p:spPr>
          <a:xfrm>
            <a:off x="5350764" y="5053584"/>
            <a:ext cx="260985" cy="20320"/>
          </a:xfrm>
          <a:custGeom>
            <a:avLst/>
            <a:gdLst/>
            <a:ahLst/>
            <a:cxnLst/>
            <a:rect l="l" t="t" r="r" b="b"/>
            <a:pathLst>
              <a:path w="260985" h="20320" extrusionOk="0">
                <a:moveTo>
                  <a:pt x="260602" y="0"/>
                </a:moveTo>
                <a:lnTo>
                  <a:pt x="0" y="0"/>
                </a:lnTo>
                <a:lnTo>
                  <a:pt x="0" y="19812"/>
                </a:lnTo>
                <a:lnTo>
                  <a:pt x="260602" y="19812"/>
                </a:lnTo>
                <a:lnTo>
                  <a:pt x="26060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344" name="Google Shape;3344;p140"/>
          <p:cNvSpPr txBox="1"/>
          <p:nvPr/>
        </p:nvSpPr>
        <p:spPr>
          <a:xfrm>
            <a:off x="688340" y="4111244"/>
            <a:ext cx="5438775" cy="629285"/>
          </a:xfrm>
          <a:prstGeom prst="rect">
            <a:avLst/>
          </a:prstGeom>
          <a:noFill/>
          <a:ln>
            <a:noFill/>
          </a:ln>
        </p:spPr>
        <p:txBody>
          <a:bodyPr spcFirstLastPara="1" wrap="square" lIns="0" tIns="12700" rIns="0" bIns="0" anchor="t" anchorCtr="0">
            <a:spAutoFit/>
          </a:bodyPr>
          <a:lstStyle/>
          <a:p>
            <a:pPr marL="12700" lvl="0" indent="0" algn="l" rtl="0">
              <a:lnSpc>
                <a:spcPct val="113958"/>
              </a:lnSpc>
              <a:spcBef>
                <a:spcPts val="0"/>
              </a:spcBef>
              <a:spcAft>
                <a:spcPts val="0"/>
              </a:spcAft>
              <a:buNone/>
            </a:pPr>
            <a:r>
              <a:rPr lang="en-US" sz="2400">
                <a:latin typeface="Arial Narrow"/>
                <a:ea typeface="Arial Narrow"/>
                <a:cs typeface="Arial Narrow"/>
                <a:sym typeface="Arial Narrow"/>
              </a:rPr>
              <a:t>3.	How do we minimize the loss function?</a:t>
            </a:r>
            <a:endParaRPr sz="2400">
              <a:latin typeface="Arial Narrow"/>
              <a:ea typeface="Arial Narrow"/>
              <a:cs typeface="Arial Narrow"/>
              <a:sym typeface="Arial Narrow"/>
            </a:endParaRPr>
          </a:p>
          <a:p>
            <a:pPr marL="0" marR="153670" lvl="0" indent="0" algn="r" rtl="0">
              <a:lnSpc>
                <a:spcPct val="111888"/>
              </a:lnSpc>
              <a:spcBef>
                <a:spcPts val="0"/>
              </a:spcBef>
              <a:spcAft>
                <a:spcPts val="0"/>
              </a:spcAft>
              <a:buNone/>
            </a:pPr>
            <a:r>
              <a:rPr lang="en-US" sz="1800">
                <a:latin typeface="Arial"/>
                <a:ea typeface="Arial"/>
                <a:cs typeface="Arial"/>
                <a:sym typeface="Arial"/>
              </a:rPr>
              <a:t>𝑚</a:t>
            </a:r>
            <a:endParaRPr sz="1800">
              <a:latin typeface="Arial"/>
              <a:ea typeface="Arial"/>
              <a:cs typeface="Arial"/>
              <a:sym typeface="Arial"/>
            </a:endParaRPr>
          </a:p>
        </p:txBody>
      </p:sp>
      <p:sp>
        <p:nvSpPr>
          <p:cNvPr id="3345" name="Google Shape;3345;p140"/>
          <p:cNvSpPr txBox="1"/>
          <p:nvPr/>
        </p:nvSpPr>
        <p:spPr>
          <a:xfrm>
            <a:off x="5338697" y="4403851"/>
            <a:ext cx="281305" cy="1000760"/>
          </a:xfrm>
          <a:prstGeom prst="rect">
            <a:avLst/>
          </a:prstGeom>
          <a:noFill/>
          <a:ln>
            <a:noFill/>
          </a:ln>
        </p:spPr>
        <p:txBody>
          <a:bodyPr spcFirstLastPara="1" wrap="square" lIns="0" tIns="134600" rIns="0" bIns="0" anchor="t" anchorCtr="0">
            <a:spAutoFit/>
          </a:bodyPr>
          <a:lstStyle/>
          <a:p>
            <a:pPr marL="58419" lvl="0" indent="0" algn="l" rtl="0">
              <a:lnSpc>
                <a:spcPct val="100000"/>
              </a:lnSpc>
              <a:spcBef>
                <a:spcPts val="0"/>
              </a:spcBef>
              <a:spcAft>
                <a:spcPts val="0"/>
              </a:spcAft>
              <a:buNone/>
            </a:pPr>
            <a:r>
              <a:rPr lang="en-US" sz="2400">
                <a:latin typeface="Arial"/>
                <a:ea typeface="Arial"/>
                <a:cs typeface="Arial"/>
                <a:sym typeface="Arial"/>
              </a:rPr>
              <a:t>1</a:t>
            </a:r>
            <a:endParaRPr sz="2400">
              <a:latin typeface="Arial"/>
              <a:ea typeface="Arial"/>
              <a:cs typeface="Arial"/>
              <a:sym typeface="Arial"/>
            </a:endParaRPr>
          </a:p>
          <a:p>
            <a:pPr marL="12700" lvl="0" indent="0" algn="l" rtl="0">
              <a:lnSpc>
                <a:spcPct val="100000"/>
              </a:lnSpc>
              <a:spcBef>
                <a:spcPts val="960"/>
              </a:spcBef>
              <a:spcAft>
                <a:spcPts val="0"/>
              </a:spcAft>
              <a:buNone/>
            </a:pPr>
            <a:r>
              <a:rPr lang="en-US" sz="2400">
                <a:latin typeface="Arial"/>
                <a:ea typeface="Arial"/>
                <a:cs typeface="Arial"/>
                <a:sym typeface="Arial"/>
              </a:rPr>
              <a:t>𝑚</a:t>
            </a:r>
            <a:endParaRPr sz="2400">
              <a:latin typeface="Arial"/>
              <a:ea typeface="Arial"/>
              <a:cs typeface="Arial"/>
              <a:sym typeface="Arial"/>
            </a:endParaRPr>
          </a:p>
        </p:txBody>
      </p:sp>
      <p:sp>
        <p:nvSpPr>
          <p:cNvPr id="3346" name="Google Shape;3346;p140"/>
          <p:cNvSpPr txBox="1"/>
          <p:nvPr/>
        </p:nvSpPr>
        <p:spPr>
          <a:xfrm>
            <a:off x="4061301" y="4830571"/>
            <a:ext cx="1256665" cy="3911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latin typeface="Arial"/>
                <a:ea typeface="Arial"/>
                <a:cs typeface="Arial"/>
                <a:sym typeface="Arial"/>
              </a:rPr>
              <a:t>minimize</a:t>
            </a:r>
            <a:endParaRPr sz="2400">
              <a:latin typeface="Arial"/>
              <a:ea typeface="Arial"/>
              <a:cs typeface="Arial"/>
              <a:sym typeface="Arial"/>
            </a:endParaRPr>
          </a:p>
        </p:txBody>
      </p:sp>
      <p:sp>
        <p:nvSpPr>
          <p:cNvPr id="3347" name="Google Shape;3347;p140"/>
          <p:cNvSpPr txBox="1"/>
          <p:nvPr/>
        </p:nvSpPr>
        <p:spPr>
          <a:xfrm>
            <a:off x="5639433" y="4720843"/>
            <a:ext cx="1112520" cy="857885"/>
          </a:xfrm>
          <a:prstGeom prst="rect">
            <a:avLst/>
          </a:prstGeom>
          <a:noFill/>
          <a:ln>
            <a:noFill/>
          </a:ln>
        </p:spPr>
        <p:txBody>
          <a:bodyPr spcFirstLastPara="1" wrap="square" lIns="0" tIns="122550" rIns="0" bIns="0" anchor="t" anchorCtr="0">
            <a:spAutoFit/>
          </a:bodyPr>
          <a:lstStyle/>
          <a:p>
            <a:pPr marL="81280" lvl="0" indent="0" algn="l" rtl="0">
              <a:lnSpc>
                <a:spcPct val="100000"/>
              </a:lnSpc>
              <a:spcBef>
                <a:spcPts val="0"/>
              </a:spcBef>
              <a:spcAft>
                <a:spcPts val="0"/>
              </a:spcAft>
              <a:buNone/>
            </a:pPr>
            <a:r>
              <a:rPr lang="en-US" sz="2400">
                <a:latin typeface="Arial"/>
                <a:ea typeface="Arial"/>
                <a:cs typeface="Arial"/>
                <a:sym typeface="Arial"/>
              </a:rPr>
              <a:t>121	ℓ(ℎ</a:t>
            </a:r>
            <a:r>
              <a:rPr lang="en-US" sz="2700" baseline="-25000">
                <a:latin typeface="Arial"/>
                <a:ea typeface="Arial"/>
                <a:cs typeface="Arial"/>
                <a:sym typeface="Arial"/>
              </a:rPr>
              <a:t>𝜃</a:t>
            </a:r>
            <a:endParaRPr sz="2700" baseline="-25000">
              <a:latin typeface="Arial"/>
              <a:ea typeface="Arial"/>
              <a:cs typeface="Arial"/>
              <a:sym typeface="Arial"/>
            </a:endParaRPr>
          </a:p>
          <a:p>
            <a:pPr marL="38100" lvl="0" indent="0" algn="l" rtl="0">
              <a:lnSpc>
                <a:spcPct val="100000"/>
              </a:lnSpc>
              <a:spcBef>
                <a:spcPts val="645"/>
              </a:spcBef>
              <a:spcAft>
                <a:spcPts val="0"/>
              </a:spcAft>
              <a:buNone/>
            </a:pPr>
            <a:r>
              <a:rPr lang="en-US" sz="1800">
                <a:latin typeface="Arial"/>
                <a:ea typeface="Arial"/>
                <a:cs typeface="Arial"/>
                <a:sym typeface="Arial"/>
              </a:rPr>
              <a:t>𝑖=1</a:t>
            </a:r>
            <a:endParaRPr sz="1800">
              <a:latin typeface="Arial"/>
              <a:ea typeface="Arial"/>
              <a:cs typeface="Arial"/>
              <a:sym typeface="Arial"/>
            </a:endParaRPr>
          </a:p>
        </p:txBody>
      </p:sp>
      <p:grpSp>
        <p:nvGrpSpPr>
          <p:cNvPr id="3348" name="Google Shape;3348;p140"/>
          <p:cNvGrpSpPr/>
          <p:nvPr/>
        </p:nvGrpSpPr>
        <p:grpSpPr>
          <a:xfrm>
            <a:off x="7068057" y="4872228"/>
            <a:ext cx="374523" cy="374523"/>
            <a:chOff x="7068057" y="4872228"/>
            <a:chExt cx="374523" cy="374523"/>
          </a:xfrm>
        </p:grpSpPr>
        <p:sp>
          <p:nvSpPr>
            <p:cNvPr id="3349" name="Google Shape;3349;p140"/>
            <p:cNvSpPr/>
            <p:nvPr/>
          </p:nvSpPr>
          <p:spPr>
            <a:xfrm>
              <a:off x="7341615" y="4878451"/>
              <a:ext cx="100965" cy="368300"/>
            </a:xfrm>
            <a:custGeom>
              <a:avLst/>
              <a:gdLst/>
              <a:ahLst/>
              <a:cxnLst/>
              <a:rect l="l" t="t" r="r" b="b"/>
              <a:pathLst>
                <a:path w="100965" h="368300" extrusionOk="0">
                  <a:moveTo>
                    <a:pt x="3682" y="0"/>
                  </a:moveTo>
                  <a:lnTo>
                    <a:pt x="0" y="12191"/>
                  </a:lnTo>
                  <a:lnTo>
                    <a:pt x="16907" y="20954"/>
                  </a:lnTo>
                  <a:lnTo>
                    <a:pt x="31638" y="33717"/>
                  </a:lnTo>
                  <a:lnTo>
                    <a:pt x="54609" y="71247"/>
                  </a:lnTo>
                  <a:lnTo>
                    <a:pt x="68499" y="122284"/>
                  </a:lnTo>
                  <a:lnTo>
                    <a:pt x="73151" y="184275"/>
                  </a:lnTo>
                  <a:lnTo>
                    <a:pt x="71987" y="216540"/>
                  </a:lnTo>
                  <a:lnTo>
                    <a:pt x="62703" y="272877"/>
                  </a:lnTo>
                  <a:lnTo>
                    <a:pt x="44201" y="317689"/>
                  </a:lnTo>
                  <a:lnTo>
                    <a:pt x="16907" y="347218"/>
                  </a:lnTo>
                  <a:lnTo>
                    <a:pt x="0" y="355981"/>
                  </a:lnTo>
                  <a:lnTo>
                    <a:pt x="3682" y="368173"/>
                  </a:lnTo>
                  <a:lnTo>
                    <a:pt x="44829" y="346264"/>
                  </a:lnTo>
                  <a:lnTo>
                    <a:pt x="75310" y="304925"/>
                  </a:lnTo>
                  <a:lnTo>
                    <a:pt x="94170" y="249189"/>
                  </a:lnTo>
                  <a:lnTo>
                    <a:pt x="100456" y="184023"/>
                  </a:lnTo>
                  <a:lnTo>
                    <a:pt x="98884" y="150327"/>
                  </a:lnTo>
                  <a:lnTo>
                    <a:pt x="86311" y="89938"/>
                  </a:lnTo>
                  <a:lnTo>
                    <a:pt x="61404" y="40147"/>
                  </a:lnTo>
                  <a:lnTo>
                    <a:pt x="25590" y="8524"/>
                  </a:lnTo>
                  <a:lnTo>
                    <a:pt x="368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350" name="Google Shape;3350;p140"/>
            <p:cNvPicPr preferRelativeResize="0"/>
            <p:nvPr/>
          </p:nvPicPr>
          <p:blipFill rotWithShape="1">
            <a:blip r:embed="rId3">
              <a:alphaModFix/>
            </a:blip>
            <a:srcRect/>
            <a:stretch/>
          </p:blipFill>
          <p:spPr>
            <a:xfrm>
              <a:off x="7068057" y="4872228"/>
              <a:ext cx="231521" cy="206121"/>
            </a:xfrm>
            <a:prstGeom prst="rect">
              <a:avLst/>
            </a:prstGeom>
            <a:noFill/>
            <a:ln>
              <a:noFill/>
            </a:ln>
          </p:spPr>
        </p:pic>
      </p:grpSp>
      <p:sp>
        <p:nvSpPr>
          <p:cNvPr id="3351" name="Google Shape;3351;p140"/>
          <p:cNvSpPr/>
          <p:nvPr/>
        </p:nvSpPr>
        <p:spPr>
          <a:xfrm>
            <a:off x="6759829" y="4878451"/>
            <a:ext cx="100965" cy="368300"/>
          </a:xfrm>
          <a:custGeom>
            <a:avLst/>
            <a:gdLst/>
            <a:ahLst/>
            <a:cxnLst/>
            <a:rect l="l" t="t" r="r" b="b"/>
            <a:pathLst>
              <a:path w="100965" h="368300" extrusionOk="0">
                <a:moveTo>
                  <a:pt x="96774" y="0"/>
                </a:moveTo>
                <a:lnTo>
                  <a:pt x="55625" y="21906"/>
                </a:lnTo>
                <a:lnTo>
                  <a:pt x="25146" y="63246"/>
                </a:lnTo>
                <a:lnTo>
                  <a:pt x="6286" y="118967"/>
                </a:lnTo>
                <a:lnTo>
                  <a:pt x="0" y="184023"/>
                </a:lnTo>
                <a:lnTo>
                  <a:pt x="1570" y="217791"/>
                </a:lnTo>
                <a:lnTo>
                  <a:pt x="14143" y="278230"/>
                </a:lnTo>
                <a:lnTo>
                  <a:pt x="39052" y="328024"/>
                </a:lnTo>
                <a:lnTo>
                  <a:pt x="74866" y="359647"/>
                </a:lnTo>
                <a:lnTo>
                  <a:pt x="96774" y="368173"/>
                </a:lnTo>
                <a:lnTo>
                  <a:pt x="100455" y="355981"/>
                </a:lnTo>
                <a:lnTo>
                  <a:pt x="83548" y="347218"/>
                </a:lnTo>
                <a:lnTo>
                  <a:pt x="68817" y="334453"/>
                </a:lnTo>
                <a:lnTo>
                  <a:pt x="45847" y="296924"/>
                </a:lnTo>
                <a:lnTo>
                  <a:pt x="32019" y="246077"/>
                </a:lnTo>
                <a:lnTo>
                  <a:pt x="27430" y="184275"/>
                </a:lnTo>
                <a:lnTo>
                  <a:pt x="28576" y="151916"/>
                </a:lnTo>
                <a:lnTo>
                  <a:pt x="37772" y="95389"/>
                </a:lnTo>
                <a:lnTo>
                  <a:pt x="56254" y="50481"/>
                </a:lnTo>
                <a:lnTo>
                  <a:pt x="83548" y="20954"/>
                </a:lnTo>
                <a:lnTo>
                  <a:pt x="100455" y="12191"/>
                </a:lnTo>
                <a:lnTo>
                  <a:pt x="9677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352" name="Google Shape;3352;p140"/>
          <p:cNvSpPr txBox="1"/>
          <p:nvPr/>
        </p:nvSpPr>
        <p:spPr>
          <a:xfrm>
            <a:off x="6832981" y="4696459"/>
            <a:ext cx="410209" cy="39116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3600" baseline="-25000">
                <a:latin typeface="Arial"/>
                <a:ea typeface="Arial"/>
                <a:cs typeface="Arial"/>
                <a:sym typeface="Arial"/>
              </a:rPr>
              <a:t>𝑥 </a:t>
            </a:r>
            <a:r>
              <a:rPr lang="en-US" sz="1800">
                <a:latin typeface="Arial"/>
                <a:ea typeface="Arial"/>
                <a:cs typeface="Arial"/>
                <a:sym typeface="Arial"/>
              </a:rPr>
              <a:t>𝑖</a:t>
            </a:r>
            <a:endParaRPr sz="1800">
              <a:latin typeface="Arial"/>
              <a:ea typeface="Arial"/>
              <a:cs typeface="Arial"/>
              <a:sym typeface="Arial"/>
            </a:endParaRPr>
          </a:p>
        </p:txBody>
      </p:sp>
      <p:pic>
        <p:nvPicPr>
          <p:cNvPr id="3353" name="Google Shape;3353;p140"/>
          <p:cNvPicPr preferRelativeResize="0"/>
          <p:nvPr/>
        </p:nvPicPr>
        <p:blipFill rotWithShape="1">
          <a:blip r:embed="rId4">
            <a:alphaModFix/>
          </a:blip>
          <a:srcRect/>
          <a:stretch/>
        </p:blipFill>
        <p:spPr>
          <a:xfrm>
            <a:off x="7784338" y="4872228"/>
            <a:ext cx="231519" cy="206121"/>
          </a:xfrm>
          <a:prstGeom prst="rect">
            <a:avLst/>
          </a:prstGeom>
          <a:noFill/>
          <a:ln>
            <a:noFill/>
          </a:ln>
        </p:spPr>
      </p:pic>
      <p:sp>
        <p:nvSpPr>
          <p:cNvPr id="3354" name="Google Shape;3354;p140"/>
          <p:cNvSpPr txBox="1"/>
          <p:nvPr/>
        </p:nvSpPr>
        <p:spPr>
          <a:xfrm>
            <a:off x="7431913" y="4809235"/>
            <a:ext cx="783590" cy="39116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2400">
                <a:latin typeface="Arial"/>
                <a:ea typeface="Arial"/>
                <a:cs typeface="Arial"/>
                <a:sym typeface="Arial"/>
              </a:rPr>
              <a:t>, 𝑦 </a:t>
            </a:r>
            <a:r>
              <a:rPr lang="en-US" sz="2700" baseline="30000">
                <a:latin typeface="Arial"/>
                <a:ea typeface="Arial"/>
                <a:cs typeface="Arial"/>
                <a:sym typeface="Arial"/>
              </a:rPr>
              <a:t>𝑖  </a:t>
            </a:r>
            <a:r>
              <a:rPr lang="en-US" sz="2400">
                <a:latin typeface="Arial"/>
                <a:ea typeface="Arial"/>
                <a:cs typeface="Arial"/>
                <a:sym typeface="Arial"/>
              </a:rPr>
              <a:t>)</a:t>
            </a:r>
            <a:endParaRPr sz="2400">
              <a:latin typeface="Arial"/>
              <a:ea typeface="Arial"/>
              <a:cs typeface="Arial"/>
              <a:sym typeface="Arial"/>
            </a:endParaRPr>
          </a:p>
        </p:txBody>
      </p:sp>
      <p:sp>
        <p:nvSpPr>
          <p:cNvPr id="3355" name="Google Shape;3355;p140"/>
          <p:cNvSpPr txBox="1">
            <a:spLocks noGrp="1"/>
          </p:cNvSpPr>
          <p:nvPr>
            <p:ph type="sldNum" idx="12"/>
          </p:nvPr>
        </p:nvSpPr>
        <p:spPr>
          <a:xfrm>
            <a:off x="11282426" y="6440594"/>
            <a:ext cx="250825" cy="200659"/>
          </a:xfrm>
          <a:prstGeom prst="rect">
            <a:avLst/>
          </a:prstGeom>
          <a:noFill/>
          <a:ln>
            <a:noFill/>
          </a:ln>
        </p:spPr>
        <p:txBody>
          <a:bodyPr spcFirstLastPara="1" wrap="square" lIns="0" tIns="2525" rIns="0" bIns="0" anchor="t" anchorCtr="0">
            <a:spAutoFit/>
          </a:bodyPr>
          <a:lstStyle/>
          <a:p>
            <a:pPr marL="38100" lvl="0" indent="0" algn="l" rtl="0">
              <a:lnSpc>
                <a:spcPct val="100000"/>
              </a:lnSpc>
              <a:spcBef>
                <a:spcPts val="0"/>
              </a:spcBef>
              <a:spcAft>
                <a:spcPts val="0"/>
              </a:spcAft>
              <a:buNone/>
            </a:pPr>
            <a:r>
              <a:rPr lang="en-US"/>
              <a:t>15</a:t>
            </a:r>
            <a:endParaRPr/>
          </a:p>
        </p:txBody>
      </p:sp>
    </p:spTree>
    <p:extLst>
      <p:ext uri="{BB962C8B-B14F-4D97-AF65-F5344CB8AC3E}">
        <p14:creationId xmlns:p14="http://schemas.microsoft.com/office/powerpoint/2010/main" val="20531676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265"/>
        <p:cNvGrpSpPr/>
        <p:nvPr/>
      </p:nvGrpSpPr>
      <p:grpSpPr>
        <a:xfrm>
          <a:off x="0" y="0"/>
          <a:ext cx="0" cy="0"/>
          <a:chOff x="0" y="0"/>
          <a:chExt cx="0" cy="0"/>
        </a:xfrm>
      </p:grpSpPr>
      <p:sp>
        <p:nvSpPr>
          <p:cNvPr id="3266" name="Google Shape;3266;p139" descr="$PPTXTitle"/>
          <p:cNvSpPr txBox="1">
            <a:spLocks noGrp="1"/>
          </p:cNvSpPr>
          <p:nvPr>
            <p:ph type="title"/>
          </p:nvPr>
        </p:nvSpPr>
        <p:spPr>
          <a:xfrm>
            <a:off x="1733067" y="488187"/>
            <a:ext cx="10769953" cy="635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dirty="0"/>
              <a:t>Use training data to learn decision tree</a:t>
            </a:r>
            <a:endParaRPr dirty="0"/>
          </a:p>
        </p:txBody>
      </p:sp>
      <p:grpSp>
        <p:nvGrpSpPr>
          <p:cNvPr id="3267" name="Google Shape;3267;p139"/>
          <p:cNvGrpSpPr/>
          <p:nvPr/>
        </p:nvGrpSpPr>
        <p:grpSpPr>
          <a:xfrm>
            <a:off x="909066" y="2428492"/>
            <a:ext cx="4208780" cy="3705225"/>
            <a:chOff x="909066" y="2428492"/>
            <a:chExt cx="4208780" cy="3705225"/>
          </a:xfrm>
        </p:grpSpPr>
        <p:sp>
          <p:nvSpPr>
            <p:cNvPr id="3268" name="Google Shape;3268;p139"/>
            <p:cNvSpPr/>
            <p:nvPr/>
          </p:nvSpPr>
          <p:spPr>
            <a:xfrm>
              <a:off x="909066" y="2428492"/>
              <a:ext cx="4208780" cy="3705225"/>
            </a:xfrm>
            <a:custGeom>
              <a:avLst/>
              <a:gdLst/>
              <a:ahLst/>
              <a:cxnLst/>
              <a:rect l="l" t="t" r="r" b="b"/>
              <a:pathLst>
                <a:path w="4208780" h="3705225" extrusionOk="0">
                  <a:moveTo>
                    <a:pt x="312420" y="0"/>
                  </a:moveTo>
                  <a:lnTo>
                    <a:pt x="312420" y="3704793"/>
                  </a:lnTo>
                </a:path>
                <a:path w="4208780" h="3705225" extrusionOk="0">
                  <a:moveTo>
                    <a:pt x="4208653" y="3421379"/>
                  </a:moveTo>
                  <a:lnTo>
                    <a:pt x="0" y="3421379"/>
                  </a:lnTo>
                </a:path>
              </a:pathLst>
            </a:custGeom>
            <a:noFill/>
            <a:ln w="38100" cap="flat" cmpd="sng">
              <a:solidFill>
                <a:srgbClr val="A6A6A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269" name="Google Shape;3269;p139"/>
            <p:cNvPicPr preferRelativeResize="0"/>
            <p:nvPr/>
          </p:nvPicPr>
          <p:blipFill rotWithShape="1">
            <a:blip r:embed="rId3">
              <a:alphaModFix/>
            </a:blip>
            <a:srcRect/>
            <a:stretch/>
          </p:blipFill>
          <p:spPr>
            <a:xfrm>
              <a:off x="2348482" y="2910838"/>
              <a:ext cx="137159" cy="137159"/>
            </a:xfrm>
            <a:prstGeom prst="rect">
              <a:avLst/>
            </a:prstGeom>
            <a:noFill/>
            <a:ln>
              <a:noFill/>
            </a:ln>
          </p:spPr>
        </p:pic>
        <p:sp>
          <p:nvSpPr>
            <p:cNvPr id="3270" name="Google Shape;3270;p139"/>
            <p:cNvSpPr/>
            <p:nvPr/>
          </p:nvSpPr>
          <p:spPr>
            <a:xfrm>
              <a:off x="1883662" y="5041390"/>
              <a:ext cx="137160" cy="137160"/>
            </a:xfrm>
            <a:custGeom>
              <a:avLst/>
              <a:gdLst/>
              <a:ahLst/>
              <a:cxnLst/>
              <a:rect l="l" t="t" r="r" b="b"/>
              <a:pathLst>
                <a:path w="137160" h="137160" extrusionOk="0">
                  <a:moveTo>
                    <a:pt x="68580" y="0"/>
                  </a:moveTo>
                  <a:lnTo>
                    <a:pt x="41898" y="5392"/>
                  </a:lnTo>
                  <a:lnTo>
                    <a:pt x="20097" y="20096"/>
                  </a:lnTo>
                  <a:lnTo>
                    <a:pt x="5393" y="41898"/>
                  </a:lnTo>
                  <a:lnTo>
                    <a:pt x="0" y="68578"/>
                  </a:lnTo>
                  <a:lnTo>
                    <a:pt x="5393" y="95261"/>
                  </a:lnTo>
                  <a:lnTo>
                    <a:pt x="20097" y="117062"/>
                  </a:lnTo>
                  <a:lnTo>
                    <a:pt x="41898" y="131766"/>
                  </a:lnTo>
                  <a:lnTo>
                    <a:pt x="68580" y="137158"/>
                  </a:lnTo>
                  <a:lnTo>
                    <a:pt x="95261" y="131766"/>
                  </a:lnTo>
                  <a:lnTo>
                    <a:pt x="117062" y="117062"/>
                  </a:lnTo>
                  <a:lnTo>
                    <a:pt x="131766" y="95261"/>
                  </a:lnTo>
                  <a:lnTo>
                    <a:pt x="137160" y="68578"/>
                  </a:lnTo>
                  <a:lnTo>
                    <a:pt x="131766" y="41898"/>
                  </a:lnTo>
                  <a:lnTo>
                    <a:pt x="117062" y="20096"/>
                  </a:lnTo>
                  <a:lnTo>
                    <a:pt x="95261" y="5392"/>
                  </a:lnTo>
                  <a:lnTo>
                    <a:pt x="68580" y="0"/>
                  </a:lnTo>
                  <a:close/>
                </a:path>
              </a:pathLst>
            </a:custGeom>
            <a:solidFill>
              <a:srgbClr val="FF8B18"/>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271" name="Google Shape;3271;p139"/>
            <p:cNvPicPr preferRelativeResize="0"/>
            <p:nvPr/>
          </p:nvPicPr>
          <p:blipFill rotWithShape="1">
            <a:blip r:embed="rId4">
              <a:alphaModFix/>
            </a:blip>
            <a:srcRect/>
            <a:stretch/>
          </p:blipFill>
          <p:spPr>
            <a:xfrm>
              <a:off x="1597152" y="5245606"/>
              <a:ext cx="137158" cy="137158"/>
            </a:xfrm>
            <a:prstGeom prst="rect">
              <a:avLst/>
            </a:prstGeom>
            <a:noFill/>
            <a:ln>
              <a:noFill/>
            </a:ln>
          </p:spPr>
        </p:pic>
        <p:pic>
          <p:nvPicPr>
            <p:cNvPr id="3272" name="Google Shape;3272;p139"/>
            <p:cNvPicPr preferRelativeResize="0"/>
            <p:nvPr/>
          </p:nvPicPr>
          <p:blipFill rotWithShape="1">
            <a:blip r:embed="rId4">
              <a:alphaModFix/>
            </a:blip>
            <a:srcRect/>
            <a:stretch/>
          </p:blipFill>
          <p:spPr>
            <a:xfrm>
              <a:off x="2119882" y="4620766"/>
              <a:ext cx="137159" cy="137158"/>
            </a:xfrm>
            <a:prstGeom prst="rect">
              <a:avLst/>
            </a:prstGeom>
            <a:noFill/>
            <a:ln>
              <a:noFill/>
            </a:ln>
          </p:spPr>
        </p:pic>
        <p:pic>
          <p:nvPicPr>
            <p:cNvPr id="3273" name="Google Shape;3273;p139"/>
            <p:cNvPicPr preferRelativeResize="0"/>
            <p:nvPr/>
          </p:nvPicPr>
          <p:blipFill rotWithShape="1">
            <a:blip r:embed="rId4">
              <a:alphaModFix/>
            </a:blip>
            <a:srcRect/>
            <a:stretch/>
          </p:blipFill>
          <p:spPr>
            <a:xfrm>
              <a:off x="2438400" y="4936234"/>
              <a:ext cx="137160" cy="137158"/>
            </a:xfrm>
            <a:prstGeom prst="rect">
              <a:avLst/>
            </a:prstGeom>
            <a:noFill/>
            <a:ln>
              <a:noFill/>
            </a:ln>
          </p:spPr>
        </p:pic>
        <p:sp>
          <p:nvSpPr>
            <p:cNvPr id="3274" name="Google Shape;3274;p139"/>
            <p:cNvSpPr/>
            <p:nvPr/>
          </p:nvSpPr>
          <p:spPr>
            <a:xfrm>
              <a:off x="2279904" y="5483350"/>
              <a:ext cx="137160" cy="137160"/>
            </a:xfrm>
            <a:custGeom>
              <a:avLst/>
              <a:gdLst/>
              <a:ahLst/>
              <a:cxnLst/>
              <a:rect l="l" t="t" r="r" b="b"/>
              <a:pathLst>
                <a:path w="137160" h="137160" extrusionOk="0">
                  <a:moveTo>
                    <a:pt x="68578" y="0"/>
                  </a:moveTo>
                  <a:lnTo>
                    <a:pt x="41898" y="5392"/>
                  </a:lnTo>
                  <a:lnTo>
                    <a:pt x="20096" y="20096"/>
                  </a:lnTo>
                  <a:lnTo>
                    <a:pt x="5392" y="41898"/>
                  </a:lnTo>
                  <a:lnTo>
                    <a:pt x="0" y="68579"/>
                  </a:lnTo>
                  <a:lnTo>
                    <a:pt x="5392" y="95271"/>
                  </a:lnTo>
                  <a:lnTo>
                    <a:pt x="20096" y="117071"/>
                  </a:lnTo>
                  <a:lnTo>
                    <a:pt x="41898" y="131770"/>
                  </a:lnTo>
                  <a:lnTo>
                    <a:pt x="68578" y="137160"/>
                  </a:lnTo>
                  <a:lnTo>
                    <a:pt x="95261" y="131770"/>
                  </a:lnTo>
                  <a:lnTo>
                    <a:pt x="117062" y="117071"/>
                  </a:lnTo>
                  <a:lnTo>
                    <a:pt x="131766" y="95271"/>
                  </a:lnTo>
                  <a:lnTo>
                    <a:pt x="137158" y="68579"/>
                  </a:lnTo>
                  <a:lnTo>
                    <a:pt x="131766" y="41898"/>
                  </a:lnTo>
                  <a:lnTo>
                    <a:pt x="117062" y="20096"/>
                  </a:lnTo>
                  <a:lnTo>
                    <a:pt x="95261" y="5392"/>
                  </a:lnTo>
                  <a:lnTo>
                    <a:pt x="68578" y="0"/>
                  </a:lnTo>
                  <a:close/>
                </a:path>
              </a:pathLst>
            </a:custGeom>
            <a:solidFill>
              <a:srgbClr val="FF8B18"/>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275" name="Google Shape;3275;p139"/>
            <p:cNvPicPr preferRelativeResize="0"/>
            <p:nvPr/>
          </p:nvPicPr>
          <p:blipFill rotWithShape="1">
            <a:blip r:embed="rId4">
              <a:alphaModFix/>
            </a:blip>
            <a:srcRect/>
            <a:stretch/>
          </p:blipFill>
          <p:spPr>
            <a:xfrm>
              <a:off x="2638044" y="5314188"/>
              <a:ext cx="137160" cy="137158"/>
            </a:xfrm>
            <a:prstGeom prst="rect">
              <a:avLst/>
            </a:prstGeom>
            <a:noFill/>
            <a:ln>
              <a:noFill/>
            </a:ln>
          </p:spPr>
        </p:pic>
        <p:pic>
          <p:nvPicPr>
            <p:cNvPr id="3276" name="Google Shape;3276;p139"/>
            <p:cNvPicPr preferRelativeResize="0"/>
            <p:nvPr/>
          </p:nvPicPr>
          <p:blipFill rotWithShape="1">
            <a:blip r:embed="rId4">
              <a:alphaModFix/>
            </a:blip>
            <a:srcRect/>
            <a:stretch/>
          </p:blipFill>
          <p:spPr>
            <a:xfrm>
              <a:off x="3345180" y="3742942"/>
              <a:ext cx="137160" cy="137160"/>
            </a:xfrm>
            <a:prstGeom prst="rect">
              <a:avLst/>
            </a:prstGeom>
            <a:noFill/>
            <a:ln>
              <a:noFill/>
            </a:ln>
          </p:spPr>
        </p:pic>
        <p:sp>
          <p:nvSpPr>
            <p:cNvPr id="3277" name="Google Shape;3277;p139"/>
            <p:cNvSpPr/>
            <p:nvPr/>
          </p:nvSpPr>
          <p:spPr>
            <a:xfrm>
              <a:off x="1697736" y="4623816"/>
              <a:ext cx="137160" cy="137160"/>
            </a:xfrm>
            <a:custGeom>
              <a:avLst/>
              <a:gdLst/>
              <a:ahLst/>
              <a:cxnLst/>
              <a:rect l="l" t="t" r="r" b="b"/>
              <a:pathLst>
                <a:path w="137160" h="137160" extrusionOk="0">
                  <a:moveTo>
                    <a:pt x="68580" y="0"/>
                  </a:moveTo>
                  <a:lnTo>
                    <a:pt x="41898" y="5392"/>
                  </a:lnTo>
                  <a:lnTo>
                    <a:pt x="20096" y="20096"/>
                  </a:lnTo>
                  <a:lnTo>
                    <a:pt x="5392" y="41897"/>
                  </a:lnTo>
                  <a:lnTo>
                    <a:pt x="0" y="68578"/>
                  </a:lnTo>
                  <a:lnTo>
                    <a:pt x="5392" y="95261"/>
                  </a:lnTo>
                  <a:lnTo>
                    <a:pt x="20096" y="117062"/>
                  </a:lnTo>
                  <a:lnTo>
                    <a:pt x="41898" y="131766"/>
                  </a:lnTo>
                  <a:lnTo>
                    <a:pt x="68580" y="137158"/>
                  </a:lnTo>
                  <a:lnTo>
                    <a:pt x="95261" y="131766"/>
                  </a:lnTo>
                  <a:lnTo>
                    <a:pt x="117062" y="117062"/>
                  </a:lnTo>
                  <a:lnTo>
                    <a:pt x="131766" y="95261"/>
                  </a:lnTo>
                  <a:lnTo>
                    <a:pt x="137158" y="68578"/>
                  </a:lnTo>
                  <a:lnTo>
                    <a:pt x="131766" y="41897"/>
                  </a:lnTo>
                  <a:lnTo>
                    <a:pt x="117062" y="20096"/>
                  </a:lnTo>
                  <a:lnTo>
                    <a:pt x="95261" y="5392"/>
                  </a:lnTo>
                  <a:lnTo>
                    <a:pt x="68580" y="0"/>
                  </a:lnTo>
                  <a:close/>
                </a:path>
              </a:pathLst>
            </a:custGeom>
            <a:solidFill>
              <a:srgbClr val="6F2F9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278" name="Google Shape;3278;p139"/>
            <p:cNvPicPr preferRelativeResize="0"/>
            <p:nvPr/>
          </p:nvPicPr>
          <p:blipFill rotWithShape="1">
            <a:blip r:embed="rId3">
              <a:alphaModFix/>
            </a:blip>
            <a:srcRect/>
            <a:stretch/>
          </p:blipFill>
          <p:spPr>
            <a:xfrm>
              <a:off x="1787652" y="3724654"/>
              <a:ext cx="137160" cy="137160"/>
            </a:xfrm>
            <a:prstGeom prst="rect">
              <a:avLst/>
            </a:prstGeom>
            <a:noFill/>
            <a:ln>
              <a:noFill/>
            </a:ln>
          </p:spPr>
        </p:pic>
        <p:pic>
          <p:nvPicPr>
            <p:cNvPr id="3279" name="Google Shape;3279;p139"/>
            <p:cNvPicPr preferRelativeResize="0"/>
            <p:nvPr/>
          </p:nvPicPr>
          <p:blipFill rotWithShape="1">
            <a:blip r:embed="rId3">
              <a:alphaModFix/>
            </a:blip>
            <a:srcRect/>
            <a:stretch/>
          </p:blipFill>
          <p:spPr>
            <a:xfrm>
              <a:off x="2225040" y="3992878"/>
              <a:ext cx="137160" cy="137158"/>
            </a:xfrm>
            <a:prstGeom prst="rect">
              <a:avLst/>
            </a:prstGeom>
            <a:noFill/>
            <a:ln>
              <a:noFill/>
            </a:ln>
          </p:spPr>
        </p:pic>
        <p:pic>
          <p:nvPicPr>
            <p:cNvPr id="3280" name="Google Shape;3280;p139"/>
            <p:cNvPicPr preferRelativeResize="0"/>
            <p:nvPr/>
          </p:nvPicPr>
          <p:blipFill rotWithShape="1">
            <a:blip r:embed="rId5">
              <a:alphaModFix/>
            </a:blip>
            <a:srcRect/>
            <a:stretch/>
          </p:blipFill>
          <p:spPr>
            <a:xfrm>
              <a:off x="2903220" y="4936234"/>
              <a:ext cx="137160" cy="137158"/>
            </a:xfrm>
            <a:prstGeom prst="rect">
              <a:avLst/>
            </a:prstGeom>
            <a:noFill/>
            <a:ln>
              <a:noFill/>
            </a:ln>
          </p:spPr>
        </p:pic>
        <p:pic>
          <p:nvPicPr>
            <p:cNvPr id="3281" name="Google Shape;3281;p139"/>
            <p:cNvPicPr preferRelativeResize="0"/>
            <p:nvPr/>
          </p:nvPicPr>
          <p:blipFill rotWithShape="1">
            <a:blip r:embed="rId3">
              <a:alphaModFix/>
            </a:blip>
            <a:srcRect/>
            <a:stretch/>
          </p:blipFill>
          <p:spPr>
            <a:xfrm>
              <a:off x="2624326" y="3587494"/>
              <a:ext cx="137159" cy="137158"/>
            </a:xfrm>
            <a:prstGeom prst="rect">
              <a:avLst/>
            </a:prstGeom>
            <a:noFill/>
            <a:ln>
              <a:noFill/>
            </a:ln>
          </p:spPr>
        </p:pic>
        <p:pic>
          <p:nvPicPr>
            <p:cNvPr id="3282" name="Google Shape;3282;p139"/>
            <p:cNvPicPr preferRelativeResize="0"/>
            <p:nvPr/>
          </p:nvPicPr>
          <p:blipFill rotWithShape="1">
            <a:blip r:embed="rId3">
              <a:alphaModFix/>
            </a:blip>
            <a:srcRect/>
            <a:stretch/>
          </p:blipFill>
          <p:spPr>
            <a:xfrm>
              <a:off x="3505200" y="3992878"/>
              <a:ext cx="137160" cy="137158"/>
            </a:xfrm>
            <a:prstGeom prst="rect">
              <a:avLst/>
            </a:prstGeom>
            <a:noFill/>
            <a:ln>
              <a:noFill/>
            </a:ln>
          </p:spPr>
        </p:pic>
        <p:pic>
          <p:nvPicPr>
            <p:cNvPr id="3283" name="Google Shape;3283;p139"/>
            <p:cNvPicPr preferRelativeResize="0"/>
            <p:nvPr/>
          </p:nvPicPr>
          <p:blipFill rotWithShape="1">
            <a:blip r:embed="rId3">
              <a:alphaModFix/>
            </a:blip>
            <a:srcRect/>
            <a:stretch/>
          </p:blipFill>
          <p:spPr>
            <a:xfrm>
              <a:off x="3444238" y="4539994"/>
              <a:ext cx="137160" cy="137160"/>
            </a:xfrm>
            <a:prstGeom prst="rect">
              <a:avLst/>
            </a:prstGeom>
            <a:noFill/>
            <a:ln>
              <a:noFill/>
            </a:ln>
          </p:spPr>
        </p:pic>
        <p:pic>
          <p:nvPicPr>
            <p:cNvPr id="3284" name="Google Shape;3284;p139"/>
            <p:cNvPicPr preferRelativeResize="0"/>
            <p:nvPr/>
          </p:nvPicPr>
          <p:blipFill rotWithShape="1">
            <a:blip r:embed="rId3">
              <a:alphaModFix/>
            </a:blip>
            <a:srcRect/>
            <a:stretch/>
          </p:blipFill>
          <p:spPr>
            <a:xfrm>
              <a:off x="3834382" y="4468366"/>
              <a:ext cx="137160" cy="137158"/>
            </a:xfrm>
            <a:prstGeom prst="rect">
              <a:avLst/>
            </a:prstGeom>
            <a:noFill/>
            <a:ln>
              <a:noFill/>
            </a:ln>
          </p:spPr>
        </p:pic>
        <p:pic>
          <p:nvPicPr>
            <p:cNvPr id="3285" name="Google Shape;3285;p139"/>
            <p:cNvPicPr preferRelativeResize="0"/>
            <p:nvPr/>
          </p:nvPicPr>
          <p:blipFill rotWithShape="1">
            <a:blip r:embed="rId3">
              <a:alphaModFix/>
            </a:blip>
            <a:srcRect/>
            <a:stretch/>
          </p:blipFill>
          <p:spPr>
            <a:xfrm>
              <a:off x="3019044" y="4261104"/>
              <a:ext cx="137160" cy="137158"/>
            </a:xfrm>
            <a:prstGeom prst="rect">
              <a:avLst/>
            </a:prstGeom>
            <a:noFill/>
            <a:ln>
              <a:noFill/>
            </a:ln>
          </p:spPr>
        </p:pic>
        <p:pic>
          <p:nvPicPr>
            <p:cNvPr id="3286" name="Google Shape;3286;p139"/>
            <p:cNvPicPr preferRelativeResize="0"/>
            <p:nvPr/>
          </p:nvPicPr>
          <p:blipFill rotWithShape="1">
            <a:blip r:embed="rId3">
              <a:alphaModFix/>
            </a:blip>
            <a:srcRect/>
            <a:stretch/>
          </p:blipFill>
          <p:spPr>
            <a:xfrm>
              <a:off x="3505200" y="5414772"/>
              <a:ext cx="137160" cy="137158"/>
            </a:xfrm>
            <a:prstGeom prst="rect">
              <a:avLst/>
            </a:prstGeom>
            <a:noFill/>
            <a:ln>
              <a:noFill/>
            </a:ln>
          </p:spPr>
        </p:pic>
        <p:pic>
          <p:nvPicPr>
            <p:cNvPr id="3287" name="Google Shape;3287;p139"/>
            <p:cNvPicPr preferRelativeResize="0"/>
            <p:nvPr/>
          </p:nvPicPr>
          <p:blipFill rotWithShape="1">
            <a:blip r:embed="rId3">
              <a:alphaModFix/>
            </a:blip>
            <a:srcRect/>
            <a:stretch/>
          </p:blipFill>
          <p:spPr>
            <a:xfrm>
              <a:off x="3642360" y="5126734"/>
              <a:ext cx="137160" cy="137158"/>
            </a:xfrm>
            <a:prstGeom prst="rect">
              <a:avLst/>
            </a:prstGeom>
            <a:noFill/>
            <a:ln>
              <a:noFill/>
            </a:ln>
          </p:spPr>
        </p:pic>
        <p:pic>
          <p:nvPicPr>
            <p:cNvPr id="3288" name="Google Shape;3288;p139"/>
            <p:cNvPicPr preferRelativeResize="0"/>
            <p:nvPr/>
          </p:nvPicPr>
          <p:blipFill rotWithShape="1">
            <a:blip r:embed="rId6">
              <a:alphaModFix/>
            </a:blip>
            <a:srcRect/>
            <a:stretch/>
          </p:blipFill>
          <p:spPr>
            <a:xfrm>
              <a:off x="4047744" y="4055362"/>
              <a:ext cx="137158" cy="137159"/>
            </a:xfrm>
            <a:prstGeom prst="rect">
              <a:avLst/>
            </a:prstGeom>
            <a:noFill/>
            <a:ln>
              <a:noFill/>
            </a:ln>
          </p:spPr>
        </p:pic>
        <p:pic>
          <p:nvPicPr>
            <p:cNvPr id="3289" name="Google Shape;3289;p139"/>
            <p:cNvPicPr preferRelativeResize="0"/>
            <p:nvPr/>
          </p:nvPicPr>
          <p:blipFill rotWithShape="1">
            <a:blip r:embed="rId6">
              <a:alphaModFix/>
            </a:blip>
            <a:srcRect/>
            <a:stretch/>
          </p:blipFill>
          <p:spPr>
            <a:xfrm>
              <a:off x="4009644" y="4927090"/>
              <a:ext cx="137158" cy="137158"/>
            </a:xfrm>
            <a:prstGeom prst="rect">
              <a:avLst/>
            </a:prstGeom>
            <a:noFill/>
            <a:ln>
              <a:noFill/>
            </a:ln>
          </p:spPr>
        </p:pic>
        <p:pic>
          <p:nvPicPr>
            <p:cNvPr id="3290" name="Google Shape;3290;p139"/>
            <p:cNvPicPr preferRelativeResize="0"/>
            <p:nvPr/>
          </p:nvPicPr>
          <p:blipFill rotWithShape="1">
            <a:blip r:embed="rId3">
              <a:alphaModFix/>
            </a:blip>
            <a:srcRect/>
            <a:stretch/>
          </p:blipFill>
          <p:spPr>
            <a:xfrm>
              <a:off x="4264150" y="5396482"/>
              <a:ext cx="137160" cy="137158"/>
            </a:xfrm>
            <a:prstGeom prst="rect">
              <a:avLst/>
            </a:prstGeom>
            <a:noFill/>
            <a:ln>
              <a:noFill/>
            </a:ln>
          </p:spPr>
        </p:pic>
        <p:pic>
          <p:nvPicPr>
            <p:cNvPr id="3291" name="Google Shape;3291;p139"/>
            <p:cNvPicPr preferRelativeResize="0"/>
            <p:nvPr/>
          </p:nvPicPr>
          <p:blipFill rotWithShape="1">
            <a:blip r:embed="rId3">
              <a:alphaModFix/>
            </a:blip>
            <a:srcRect/>
            <a:stretch/>
          </p:blipFill>
          <p:spPr>
            <a:xfrm>
              <a:off x="3009900" y="2973322"/>
              <a:ext cx="137160" cy="137159"/>
            </a:xfrm>
            <a:prstGeom prst="rect">
              <a:avLst/>
            </a:prstGeom>
            <a:noFill/>
            <a:ln>
              <a:noFill/>
            </a:ln>
          </p:spPr>
        </p:pic>
        <p:pic>
          <p:nvPicPr>
            <p:cNvPr id="3292" name="Google Shape;3292;p139"/>
            <p:cNvPicPr preferRelativeResize="0"/>
            <p:nvPr/>
          </p:nvPicPr>
          <p:blipFill rotWithShape="1">
            <a:blip r:embed="rId3">
              <a:alphaModFix/>
            </a:blip>
            <a:srcRect/>
            <a:stretch/>
          </p:blipFill>
          <p:spPr>
            <a:xfrm>
              <a:off x="3552444" y="3070858"/>
              <a:ext cx="137158" cy="137159"/>
            </a:xfrm>
            <a:prstGeom prst="rect">
              <a:avLst/>
            </a:prstGeom>
            <a:noFill/>
            <a:ln>
              <a:noFill/>
            </a:ln>
          </p:spPr>
        </p:pic>
        <p:pic>
          <p:nvPicPr>
            <p:cNvPr id="3293" name="Google Shape;3293;p139"/>
            <p:cNvPicPr preferRelativeResize="0"/>
            <p:nvPr/>
          </p:nvPicPr>
          <p:blipFill rotWithShape="1">
            <a:blip r:embed="rId6">
              <a:alphaModFix/>
            </a:blip>
            <a:srcRect/>
            <a:stretch/>
          </p:blipFill>
          <p:spPr>
            <a:xfrm>
              <a:off x="3872482" y="3441190"/>
              <a:ext cx="137160" cy="137160"/>
            </a:xfrm>
            <a:prstGeom prst="rect">
              <a:avLst/>
            </a:prstGeom>
            <a:noFill/>
            <a:ln>
              <a:noFill/>
            </a:ln>
          </p:spPr>
        </p:pic>
        <p:sp>
          <p:nvSpPr>
            <p:cNvPr id="3294" name="Google Shape;3294;p139"/>
            <p:cNvSpPr/>
            <p:nvPr/>
          </p:nvSpPr>
          <p:spPr>
            <a:xfrm>
              <a:off x="1560576" y="4776216"/>
              <a:ext cx="137160" cy="137160"/>
            </a:xfrm>
            <a:custGeom>
              <a:avLst/>
              <a:gdLst/>
              <a:ahLst/>
              <a:cxnLst/>
              <a:rect l="l" t="t" r="r" b="b"/>
              <a:pathLst>
                <a:path w="137160" h="137160" extrusionOk="0">
                  <a:moveTo>
                    <a:pt x="68580" y="0"/>
                  </a:moveTo>
                  <a:lnTo>
                    <a:pt x="41898" y="5392"/>
                  </a:lnTo>
                  <a:lnTo>
                    <a:pt x="20096" y="20096"/>
                  </a:lnTo>
                  <a:lnTo>
                    <a:pt x="5392" y="41897"/>
                  </a:lnTo>
                  <a:lnTo>
                    <a:pt x="0" y="68578"/>
                  </a:lnTo>
                  <a:lnTo>
                    <a:pt x="5392" y="95261"/>
                  </a:lnTo>
                  <a:lnTo>
                    <a:pt x="20096" y="117062"/>
                  </a:lnTo>
                  <a:lnTo>
                    <a:pt x="41898" y="131766"/>
                  </a:lnTo>
                  <a:lnTo>
                    <a:pt x="68580" y="137158"/>
                  </a:lnTo>
                  <a:lnTo>
                    <a:pt x="95261" y="131766"/>
                  </a:lnTo>
                  <a:lnTo>
                    <a:pt x="117062" y="117062"/>
                  </a:lnTo>
                  <a:lnTo>
                    <a:pt x="131766" y="95261"/>
                  </a:lnTo>
                  <a:lnTo>
                    <a:pt x="137160" y="68578"/>
                  </a:lnTo>
                  <a:lnTo>
                    <a:pt x="131766" y="41897"/>
                  </a:lnTo>
                  <a:lnTo>
                    <a:pt x="117062" y="20096"/>
                  </a:lnTo>
                  <a:lnTo>
                    <a:pt x="95261" y="5392"/>
                  </a:lnTo>
                  <a:lnTo>
                    <a:pt x="68580" y="0"/>
                  </a:lnTo>
                  <a:close/>
                </a:path>
              </a:pathLst>
            </a:custGeom>
            <a:solidFill>
              <a:srgbClr val="6F2F9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295" name="Google Shape;3295;p139"/>
            <p:cNvPicPr preferRelativeResize="0"/>
            <p:nvPr/>
          </p:nvPicPr>
          <p:blipFill rotWithShape="1">
            <a:blip r:embed="rId7">
              <a:alphaModFix/>
            </a:blip>
            <a:srcRect/>
            <a:stretch/>
          </p:blipFill>
          <p:spPr>
            <a:xfrm>
              <a:off x="2142744" y="4913374"/>
              <a:ext cx="137160" cy="137159"/>
            </a:xfrm>
            <a:prstGeom prst="rect">
              <a:avLst/>
            </a:prstGeom>
            <a:noFill/>
            <a:ln>
              <a:noFill/>
            </a:ln>
          </p:spPr>
        </p:pic>
        <p:pic>
          <p:nvPicPr>
            <p:cNvPr id="3296" name="Google Shape;3296;p139"/>
            <p:cNvPicPr preferRelativeResize="0"/>
            <p:nvPr/>
          </p:nvPicPr>
          <p:blipFill rotWithShape="1">
            <a:blip r:embed="rId4">
              <a:alphaModFix/>
            </a:blip>
            <a:srcRect/>
            <a:stretch/>
          </p:blipFill>
          <p:spPr>
            <a:xfrm>
              <a:off x="2193036" y="5178550"/>
              <a:ext cx="137158" cy="137160"/>
            </a:xfrm>
            <a:prstGeom prst="rect">
              <a:avLst/>
            </a:prstGeom>
            <a:noFill/>
            <a:ln>
              <a:noFill/>
            </a:ln>
          </p:spPr>
        </p:pic>
        <p:pic>
          <p:nvPicPr>
            <p:cNvPr id="3297" name="Google Shape;3297;p139"/>
            <p:cNvPicPr preferRelativeResize="0"/>
            <p:nvPr/>
          </p:nvPicPr>
          <p:blipFill rotWithShape="1">
            <a:blip r:embed="rId4">
              <a:alphaModFix/>
            </a:blip>
            <a:srcRect/>
            <a:stretch/>
          </p:blipFill>
          <p:spPr>
            <a:xfrm>
              <a:off x="1766316" y="5320282"/>
              <a:ext cx="137158" cy="137158"/>
            </a:xfrm>
            <a:prstGeom prst="rect">
              <a:avLst/>
            </a:prstGeom>
            <a:noFill/>
            <a:ln>
              <a:noFill/>
            </a:ln>
          </p:spPr>
        </p:pic>
        <p:sp>
          <p:nvSpPr>
            <p:cNvPr id="3298" name="Google Shape;3298;p139"/>
            <p:cNvSpPr/>
            <p:nvPr/>
          </p:nvSpPr>
          <p:spPr>
            <a:xfrm>
              <a:off x="2071116" y="5273039"/>
              <a:ext cx="612775" cy="417830"/>
            </a:xfrm>
            <a:custGeom>
              <a:avLst/>
              <a:gdLst/>
              <a:ahLst/>
              <a:cxnLst/>
              <a:rect l="l" t="t" r="r" b="b"/>
              <a:pathLst>
                <a:path w="612775" h="417829" extrusionOk="0">
                  <a:moveTo>
                    <a:pt x="137160" y="272796"/>
                  </a:moveTo>
                  <a:lnTo>
                    <a:pt x="131762" y="246126"/>
                  </a:lnTo>
                  <a:lnTo>
                    <a:pt x="117043" y="224320"/>
                  </a:lnTo>
                  <a:lnTo>
                    <a:pt x="95250" y="209613"/>
                  </a:lnTo>
                  <a:lnTo>
                    <a:pt x="68580" y="204216"/>
                  </a:lnTo>
                  <a:lnTo>
                    <a:pt x="41897" y="209613"/>
                  </a:lnTo>
                  <a:lnTo>
                    <a:pt x="20091" y="224320"/>
                  </a:lnTo>
                  <a:lnTo>
                    <a:pt x="5372" y="246126"/>
                  </a:lnTo>
                  <a:lnTo>
                    <a:pt x="0" y="272796"/>
                  </a:lnTo>
                  <a:lnTo>
                    <a:pt x="5372" y="299478"/>
                  </a:lnTo>
                  <a:lnTo>
                    <a:pt x="20091" y="321284"/>
                  </a:lnTo>
                  <a:lnTo>
                    <a:pt x="41897" y="335991"/>
                  </a:lnTo>
                  <a:lnTo>
                    <a:pt x="68580" y="341376"/>
                  </a:lnTo>
                  <a:lnTo>
                    <a:pt x="95250" y="335991"/>
                  </a:lnTo>
                  <a:lnTo>
                    <a:pt x="117043" y="321284"/>
                  </a:lnTo>
                  <a:lnTo>
                    <a:pt x="131762" y="299478"/>
                  </a:lnTo>
                  <a:lnTo>
                    <a:pt x="137160" y="272796"/>
                  </a:lnTo>
                  <a:close/>
                </a:path>
                <a:path w="612775" h="417829" extrusionOk="0">
                  <a:moveTo>
                    <a:pt x="422148" y="68580"/>
                  </a:moveTo>
                  <a:lnTo>
                    <a:pt x="416750" y="41910"/>
                  </a:lnTo>
                  <a:lnTo>
                    <a:pt x="402031" y="20104"/>
                  </a:lnTo>
                  <a:lnTo>
                    <a:pt x="380238" y="5397"/>
                  </a:lnTo>
                  <a:lnTo>
                    <a:pt x="353568" y="0"/>
                  </a:lnTo>
                  <a:lnTo>
                    <a:pt x="326885" y="5397"/>
                  </a:lnTo>
                  <a:lnTo>
                    <a:pt x="305079" y="20104"/>
                  </a:lnTo>
                  <a:lnTo>
                    <a:pt x="290360" y="41910"/>
                  </a:lnTo>
                  <a:lnTo>
                    <a:pt x="284988" y="68580"/>
                  </a:lnTo>
                  <a:lnTo>
                    <a:pt x="290360" y="95262"/>
                  </a:lnTo>
                  <a:lnTo>
                    <a:pt x="305079" y="117068"/>
                  </a:lnTo>
                  <a:lnTo>
                    <a:pt x="326885" y="131775"/>
                  </a:lnTo>
                  <a:lnTo>
                    <a:pt x="353568" y="137160"/>
                  </a:lnTo>
                  <a:lnTo>
                    <a:pt x="380238" y="131775"/>
                  </a:lnTo>
                  <a:lnTo>
                    <a:pt x="402031" y="117068"/>
                  </a:lnTo>
                  <a:lnTo>
                    <a:pt x="416750" y="95262"/>
                  </a:lnTo>
                  <a:lnTo>
                    <a:pt x="422148" y="68580"/>
                  </a:lnTo>
                  <a:close/>
                </a:path>
                <a:path w="612775" h="417829" extrusionOk="0">
                  <a:moveTo>
                    <a:pt x="612648" y="348996"/>
                  </a:moveTo>
                  <a:lnTo>
                    <a:pt x="607250" y="322326"/>
                  </a:lnTo>
                  <a:lnTo>
                    <a:pt x="592531" y="300520"/>
                  </a:lnTo>
                  <a:lnTo>
                    <a:pt x="570738" y="285813"/>
                  </a:lnTo>
                  <a:lnTo>
                    <a:pt x="544068" y="280416"/>
                  </a:lnTo>
                  <a:lnTo>
                    <a:pt x="517385" y="285813"/>
                  </a:lnTo>
                  <a:lnTo>
                    <a:pt x="495579" y="300520"/>
                  </a:lnTo>
                  <a:lnTo>
                    <a:pt x="480860" y="322326"/>
                  </a:lnTo>
                  <a:lnTo>
                    <a:pt x="475488" y="348996"/>
                  </a:lnTo>
                  <a:lnTo>
                    <a:pt x="480860" y="375691"/>
                  </a:lnTo>
                  <a:lnTo>
                    <a:pt x="495579" y="397497"/>
                  </a:lnTo>
                  <a:lnTo>
                    <a:pt x="517385" y="412191"/>
                  </a:lnTo>
                  <a:lnTo>
                    <a:pt x="544068" y="417576"/>
                  </a:lnTo>
                  <a:lnTo>
                    <a:pt x="570738" y="412191"/>
                  </a:lnTo>
                  <a:lnTo>
                    <a:pt x="592531" y="397497"/>
                  </a:lnTo>
                  <a:lnTo>
                    <a:pt x="607250" y="375691"/>
                  </a:lnTo>
                  <a:lnTo>
                    <a:pt x="612648" y="348996"/>
                  </a:lnTo>
                  <a:close/>
                </a:path>
              </a:pathLst>
            </a:custGeom>
            <a:solidFill>
              <a:srgbClr val="FF8B18"/>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299" name="Google Shape;3299;p139"/>
            <p:cNvPicPr preferRelativeResize="0"/>
            <p:nvPr/>
          </p:nvPicPr>
          <p:blipFill rotWithShape="1">
            <a:blip r:embed="rId3">
              <a:alphaModFix/>
            </a:blip>
            <a:srcRect/>
            <a:stretch/>
          </p:blipFill>
          <p:spPr>
            <a:xfrm>
              <a:off x="2534412" y="3819142"/>
              <a:ext cx="137160" cy="137160"/>
            </a:xfrm>
            <a:prstGeom prst="rect">
              <a:avLst/>
            </a:prstGeom>
            <a:noFill/>
            <a:ln>
              <a:noFill/>
            </a:ln>
          </p:spPr>
        </p:pic>
        <p:pic>
          <p:nvPicPr>
            <p:cNvPr id="3300" name="Google Shape;3300;p139"/>
            <p:cNvPicPr preferRelativeResize="0"/>
            <p:nvPr/>
          </p:nvPicPr>
          <p:blipFill rotWithShape="1">
            <a:blip r:embed="rId3">
              <a:alphaModFix/>
            </a:blip>
            <a:srcRect/>
            <a:stretch/>
          </p:blipFill>
          <p:spPr>
            <a:xfrm>
              <a:off x="2595372" y="3272026"/>
              <a:ext cx="137158" cy="137160"/>
            </a:xfrm>
            <a:prstGeom prst="rect">
              <a:avLst/>
            </a:prstGeom>
            <a:noFill/>
            <a:ln>
              <a:noFill/>
            </a:ln>
          </p:spPr>
        </p:pic>
        <p:pic>
          <p:nvPicPr>
            <p:cNvPr id="3301" name="Google Shape;3301;p139"/>
            <p:cNvPicPr preferRelativeResize="0"/>
            <p:nvPr/>
          </p:nvPicPr>
          <p:blipFill rotWithShape="1">
            <a:blip r:embed="rId3">
              <a:alphaModFix/>
            </a:blip>
            <a:srcRect/>
            <a:stretch/>
          </p:blipFill>
          <p:spPr>
            <a:xfrm>
              <a:off x="2109216" y="3540250"/>
              <a:ext cx="137158" cy="137160"/>
            </a:xfrm>
            <a:prstGeom prst="rect">
              <a:avLst/>
            </a:prstGeom>
            <a:noFill/>
            <a:ln>
              <a:noFill/>
            </a:ln>
          </p:spPr>
        </p:pic>
        <p:pic>
          <p:nvPicPr>
            <p:cNvPr id="3302" name="Google Shape;3302;p139"/>
            <p:cNvPicPr preferRelativeResize="0"/>
            <p:nvPr/>
          </p:nvPicPr>
          <p:blipFill rotWithShape="1">
            <a:blip r:embed="rId6">
              <a:alphaModFix/>
            </a:blip>
            <a:srcRect/>
            <a:stretch/>
          </p:blipFill>
          <p:spPr>
            <a:xfrm>
              <a:off x="2924554" y="3745990"/>
              <a:ext cx="137160" cy="137158"/>
            </a:xfrm>
            <a:prstGeom prst="rect">
              <a:avLst/>
            </a:prstGeom>
            <a:noFill/>
            <a:ln>
              <a:noFill/>
            </a:ln>
          </p:spPr>
        </p:pic>
        <p:pic>
          <p:nvPicPr>
            <p:cNvPr id="3303" name="Google Shape;3303;p139"/>
            <p:cNvPicPr preferRelativeResize="0"/>
            <p:nvPr/>
          </p:nvPicPr>
          <p:blipFill rotWithShape="1">
            <a:blip r:embed="rId3">
              <a:alphaModFix/>
            </a:blip>
            <a:srcRect/>
            <a:stretch/>
          </p:blipFill>
          <p:spPr>
            <a:xfrm>
              <a:off x="3139438" y="3332986"/>
              <a:ext cx="137160" cy="137159"/>
            </a:xfrm>
            <a:prstGeom prst="rect">
              <a:avLst/>
            </a:prstGeom>
            <a:noFill/>
            <a:ln>
              <a:noFill/>
            </a:ln>
          </p:spPr>
        </p:pic>
        <p:pic>
          <p:nvPicPr>
            <p:cNvPr id="3304" name="Google Shape;3304;p139"/>
            <p:cNvPicPr preferRelativeResize="0"/>
            <p:nvPr/>
          </p:nvPicPr>
          <p:blipFill rotWithShape="1">
            <a:blip r:embed="rId6">
              <a:alphaModFix/>
            </a:blip>
            <a:srcRect/>
            <a:stretch/>
          </p:blipFill>
          <p:spPr>
            <a:xfrm>
              <a:off x="3899916" y="3732274"/>
              <a:ext cx="137160" cy="137159"/>
            </a:xfrm>
            <a:prstGeom prst="rect">
              <a:avLst/>
            </a:prstGeom>
            <a:noFill/>
            <a:ln>
              <a:noFill/>
            </a:ln>
          </p:spPr>
        </p:pic>
        <p:pic>
          <p:nvPicPr>
            <p:cNvPr id="3305" name="Google Shape;3305;p139"/>
            <p:cNvPicPr preferRelativeResize="0"/>
            <p:nvPr/>
          </p:nvPicPr>
          <p:blipFill rotWithShape="1">
            <a:blip r:embed="rId3">
              <a:alphaModFix/>
            </a:blip>
            <a:srcRect/>
            <a:stretch/>
          </p:blipFill>
          <p:spPr>
            <a:xfrm>
              <a:off x="3959350" y="3185158"/>
              <a:ext cx="137160" cy="137160"/>
            </a:xfrm>
            <a:prstGeom prst="rect">
              <a:avLst/>
            </a:prstGeom>
            <a:noFill/>
            <a:ln>
              <a:noFill/>
            </a:ln>
          </p:spPr>
        </p:pic>
        <p:pic>
          <p:nvPicPr>
            <p:cNvPr id="3306" name="Google Shape;3306;p139"/>
            <p:cNvPicPr preferRelativeResize="0"/>
            <p:nvPr/>
          </p:nvPicPr>
          <p:blipFill rotWithShape="1">
            <a:blip r:embed="rId3">
              <a:alphaModFix/>
            </a:blip>
            <a:srcRect/>
            <a:stretch/>
          </p:blipFill>
          <p:spPr>
            <a:xfrm>
              <a:off x="4288536" y="3659122"/>
              <a:ext cx="137160" cy="137158"/>
            </a:xfrm>
            <a:prstGeom prst="rect">
              <a:avLst/>
            </a:prstGeom>
            <a:noFill/>
            <a:ln>
              <a:noFill/>
            </a:ln>
          </p:spPr>
        </p:pic>
        <p:pic>
          <p:nvPicPr>
            <p:cNvPr id="3307" name="Google Shape;3307;p139"/>
            <p:cNvPicPr preferRelativeResize="0"/>
            <p:nvPr/>
          </p:nvPicPr>
          <p:blipFill rotWithShape="1">
            <a:blip r:embed="rId5">
              <a:alphaModFix/>
            </a:blip>
            <a:srcRect/>
            <a:stretch/>
          </p:blipFill>
          <p:spPr>
            <a:xfrm>
              <a:off x="3474720" y="3453382"/>
              <a:ext cx="137158" cy="137160"/>
            </a:xfrm>
            <a:prstGeom prst="rect">
              <a:avLst/>
            </a:prstGeom>
            <a:noFill/>
            <a:ln>
              <a:noFill/>
            </a:ln>
          </p:spPr>
        </p:pic>
        <p:pic>
          <p:nvPicPr>
            <p:cNvPr id="3308" name="Google Shape;3308;p139"/>
            <p:cNvPicPr preferRelativeResize="0"/>
            <p:nvPr/>
          </p:nvPicPr>
          <p:blipFill rotWithShape="1">
            <a:blip r:embed="rId8">
              <a:alphaModFix/>
            </a:blip>
            <a:srcRect/>
            <a:stretch/>
          </p:blipFill>
          <p:spPr>
            <a:xfrm>
              <a:off x="4503418" y="3246118"/>
              <a:ext cx="137158" cy="137158"/>
            </a:xfrm>
            <a:prstGeom prst="rect">
              <a:avLst/>
            </a:prstGeom>
            <a:noFill/>
            <a:ln>
              <a:noFill/>
            </a:ln>
          </p:spPr>
        </p:pic>
        <p:pic>
          <p:nvPicPr>
            <p:cNvPr id="3309" name="Google Shape;3309;p139"/>
            <p:cNvPicPr preferRelativeResize="0"/>
            <p:nvPr/>
          </p:nvPicPr>
          <p:blipFill rotWithShape="1">
            <a:blip r:embed="rId5">
              <a:alphaModFix/>
            </a:blip>
            <a:srcRect/>
            <a:stretch/>
          </p:blipFill>
          <p:spPr>
            <a:xfrm>
              <a:off x="1755648" y="4224526"/>
              <a:ext cx="137158" cy="137160"/>
            </a:xfrm>
            <a:prstGeom prst="rect">
              <a:avLst/>
            </a:prstGeom>
            <a:noFill/>
            <a:ln>
              <a:noFill/>
            </a:ln>
          </p:spPr>
        </p:pic>
        <p:pic>
          <p:nvPicPr>
            <p:cNvPr id="3310" name="Google Shape;3310;p139"/>
            <p:cNvPicPr preferRelativeResize="0"/>
            <p:nvPr/>
          </p:nvPicPr>
          <p:blipFill rotWithShape="1">
            <a:blip r:embed="rId5">
              <a:alphaModFix/>
            </a:blip>
            <a:srcRect/>
            <a:stretch/>
          </p:blipFill>
          <p:spPr>
            <a:xfrm>
              <a:off x="1450848" y="4142232"/>
              <a:ext cx="137159" cy="137159"/>
            </a:xfrm>
            <a:prstGeom prst="rect">
              <a:avLst/>
            </a:prstGeom>
            <a:noFill/>
            <a:ln>
              <a:noFill/>
            </a:ln>
          </p:spPr>
        </p:pic>
        <p:pic>
          <p:nvPicPr>
            <p:cNvPr id="3311" name="Google Shape;3311;p139"/>
            <p:cNvPicPr preferRelativeResize="0"/>
            <p:nvPr/>
          </p:nvPicPr>
          <p:blipFill rotWithShape="1">
            <a:blip r:embed="rId3">
              <a:alphaModFix/>
            </a:blip>
            <a:srcRect/>
            <a:stretch/>
          </p:blipFill>
          <p:spPr>
            <a:xfrm>
              <a:off x="2113788" y="4305300"/>
              <a:ext cx="137160" cy="137160"/>
            </a:xfrm>
            <a:prstGeom prst="rect">
              <a:avLst/>
            </a:prstGeom>
            <a:noFill/>
            <a:ln>
              <a:noFill/>
            </a:ln>
          </p:spPr>
        </p:pic>
        <p:pic>
          <p:nvPicPr>
            <p:cNvPr id="3312" name="Google Shape;3312;p139"/>
            <p:cNvPicPr preferRelativeResize="0"/>
            <p:nvPr/>
          </p:nvPicPr>
          <p:blipFill rotWithShape="1">
            <a:blip r:embed="rId6">
              <a:alphaModFix/>
            </a:blip>
            <a:srcRect/>
            <a:stretch/>
          </p:blipFill>
          <p:spPr>
            <a:xfrm>
              <a:off x="3337560" y="4837174"/>
              <a:ext cx="137160" cy="137159"/>
            </a:xfrm>
            <a:prstGeom prst="rect">
              <a:avLst/>
            </a:prstGeom>
            <a:noFill/>
            <a:ln>
              <a:noFill/>
            </a:ln>
          </p:spPr>
        </p:pic>
        <p:pic>
          <p:nvPicPr>
            <p:cNvPr id="3313" name="Google Shape;3313;p139"/>
            <p:cNvPicPr preferRelativeResize="0"/>
            <p:nvPr/>
          </p:nvPicPr>
          <p:blipFill rotWithShape="1">
            <a:blip r:embed="rId3">
              <a:alphaModFix/>
            </a:blip>
            <a:srcRect/>
            <a:stretch/>
          </p:blipFill>
          <p:spPr>
            <a:xfrm>
              <a:off x="3276600" y="5090160"/>
              <a:ext cx="137160" cy="137158"/>
            </a:xfrm>
            <a:prstGeom prst="rect">
              <a:avLst/>
            </a:prstGeom>
            <a:noFill/>
            <a:ln>
              <a:noFill/>
            </a:ln>
          </p:spPr>
        </p:pic>
        <p:pic>
          <p:nvPicPr>
            <p:cNvPr id="3314" name="Google Shape;3314;p139"/>
            <p:cNvPicPr preferRelativeResize="0"/>
            <p:nvPr/>
          </p:nvPicPr>
          <p:blipFill rotWithShape="1">
            <a:blip r:embed="rId3">
              <a:alphaModFix/>
            </a:blip>
            <a:srcRect/>
            <a:stretch/>
          </p:blipFill>
          <p:spPr>
            <a:xfrm>
              <a:off x="3142488" y="5352288"/>
              <a:ext cx="137160" cy="137158"/>
            </a:xfrm>
            <a:prstGeom prst="rect">
              <a:avLst/>
            </a:prstGeom>
            <a:noFill/>
            <a:ln>
              <a:noFill/>
            </a:ln>
          </p:spPr>
        </p:pic>
        <p:pic>
          <p:nvPicPr>
            <p:cNvPr id="3315" name="Google Shape;3315;p139"/>
            <p:cNvPicPr preferRelativeResize="0"/>
            <p:nvPr/>
          </p:nvPicPr>
          <p:blipFill rotWithShape="1">
            <a:blip r:embed="rId3">
              <a:alphaModFix/>
            </a:blip>
            <a:srcRect/>
            <a:stretch/>
          </p:blipFill>
          <p:spPr>
            <a:xfrm>
              <a:off x="3345180" y="3232402"/>
              <a:ext cx="137160" cy="137160"/>
            </a:xfrm>
            <a:prstGeom prst="rect">
              <a:avLst/>
            </a:prstGeom>
            <a:noFill/>
            <a:ln>
              <a:noFill/>
            </a:ln>
          </p:spPr>
        </p:pic>
        <p:pic>
          <p:nvPicPr>
            <p:cNvPr id="3316" name="Google Shape;3316;p139"/>
            <p:cNvPicPr preferRelativeResize="0"/>
            <p:nvPr/>
          </p:nvPicPr>
          <p:blipFill rotWithShape="1">
            <a:blip r:embed="rId3">
              <a:alphaModFix/>
            </a:blip>
            <a:srcRect/>
            <a:stretch/>
          </p:blipFill>
          <p:spPr>
            <a:xfrm>
              <a:off x="3063238" y="4518660"/>
              <a:ext cx="137159" cy="137158"/>
            </a:xfrm>
            <a:prstGeom prst="rect">
              <a:avLst/>
            </a:prstGeom>
            <a:noFill/>
            <a:ln>
              <a:noFill/>
            </a:ln>
          </p:spPr>
        </p:pic>
        <p:pic>
          <p:nvPicPr>
            <p:cNvPr id="3317" name="Google Shape;3317;p139"/>
            <p:cNvPicPr preferRelativeResize="0"/>
            <p:nvPr/>
          </p:nvPicPr>
          <p:blipFill rotWithShape="1">
            <a:blip r:embed="rId5">
              <a:alphaModFix/>
            </a:blip>
            <a:srcRect/>
            <a:stretch/>
          </p:blipFill>
          <p:spPr>
            <a:xfrm>
              <a:off x="3122676" y="3973066"/>
              <a:ext cx="137160" cy="137158"/>
            </a:xfrm>
            <a:prstGeom prst="rect">
              <a:avLst/>
            </a:prstGeom>
            <a:noFill/>
            <a:ln>
              <a:noFill/>
            </a:ln>
          </p:spPr>
        </p:pic>
        <p:pic>
          <p:nvPicPr>
            <p:cNvPr id="3318" name="Google Shape;3318;p139"/>
            <p:cNvPicPr preferRelativeResize="0"/>
            <p:nvPr/>
          </p:nvPicPr>
          <p:blipFill rotWithShape="1">
            <a:blip r:embed="rId6">
              <a:alphaModFix/>
            </a:blip>
            <a:srcRect/>
            <a:stretch/>
          </p:blipFill>
          <p:spPr>
            <a:xfrm>
              <a:off x="2638044" y="4241290"/>
              <a:ext cx="137160" cy="137158"/>
            </a:xfrm>
            <a:prstGeom prst="rect">
              <a:avLst/>
            </a:prstGeom>
            <a:noFill/>
            <a:ln>
              <a:noFill/>
            </a:ln>
          </p:spPr>
        </p:pic>
        <p:pic>
          <p:nvPicPr>
            <p:cNvPr id="3319" name="Google Shape;3319;p139"/>
            <p:cNvPicPr preferRelativeResize="0"/>
            <p:nvPr/>
          </p:nvPicPr>
          <p:blipFill rotWithShape="1">
            <a:blip r:embed="rId5">
              <a:alphaModFix/>
            </a:blip>
            <a:srcRect/>
            <a:stretch/>
          </p:blipFill>
          <p:spPr>
            <a:xfrm>
              <a:off x="1789176" y="3235450"/>
              <a:ext cx="137160" cy="137160"/>
            </a:xfrm>
            <a:prstGeom prst="rect">
              <a:avLst/>
            </a:prstGeom>
            <a:noFill/>
            <a:ln>
              <a:noFill/>
            </a:ln>
          </p:spPr>
        </p:pic>
        <p:pic>
          <p:nvPicPr>
            <p:cNvPr id="3320" name="Google Shape;3320;p139"/>
            <p:cNvPicPr preferRelativeResize="0"/>
            <p:nvPr/>
          </p:nvPicPr>
          <p:blipFill rotWithShape="1">
            <a:blip r:embed="rId5">
              <a:alphaModFix/>
            </a:blip>
            <a:srcRect/>
            <a:stretch/>
          </p:blipFill>
          <p:spPr>
            <a:xfrm>
              <a:off x="2641092" y="2982466"/>
              <a:ext cx="137158" cy="137159"/>
            </a:xfrm>
            <a:prstGeom prst="rect">
              <a:avLst/>
            </a:prstGeom>
            <a:noFill/>
            <a:ln>
              <a:noFill/>
            </a:ln>
          </p:spPr>
        </p:pic>
        <p:pic>
          <p:nvPicPr>
            <p:cNvPr id="3321" name="Google Shape;3321;p139"/>
            <p:cNvPicPr preferRelativeResize="0"/>
            <p:nvPr/>
          </p:nvPicPr>
          <p:blipFill rotWithShape="1">
            <a:blip r:embed="rId6">
              <a:alphaModFix/>
            </a:blip>
            <a:srcRect/>
            <a:stretch/>
          </p:blipFill>
          <p:spPr>
            <a:xfrm>
              <a:off x="2154936" y="3250690"/>
              <a:ext cx="137158" cy="137159"/>
            </a:xfrm>
            <a:prstGeom prst="rect">
              <a:avLst/>
            </a:prstGeom>
            <a:noFill/>
            <a:ln>
              <a:noFill/>
            </a:ln>
          </p:spPr>
        </p:pic>
        <p:sp>
          <p:nvSpPr>
            <p:cNvPr id="3322" name="Google Shape;3322;p139"/>
            <p:cNvSpPr/>
            <p:nvPr/>
          </p:nvSpPr>
          <p:spPr>
            <a:xfrm>
              <a:off x="1988820" y="5190743"/>
              <a:ext cx="611505" cy="571500"/>
            </a:xfrm>
            <a:custGeom>
              <a:avLst/>
              <a:gdLst/>
              <a:ahLst/>
              <a:cxnLst/>
              <a:rect l="l" t="t" r="r" b="b"/>
              <a:pathLst>
                <a:path w="611505" h="571500" extrusionOk="0">
                  <a:moveTo>
                    <a:pt x="137160" y="68580"/>
                  </a:moveTo>
                  <a:lnTo>
                    <a:pt x="131762" y="41910"/>
                  </a:lnTo>
                  <a:lnTo>
                    <a:pt x="117043" y="20104"/>
                  </a:lnTo>
                  <a:lnTo>
                    <a:pt x="95250" y="5397"/>
                  </a:lnTo>
                  <a:lnTo>
                    <a:pt x="68580" y="0"/>
                  </a:lnTo>
                  <a:lnTo>
                    <a:pt x="41897" y="5397"/>
                  </a:lnTo>
                  <a:lnTo>
                    <a:pt x="20091" y="20104"/>
                  </a:lnTo>
                  <a:lnTo>
                    <a:pt x="5372" y="41910"/>
                  </a:lnTo>
                  <a:lnTo>
                    <a:pt x="0" y="68580"/>
                  </a:lnTo>
                  <a:lnTo>
                    <a:pt x="5372" y="95262"/>
                  </a:lnTo>
                  <a:lnTo>
                    <a:pt x="20091" y="117068"/>
                  </a:lnTo>
                  <a:lnTo>
                    <a:pt x="41897" y="131775"/>
                  </a:lnTo>
                  <a:lnTo>
                    <a:pt x="68580" y="137160"/>
                  </a:lnTo>
                  <a:lnTo>
                    <a:pt x="95250" y="131775"/>
                  </a:lnTo>
                  <a:lnTo>
                    <a:pt x="117043" y="117068"/>
                  </a:lnTo>
                  <a:lnTo>
                    <a:pt x="131762" y="95262"/>
                  </a:lnTo>
                  <a:lnTo>
                    <a:pt x="137160" y="68580"/>
                  </a:lnTo>
                  <a:close/>
                </a:path>
                <a:path w="611505" h="571500" extrusionOk="0">
                  <a:moveTo>
                    <a:pt x="324612" y="502920"/>
                  </a:moveTo>
                  <a:lnTo>
                    <a:pt x="319214" y="476237"/>
                  </a:lnTo>
                  <a:lnTo>
                    <a:pt x="304495" y="454431"/>
                  </a:lnTo>
                  <a:lnTo>
                    <a:pt x="282702" y="439737"/>
                  </a:lnTo>
                  <a:lnTo>
                    <a:pt x="256032" y="434340"/>
                  </a:lnTo>
                  <a:lnTo>
                    <a:pt x="229349" y="439737"/>
                  </a:lnTo>
                  <a:lnTo>
                    <a:pt x="207543" y="454431"/>
                  </a:lnTo>
                  <a:lnTo>
                    <a:pt x="192824" y="476237"/>
                  </a:lnTo>
                  <a:lnTo>
                    <a:pt x="187452" y="502920"/>
                  </a:lnTo>
                  <a:lnTo>
                    <a:pt x="192824" y="529615"/>
                  </a:lnTo>
                  <a:lnTo>
                    <a:pt x="207543" y="551421"/>
                  </a:lnTo>
                  <a:lnTo>
                    <a:pt x="229349" y="566115"/>
                  </a:lnTo>
                  <a:lnTo>
                    <a:pt x="256032" y="571500"/>
                  </a:lnTo>
                  <a:lnTo>
                    <a:pt x="282702" y="566115"/>
                  </a:lnTo>
                  <a:lnTo>
                    <a:pt x="304495" y="551421"/>
                  </a:lnTo>
                  <a:lnTo>
                    <a:pt x="319214" y="529615"/>
                  </a:lnTo>
                  <a:lnTo>
                    <a:pt x="324612" y="502920"/>
                  </a:lnTo>
                  <a:close/>
                </a:path>
                <a:path w="611505" h="571500" extrusionOk="0">
                  <a:moveTo>
                    <a:pt x="611124" y="298704"/>
                  </a:moveTo>
                  <a:lnTo>
                    <a:pt x="605726" y="272034"/>
                  </a:lnTo>
                  <a:lnTo>
                    <a:pt x="591007" y="250228"/>
                  </a:lnTo>
                  <a:lnTo>
                    <a:pt x="569214" y="235521"/>
                  </a:lnTo>
                  <a:lnTo>
                    <a:pt x="542544" y="230124"/>
                  </a:lnTo>
                  <a:lnTo>
                    <a:pt x="515861" y="235521"/>
                  </a:lnTo>
                  <a:lnTo>
                    <a:pt x="494055" y="250228"/>
                  </a:lnTo>
                  <a:lnTo>
                    <a:pt x="479336" y="272034"/>
                  </a:lnTo>
                  <a:lnTo>
                    <a:pt x="473964" y="298704"/>
                  </a:lnTo>
                  <a:lnTo>
                    <a:pt x="479336" y="325386"/>
                  </a:lnTo>
                  <a:lnTo>
                    <a:pt x="494055" y="347192"/>
                  </a:lnTo>
                  <a:lnTo>
                    <a:pt x="515861" y="361899"/>
                  </a:lnTo>
                  <a:lnTo>
                    <a:pt x="542544" y="367284"/>
                  </a:lnTo>
                  <a:lnTo>
                    <a:pt x="569214" y="361899"/>
                  </a:lnTo>
                  <a:lnTo>
                    <a:pt x="591007" y="347192"/>
                  </a:lnTo>
                  <a:lnTo>
                    <a:pt x="605726" y="325386"/>
                  </a:lnTo>
                  <a:lnTo>
                    <a:pt x="611124" y="298704"/>
                  </a:lnTo>
                  <a:close/>
                </a:path>
              </a:pathLst>
            </a:custGeom>
            <a:solidFill>
              <a:srgbClr val="FF8B18"/>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323" name="Google Shape;3323;p139"/>
            <p:cNvPicPr preferRelativeResize="0"/>
            <p:nvPr/>
          </p:nvPicPr>
          <p:blipFill rotWithShape="1">
            <a:blip r:embed="rId3">
              <a:alphaModFix/>
            </a:blip>
            <a:srcRect/>
            <a:stretch/>
          </p:blipFill>
          <p:spPr>
            <a:xfrm>
              <a:off x="1382268" y="4587238"/>
              <a:ext cx="137158" cy="137160"/>
            </a:xfrm>
            <a:prstGeom prst="rect">
              <a:avLst/>
            </a:prstGeom>
            <a:noFill/>
            <a:ln>
              <a:noFill/>
            </a:ln>
          </p:spPr>
        </p:pic>
        <p:sp>
          <p:nvSpPr>
            <p:cNvPr id="3324" name="Google Shape;3324;p139"/>
            <p:cNvSpPr/>
            <p:nvPr/>
          </p:nvSpPr>
          <p:spPr>
            <a:xfrm>
              <a:off x="1116330" y="2434588"/>
              <a:ext cx="3388360" cy="3526154"/>
            </a:xfrm>
            <a:custGeom>
              <a:avLst/>
              <a:gdLst/>
              <a:ahLst/>
              <a:cxnLst/>
              <a:rect l="l" t="t" r="r" b="b"/>
              <a:pathLst>
                <a:path w="3388360" h="3526154" extrusionOk="0">
                  <a:moveTo>
                    <a:pt x="0" y="1676400"/>
                  </a:moveTo>
                  <a:lnTo>
                    <a:pt x="206120" y="1676400"/>
                  </a:lnTo>
                </a:path>
                <a:path w="3388360" h="3526154" extrusionOk="0">
                  <a:moveTo>
                    <a:pt x="4571" y="0"/>
                  </a:moveTo>
                  <a:lnTo>
                    <a:pt x="210692" y="0"/>
                  </a:lnTo>
                </a:path>
                <a:path w="3388360" h="3526154" extrusionOk="0">
                  <a:moveTo>
                    <a:pt x="1773936" y="3304032"/>
                  </a:moveTo>
                  <a:lnTo>
                    <a:pt x="1773936" y="3525748"/>
                  </a:lnTo>
                </a:path>
                <a:path w="3388360" h="3526154" extrusionOk="0">
                  <a:moveTo>
                    <a:pt x="3387852" y="3304032"/>
                  </a:moveTo>
                  <a:lnTo>
                    <a:pt x="3387852" y="3525748"/>
                  </a:lnTo>
                </a:path>
              </a:pathLst>
            </a:custGeom>
            <a:noFill/>
            <a:ln w="38100" cap="flat" cmpd="sng">
              <a:solidFill>
                <a:srgbClr val="A6A6A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3325" name="Google Shape;3325;p139"/>
          <p:cNvSpPr txBox="1"/>
          <p:nvPr/>
        </p:nvSpPr>
        <p:spPr>
          <a:xfrm>
            <a:off x="2797300" y="5927852"/>
            <a:ext cx="194945" cy="3911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solidFill>
                  <a:srgbClr val="A6A6A6"/>
                </a:solidFill>
                <a:latin typeface="Arial"/>
                <a:ea typeface="Arial"/>
                <a:cs typeface="Arial"/>
                <a:sym typeface="Arial"/>
              </a:rPr>
              <a:t>5</a:t>
            </a:r>
            <a:endParaRPr sz="2400">
              <a:latin typeface="Arial"/>
              <a:ea typeface="Arial"/>
              <a:cs typeface="Arial"/>
              <a:sym typeface="Arial"/>
            </a:endParaRPr>
          </a:p>
        </p:txBody>
      </p:sp>
      <p:sp>
        <p:nvSpPr>
          <p:cNvPr id="3326" name="Google Shape;3326;p139"/>
          <p:cNvSpPr txBox="1"/>
          <p:nvPr/>
        </p:nvSpPr>
        <p:spPr>
          <a:xfrm>
            <a:off x="4331589" y="5930900"/>
            <a:ext cx="339090" cy="3911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dirty="0">
                <a:solidFill>
                  <a:srgbClr val="A6A6A6"/>
                </a:solidFill>
                <a:latin typeface="Arial"/>
                <a:ea typeface="Arial"/>
                <a:cs typeface="Arial"/>
                <a:sym typeface="Arial"/>
              </a:rPr>
              <a:t>10</a:t>
            </a:r>
            <a:endParaRPr sz="2400" dirty="0">
              <a:latin typeface="Arial"/>
              <a:ea typeface="Arial"/>
              <a:cs typeface="Arial"/>
              <a:sym typeface="Arial"/>
            </a:endParaRPr>
          </a:p>
        </p:txBody>
      </p:sp>
      <p:sp>
        <p:nvSpPr>
          <p:cNvPr id="3327" name="Google Shape;3327;p139"/>
          <p:cNvSpPr txBox="1"/>
          <p:nvPr/>
        </p:nvSpPr>
        <p:spPr>
          <a:xfrm>
            <a:off x="849578" y="3870452"/>
            <a:ext cx="194945" cy="3911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solidFill>
                  <a:srgbClr val="A6A6A6"/>
                </a:solidFill>
                <a:latin typeface="Arial"/>
                <a:ea typeface="Arial"/>
                <a:cs typeface="Arial"/>
                <a:sym typeface="Arial"/>
              </a:rPr>
              <a:t>5</a:t>
            </a:r>
            <a:endParaRPr sz="2400">
              <a:latin typeface="Arial"/>
              <a:ea typeface="Arial"/>
              <a:cs typeface="Arial"/>
              <a:sym typeface="Arial"/>
            </a:endParaRPr>
          </a:p>
        </p:txBody>
      </p:sp>
      <p:sp>
        <p:nvSpPr>
          <p:cNvPr id="3328" name="Google Shape;3328;p139"/>
          <p:cNvSpPr txBox="1"/>
          <p:nvPr/>
        </p:nvSpPr>
        <p:spPr>
          <a:xfrm>
            <a:off x="605636" y="1474723"/>
            <a:ext cx="4038600" cy="112903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2400">
                <a:latin typeface="Arial Narrow"/>
                <a:ea typeface="Arial Narrow"/>
                <a:cs typeface="Arial Narrow"/>
                <a:sym typeface="Arial Narrow"/>
              </a:rPr>
              <a:t>Consider input features </a:t>
            </a:r>
            <a:r>
              <a:rPr lang="en-US" sz="2400">
                <a:latin typeface="Arial"/>
                <a:ea typeface="Arial"/>
                <a:cs typeface="Arial"/>
                <a:sym typeface="Arial"/>
              </a:rPr>
              <a:t>𝑥 ∈ ℝ</a:t>
            </a:r>
            <a:r>
              <a:rPr lang="en-US" sz="2700" baseline="30000">
                <a:latin typeface="Arial"/>
                <a:ea typeface="Arial"/>
                <a:cs typeface="Arial"/>
                <a:sym typeface="Arial"/>
              </a:rPr>
              <a:t>2</a:t>
            </a:r>
            <a:endParaRPr sz="2700" baseline="30000">
              <a:latin typeface="Arial"/>
              <a:ea typeface="Arial"/>
              <a:cs typeface="Arial"/>
              <a:sym typeface="Arial"/>
            </a:endParaRPr>
          </a:p>
          <a:p>
            <a:pPr marL="378460" lvl="0" indent="0" algn="l" rtl="0">
              <a:lnSpc>
                <a:spcPct val="100000"/>
              </a:lnSpc>
              <a:spcBef>
                <a:spcPts val="20"/>
              </a:spcBef>
              <a:spcAft>
                <a:spcPts val="0"/>
              </a:spcAft>
              <a:buNone/>
            </a:pPr>
            <a:r>
              <a:rPr lang="en-US" sz="2400">
                <a:solidFill>
                  <a:srgbClr val="A6A6A6"/>
                </a:solidFill>
                <a:latin typeface="Arial"/>
                <a:ea typeface="Arial"/>
                <a:cs typeface="Arial"/>
                <a:sym typeface="Arial"/>
              </a:rPr>
              <a:t>𝑥</a:t>
            </a:r>
            <a:r>
              <a:rPr lang="en-US" sz="2700" baseline="-25000">
                <a:solidFill>
                  <a:srgbClr val="A6A6A6"/>
                </a:solidFill>
                <a:latin typeface="Arial"/>
                <a:ea typeface="Arial"/>
                <a:cs typeface="Arial"/>
                <a:sym typeface="Arial"/>
              </a:rPr>
              <a:t>2</a:t>
            </a:r>
            <a:endParaRPr sz="2700" baseline="-25000">
              <a:latin typeface="Arial"/>
              <a:ea typeface="Arial"/>
              <a:cs typeface="Arial"/>
              <a:sym typeface="Arial"/>
            </a:endParaRPr>
          </a:p>
          <a:p>
            <a:pPr marL="102870" lvl="0" indent="0" algn="l" rtl="0">
              <a:lnSpc>
                <a:spcPct val="100000"/>
              </a:lnSpc>
              <a:spcBef>
                <a:spcPts val="25"/>
              </a:spcBef>
              <a:spcAft>
                <a:spcPts val="0"/>
              </a:spcAft>
              <a:buNone/>
            </a:pPr>
            <a:r>
              <a:rPr lang="en-US" sz="2400">
                <a:solidFill>
                  <a:srgbClr val="A6A6A6"/>
                </a:solidFill>
                <a:latin typeface="Arial"/>
                <a:ea typeface="Arial"/>
                <a:cs typeface="Arial"/>
                <a:sym typeface="Arial"/>
              </a:rPr>
              <a:t>10</a:t>
            </a:r>
            <a:endParaRPr sz="2400">
              <a:latin typeface="Arial"/>
              <a:ea typeface="Arial"/>
              <a:cs typeface="Arial"/>
              <a:sym typeface="Arial"/>
            </a:endParaRPr>
          </a:p>
        </p:txBody>
      </p:sp>
      <p:sp>
        <p:nvSpPr>
          <p:cNvPr id="3329" name="Google Shape;3329;p139"/>
          <p:cNvSpPr txBox="1"/>
          <p:nvPr/>
        </p:nvSpPr>
        <p:spPr>
          <a:xfrm>
            <a:off x="5178804" y="5595620"/>
            <a:ext cx="348615" cy="39116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2400">
                <a:solidFill>
                  <a:srgbClr val="A6A6A6"/>
                </a:solidFill>
                <a:latin typeface="Arial"/>
                <a:ea typeface="Arial"/>
                <a:cs typeface="Arial"/>
                <a:sym typeface="Arial"/>
              </a:rPr>
              <a:t>𝑥</a:t>
            </a:r>
            <a:r>
              <a:rPr lang="en-US" sz="2700" baseline="-25000">
                <a:solidFill>
                  <a:srgbClr val="A6A6A6"/>
                </a:solidFill>
                <a:latin typeface="Arial"/>
                <a:ea typeface="Arial"/>
                <a:cs typeface="Arial"/>
                <a:sym typeface="Arial"/>
              </a:rPr>
              <a:t>1</a:t>
            </a:r>
            <a:endParaRPr sz="2700" baseline="-25000">
              <a:latin typeface="Arial"/>
              <a:ea typeface="Arial"/>
              <a:cs typeface="Arial"/>
              <a:sym typeface="Arial"/>
            </a:endParaRPr>
          </a:p>
        </p:txBody>
      </p:sp>
    </p:spTree>
    <p:extLst>
      <p:ext uri="{BB962C8B-B14F-4D97-AF65-F5344CB8AC3E}">
        <p14:creationId xmlns:p14="http://schemas.microsoft.com/office/powerpoint/2010/main" val="26924351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359"/>
        <p:cNvGrpSpPr/>
        <p:nvPr/>
      </p:nvGrpSpPr>
      <p:grpSpPr>
        <a:xfrm>
          <a:off x="0" y="0"/>
          <a:ext cx="0" cy="0"/>
          <a:chOff x="0" y="0"/>
          <a:chExt cx="0" cy="0"/>
        </a:xfrm>
      </p:grpSpPr>
      <p:sp>
        <p:nvSpPr>
          <p:cNvPr id="3360" name="Google Shape;3360;p141" descr="$PPTXTitle"/>
          <p:cNvSpPr txBox="1">
            <a:spLocks noGrp="1"/>
          </p:cNvSpPr>
          <p:nvPr>
            <p:ph type="title"/>
          </p:nvPr>
        </p:nvSpPr>
        <p:spPr>
          <a:xfrm>
            <a:off x="707542" y="494791"/>
            <a:ext cx="11589715" cy="985519"/>
          </a:xfrm>
          <a:prstGeom prst="rect">
            <a:avLst/>
          </a:prstGeom>
          <a:noFill/>
          <a:ln>
            <a:noFill/>
          </a:ln>
        </p:spPr>
        <p:txBody>
          <a:bodyPr spcFirstLastPara="1" wrap="square" lIns="0" tIns="12700" rIns="0" bIns="0" anchor="t" anchorCtr="0">
            <a:spAutoFit/>
          </a:bodyPr>
          <a:lstStyle/>
          <a:p>
            <a:pPr marL="1783079" lvl="0" indent="0" algn="l" rtl="0">
              <a:lnSpc>
                <a:spcPct val="100000"/>
              </a:lnSpc>
              <a:spcBef>
                <a:spcPts val="0"/>
              </a:spcBef>
              <a:spcAft>
                <a:spcPts val="0"/>
              </a:spcAft>
              <a:buNone/>
            </a:pPr>
            <a:r>
              <a:rPr lang="en-US"/>
              <a:t>Decision trees as ML algorithms</a:t>
            </a:r>
            <a:endParaRPr/>
          </a:p>
        </p:txBody>
      </p:sp>
      <p:sp>
        <p:nvSpPr>
          <p:cNvPr id="3361" name="Google Shape;3361;p141"/>
          <p:cNvSpPr/>
          <p:nvPr/>
        </p:nvSpPr>
        <p:spPr>
          <a:xfrm>
            <a:off x="6493383" y="2802507"/>
            <a:ext cx="93980" cy="282575"/>
          </a:xfrm>
          <a:custGeom>
            <a:avLst/>
            <a:gdLst/>
            <a:ahLst/>
            <a:cxnLst/>
            <a:rect l="l" t="t" r="r" b="b"/>
            <a:pathLst>
              <a:path w="93979" h="282575" extrusionOk="0">
                <a:moveTo>
                  <a:pt x="3937" y="0"/>
                </a:moveTo>
                <a:lnTo>
                  <a:pt x="0" y="11428"/>
                </a:lnTo>
                <a:lnTo>
                  <a:pt x="16306" y="18503"/>
                </a:lnTo>
                <a:lnTo>
                  <a:pt x="30351" y="28305"/>
                </a:lnTo>
                <a:lnTo>
                  <a:pt x="58875" y="73851"/>
                </a:lnTo>
                <a:lnTo>
                  <a:pt x="67170" y="115623"/>
                </a:lnTo>
                <a:lnTo>
                  <a:pt x="68197" y="139700"/>
                </a:lnTo>
                <a:lnTo>
                  <a:pt x="67152" y="164580"/>
                </a:lnTo>
                <a:lnTo>
                  <a:pt x="58821" y="207529"/>
                </a:lnTo>
                <a:lnTo>
                  <a:pt x="30399" y="253777"/>
                </a:lnTo>
                <a:lnTo>
                  <a:pt x="379" y="270762"/>
                </a:lnTo>
                <a:lnTo>
                  <a:pt x="3937" y="282319"/>
                </a:lnTo>
                <a:lnTo>
                  <a:pt x="42433" y="264238"/>
                </a:lnTo>
                <a:lnTo>
                  <a:pt x="70738" y="232916"/>
                </a:lnTo>
                <a:lnTo>
                  <a:pt x="88168" y="191071"/>
                </a:lnTo>
                <a:lnTo>
                  <a:pt x="93980" y="141224"/>
                </a:lnTo>
                <a:lnTo>
                  <a:pt x="92527" y="115338"/>
                </a:lnTo>
                <a:lnTo>
                  <a:pt x="80905" y="69429"/>
                </a:lnTo>
                <a:lnTo>
                  <a:pt x="57782" y="32092"/>
                </a:lnTo>
                <a:lnTo>
                  <a:pt x="24392" y="7378"/>
                </a:lnTo>
                <a:lnTo>
                  <a:pt x="393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362" name="Google Shape;3362;p141"/>
          <p:cNvSpPr/>
          <p:nvPr/>
        </p:nvSpPr>
        <p:spPr>
          <a:xfrm>
            <a:off x="6212713" y="2802507"/>
            <a:ext cx="94615" cy="282575"/>
          </a:xfrm>
          <a:custGeom>
            <a:avLst/>
            <a:gdLst/>
            <a:ahLst/>
            <a:cxnLst/>
            <a:rect l="l" t="t" r="r" b="b"/>
            <a:pathLst>
              <a:path w="94614" h="282575" extrusionOk="0">
                <a:moveTo>
                  <a:pt x="90041" y="0"/>
                </a:moveTo>
                <a:lnTo>
                  <a:pt x="51640" y="18080"/>
                </a:lnTo>
                <a:lnTo>
                  <a:pt x="23239" y="49401"/>
                </a:lnTo>
                <a:lnTo>
                  <a:pt x="5810" y="91408"/>
                </a:lnTo>
                <a:lnTo>
                  <a:pt x="0" y="141224"/>
                </a:lnTo>
                <a:lnTo>
                  <a:pt x="1451" y="167158"/>
                </a:lnTo>
                <a:lnTo>
                  <a:pt x="13072" y="212982"/>
                </a:lnTo>
                <a:lnTo>
                  <a:pt x="36125" y="250226"/>
                </a:lnTo>
                <a:lnTo>
                  <a:pt x="69513" y="274941"/>
                </a:lnTo>
                <a:lnTo>
                  <a:pt x="90041" y="282319"/>
                </a:lnTo>
                <a:lnTo>
                  <a:pt x="93599" y="270762"/>
                </a:lnTo>
                <a:lnTo>
                  <a:pt x="77530" y="263663"/>
                </a:lnTo>
                <a:lnTo>
                  <a:pt x="63642" y="253777"/>
                </a:lnTo>
                <a:lnTo>
                  <a:pt x="35209" y="207529"/>
                </a:lnTo>
                <a:lnTo>
                  <a:pt x="26827" y="164580"/>
                </a:lnTo>
                <a:lnTo>
                  <a:pt x="25781" y="139700"/>
                </a:lnTo>
                <a:lnTo>
                  <a:pt x="26827" y="115623"/>
                </a:lnTo>
                <a:lnTo>
                  <a:pt x="35209" y="73851"/>
                </a:lnTo>
                <a:lnTo>
                  <a:pt x="63753" y="28305"/>
                </a:lnTo>
                <a:lnTo>
                  <a:pt x="94107" y="11428"/>
                </a:lnTo>
                <a:lnTo>
                  <a:pt x="90041"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363" name="Google Shape;3363;p141"/>
          <p:cNvSpPr txBox="1"/>
          <p:nvPr/>
        </p:nvSpPr>
        <p:spPr>
          <a:xfrm>
            <a:off x="662940" y="2687828"/>
            <a:ext cx="6177915" cy="39116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2400" b="1">
                <a:latin typeface="Arial"/>
                <a:ea typeface="Arial"/>
                <a:cs typeface="Arial"/>
                <a:sym typeface="Arial"/>
              </a:rPr>
              <a:t>1.	What is the hypothesis function </a:t>
            </a:r>
            <a:r>
              <a:rPr lang="en-US" sz="2400">
                <a:latin typeface="Arial"/>
                <a:ea typeface="Arial"/>
                <a:cs typeface="Arial"/>
                <a:sym typeface="Arial"/>
              </a:rPr>
              <a:t>𝒉</a:t>
            </a:r>
            <a:r>
              <a:rPr lang="en-US" sz="2700" baseline="-25000">
                <a:latin typeface="Arial"/>
                <a:ea typeface="Arial"/>
                <a:cs typeface="Arial"/>
                <a:sym typeface="Arial"/>
              </a:rPr>
              <a:t>𝜽	</a:t>
            </a:r>
            <a:r>
              <a:rPr lang="en-US" sz="2400">
                <a:latin typeface="Arial"/>
                <a:ea typeface="Arial"/>
                <a:cs typeface="Arial"/>
                <a:sym typeface="Arial"/>
              </a:rPr>
              <a:t>𝒙	</a:t>
            </a:r>
            <a:r>
              <a:rPr lang="en-US" sz="2400" b="1">
                <a:latin typeface="Arial"/>
                <a:ea typeface="Arial"/>
                <a:cs typeface="Arial"/>
                <a:sym typeface="Arial"/>
              </a:rPr>
              <a:t>?</a:t>
            </a:r>
            <a:endParaRPr sz="2400">
              <a:latin typeface="Arial"/>
              <a:ea typeface="Arial"/>
              <a:cs typeface="Arial"/>
              <a:sym typeface="Arial"/>
            </a:endParaRPr>
          </a:p>
        </p:txBody>
      </p:sp>
      <p:sp>
        <p:nvSpPr>
          <p:cNvPr id="3364" name="Google Shape;3364;p141"/>
          <p:cNvSpPr txBox="1"/>
          <p:nvPr/>
        </p:nvSpPr>
        <p:spPr>
          <a:xfrm>
            <a:off x="688340" y="1611883"/>
            <a:ext cx="9920605" cy="1141095"/>
          </a:xfrm>
          <a:prstGeom prst="rect">
            <a:avLst/>
          </a:prstGeom>
          <a:noFill/>
          <a:ln>
            <a:noFill/>
          </a:ln>
        </p:spPr>
        <p:txBody>
          <a:bodyPr spcFirstLastPara="1" wrap="square" lIns="0" tIns="9525" rIns="0" bIns="0" anchor="t" anchorCtr="0">
            <a:spAutoFit/>
          </a:bodyPr>
          <a:lstStyle/>
          <a:p>
            <a:pPr marL="12700" marR="5080" lvl="0" indent="0" algn="l" rtl="0">
              <a:lnSpc>
                <a:spcPct val="100800"/>
              </a:lnSpc>
              <a:spcBef>
                <a:spcPts val="0"/>
              </a:spcBef>
              <a:spcAft>
                <a:spcPts val="0"/>
              </a:spcAft>
              <a:buNone/>
            </a:pPr>
            <a:r>
              <a:rPr lang="en-US" sz="2400">
                <a:latin typeface="Arial Narrow"/>
                <a:ea typeface="Arial Narrow"/>
                <a:cs typeface="Arial Narrow"/>
                <a:sym typeface="Arial Narrow"/>
              </a:rPr>
              <a:t>To specify the decision trees from a machine learning standpoint, we need to specify</a:t>
            </a:r>
            <a:endParaRPr sz="2400">
              <a:latin typeface="Arial Narrow"/>
              <a:ea typeface="Arial Narrow"/>
              <a:cs typeface="Arial Narrow"/>
              <a:sym typeface="Arial Narrow"/>
            </a:endParaRPr>
          </a:p>
          <a:p>
            <a:pPr marL="6823709" lvl="0" indent="0" algn="l" rtl="0">
              <a:lnSpc>
                <a:spcPct val="100000"/>
              </a:lnSpc>
              <a:spcBef>
                <a:spcPts val="120"/>
              </a:spcBef>
              <a:spcAft>
                <a:spcPts val="0"/>
              </a:spcAft>
              <a:buNone/>
            </a:pPr>
            <a:r>
              <a:rPr lang="en-US" sz="2400">
                <a:latin typeface="Arial Narrow"/>
                <a:ea typeface="Arial Narrow"/>
                <a:cs typeface="Arial Narrow"/>
                <a:sym typeface="Arial Narrow"/>
              </a:rPr>
              <a:t>…a decision tree (</a:t>
            </a:r>
            <a:r>
              <a:rPr lang="en-US" sz="2400">
                <a:latin typeface="Arial"/>
                <a:ea typeface="Arial"/>
                <a:cs typeface="Arial"/>
                <a:sym typeface="Arial"/>
              </a:rPr>
              <a:t>𝜃 </a:t>
            </a:r>
            <a:r>
              <a:rPr lang="en-US" sz="2400">
                <a:latin typeface="Arial Narrow"/>
                <a:ea typeface="Arial Narrow"/>
                <a:cs typeface="Arial Narrow"/>
                <a:sym typeface="Arial Narrow"/>
              </a:rPr>
              <a:t>is</a:t>
            </a:r>
            <a:endParaRPr sz="2400">
              <a:latin typeface="Arial Narrow"/>
              <a:ea typeface="Arial Narrow"/>
              <a:cs typeface="Arial Narrow"/>
              <a:sym typeface="Arial Narrow"/>
            </a:endParaRPr>
          </a:p>
        </p:txBody>
      </p:sp>
      <p:sp>
        <p:nvSpPr>
          <p:cNvPr id="3365" name="Google Shape;3365;p141"/>
          <p:cNvSpPr/>
          <p:nvPr/>
        </p:nvSpPr>
        <p:spPr>
          <a:xfrm>
            <a:off x="4575936" y="3524883"/>
            <a:ext cx="94615" cy="282575"/>
          </a:xfrm>
          <a:custGeom>
            <a:avLst/>
            <a:gdLst/>
            <a:ahLst/>
            <a:cxnLst/>
            <a:rect l="l" t="t" r="r" b="b"/>
            <a:pathLst>
              <a:path w="94614" h="282575" extrusionOk="0">
                <a:moveTo>
                  <a:pt x="90042" y="0"/>
                </a:moveTo>
                <a:lnTo>
                  <a:pt x="51638" y="18084"/>
                </a:lnTo>
                <a:lnTo>
                  <a:pt x="23240" y="49403"/>
                </a:lnTo>
                <a:lnTo>
                  <a:pt x="5802" y="91414"/>
                </a:lnTo>
                <a:lnTo>
                  <a:pt x="0" y="141224"/>
                </a:lnTo>
                <a:lnTo>
                  <a:pt x="1446" y="167170"/>
                </a:lnTo>
                <a:lnTo>
                  <a:pt x="13068" y="212991"/>
                </a:lnTo>
                <a:lnTo>
                  <a:pt x="36117" y="250228"/>
                </a:lnTo>
                <a:lnTo>
                  <a:pt x="69507" y="274942"/>
                </a:lnTo>
                <a:lnTo>
                  <a:pt x="90042" y="282321"/>
                </a:lnTo>
                <a:lnTo>
                  <a:pt x="93599" y="270763"/>
                </a:lnTo>
                <a:lnTo>
                  <a:pt x="77519" y="263664"/>
                </a:lnTo>
                <a:lnTo>
                  <a:pt x="63638" y="253784"/>
                </a:lnTo>
                <a:lnTo>
                  <a:pt x="35204" y="207530"/>
                </a:lnTo>
                <a:lnTo>
                  <a:pt x="26822" y="164592"/>
                </a:lnTo>
                <a:lnTo>
                  <a:pt x="25780" y="139700"/>
                </a:lnTo>
                <a:lnTo>
                  <a:pt x="26822" y="115633"/>
                </a:lnTo>
                <a:lnTo>
                  <a:pt x="35204" y="73863"/>
                </a:lnTo>
                <a:lnTo>
                  <a:pt x="63753" y="28308"/>
                </a:lnTo>
                <a:lnTo>
                  <a:pt x="77786" y="18516"/>
                </a:lnTo>
                <a:lnTo>
                  <a:pt x="94107" y="11430"/>
                </a:lnTo>
                <a:lnTo>
                  <a:pt x="9004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366" name="Google Shape;3366;p141"/>
          <p:cNvSpPr/>
          <p:nvPr/>
        </p:nvSpPr>
        <p:spPr>
          <a:xfrm>
            <a:off x="5031613" y="3524883"/>
            <a:ext cx="94615" cy="282575"/>
          </a:xfrm>
          <a:custGeom>
            <a:avLst/>
            <a:gdLst/>
            <a:ahLst/>
            <a:cxnLst/>
            <a:rect l="l" t="t" r="r" b="b"/>
            <a:pathLst>
              <a:path w="94614" h="282575" extrusionOk="0">
                <a:moveTo>
                  <a:pt x="90042" y="0"/>
                </a:moveTo>
                <a:lnTo>
                  <a:pt x="51638" y="18084"/>
                </a:lnTo>
                <a:lnTo>
                  <a:pt x="23240" y="49403"/>
                </a:lnTo>
                <a:lnTo>
                  <a:pt x="5802" y="91414"/>
                </a:lnTo>
                <a:lnTo>
                  <a:pt x="0" y="141224"/>
                </a:lnTo>
                <a:lnTo>
                  <a:pt x="1446" y="167170"/>
                </a:lnTo>
                <a:lnTo>
                  <a:pt x="13068" y="212991"/>
                </a:lnTo>
                <a:lnTo>
                  <a:pt x="36118" y="250228"/>
                </a:lnTo>
                <a:lnTo>
                  <a:pt x="69507" y="274942"/>
                </a:lnTo>
                <a:lnTo>
                  <a:pt x="90042" y="282321"/>
                </a:lnTo>
                <a:lnTo>
                  <a:pt x="93599" y="270763"/>
                </a:lnTo>
                <a:lnTo>
                  <a:pt x="77520" y="263664"/>
                </a:lnTo>
                <a:lnTo>
                  <a:pt x="63639" y="253784"/>
                </a:lnTo>
                <a:lnTo>
                  <a:pt x="35204" y="207530"/>
                </a:lnTo>
                <a:lnTo>
                  <a:pt x="26822" y="164592"/>
                </a:lnTo>
                <a:lnTo>
                  <a:pt x="25781" y="139700"/>
                </a:lnTo>
                <a:lnTo>
                  <a:pt x="26822" y="115633"/>
                </a:lnTo>
                <a:lnTo>
                  <a:pt x="35204" y="73863"/>
                </a:lnTo>
                <a:lnTo>
                  <a:pt x="63753" y="28308"/>
                </a:lnTo>
                <a:lnTo>
                  <a:pt x="77787" y="18516"/>
                </a:lnTo>
                <a:lnTo>
                  <a:pt x="94107" y="11430"/>
                </a:lnTo>
                <a:lnTo>
                  <a:pt x="9004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367" name="Google Shape;3367;p141"/>
          <p:cNvSpPr/>
          <p:nvPr/>
        </p:nvSpPr>
        <p:spPr>
          <a:xfrm>
            <a:off x="5307710" y="3524883"/>
            <a:ext cx="93980" cy="282575"/>
          </a:xfrm>
          <a:custGeom>
            <a:avLst/>
            <a:gdLst/>
            <a:ahLst/>
            <a:cxnLst/>
            <a:rect l="l" t="t" r="r" b="b"/>
            <a:pathLst>
              <a:path w="93979" h="282575" extrusionOk="0">
                <a:moveTo>
                  <a:pt x="3937" y="0"/>
                </a:moveTo>
                <a:lnTo>
                  <a:pt x="0" y="11430"/>
                </a:lnTo>
                <a:lnTo>
                  <a:pt x="16306" y="18516"/>
                </a:lnTo>
                <a:lnTo>
                  <a:pt x="30352" y="28308"/>
                </a:lnTo>
                <a:lnTo>
                  <a:pt x="58864" y="73863"/>
                </a:lnTo>
                <a:lnTo>
                  <a:pt x="67170" y="115633"/>
                </a:lnTo>
                <a:lnTo>
                  <a:pt x="68199" y="139700"/>
                </a:lnTo>
                <a:lnTo>
                  <a:pt x="67144" y="164592"/>
                </a:lnTo>
                <a:lnTo>
                  <a:pt x="58813" y="207530"/>
                </a:lnTo>
                <a:lnTo>
                  <a:pt x="30391" y="253784"/>
                </a:lnTo>
                <a:lnTo>
                  <a:pt x="380" y="270763"/>
                </a:lnTo>
                <a:lnTo>
                  <a:pt x="3937" y="282321"/>
                </a:lnTo>
                <a:lnTo>
                  <a:pt x="42430" y="264247"/>
                </a:lnTo>
                <a:lnTo>
                  <a:pt x="70738" y="232918"/>
                </a:lnTo>
                <a:lnTo>
                  <a:pt x="88163" y="191071"/>
                </a:lnTo>
                <a:lnTo>
                  <a:pt x="93979" y="141224"/>
                </a:lnTo>
                <a:lnTo>
                  <a:pt x="88163" y="91414"/>
                </a:lnTo>
                <a:lnTo>
                  <a:pt x="70738" y="49403"/>
                </a:lnTo>
                <a:lnTo>
                  <a:pt x="42329" y="18084"/>
                </a:lnTo>
                <a:lnTo>
                  <a:pt x="393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368" name="Google Shape;3368;p141"/>
          <p:cNvSpPr/>
          <p:nvPr/>
        </p:nvSpPr>
        <p:spPr>
          <a:xfrm>
            <a:off x="5722239" y="3524883"/>
            <a:ext cx="93980" cy="282575"/>
          </a:xfrm>
          <a:custGeom>
            <a:avLst/>
            <a:gdLst/>
            <a:ahLst/>
            <a:cxnLst/>
            <a:rect l="l" t="t" r="r" b="b"/>
            <a:pathLst>
              <a:path w="93979" h="282575" extrusionOk="0">
                <a:moveTo>
                  <a:pt x="3937" y="0"/>
                </a:moveTo>
                <a:lnTo>
                  <a:pt x="0" y="11430"/>
                </a:lnTo>
                <a:lnTo>
                  <a:pt x="16306" y="18516"/>
                </a:lnTo>
                <a:lnTo>
                  <a:pt x="30354" y="28308"/>
                </a:lnTo>
                <a:lnTo>
                  <a:pt x="58864" y="73863"/>
                </a:lnTo>
                <a:lnTo>
                  <a:pt x="67170" y="115633"/>
                </a:lnTo>
                <a:lnTo>
                  <a:pt x="68200" y="139700"/>
                </a:lnTo>
                <a:lnTo>
                  <a:pt x="67144" y="164592"/>
                </a:lnTo>
                <a:lnTo>
                  <a:pt x="58813" y="207530"/>
                </a:lnTo>
                <a:lnTo>
                  <a:pt x="30392" y="253784"/>
                </a:lnTo>
                <a:lnTo>
                  <a:pt x="381" y="270763"/>
                </a:lnTo>
                <a:lnTo>
                  <a:pt x="3937" y="282321"/>
                </a:lnTo>
                <a:lnTo>
                  <a:pt x="42430" y="264247"/>
                </a:lnTo>
                <a:lnTo>
                  <a:pt x="70740" y="232918"/>
                </a:lnTo>
                <a:lnTo>
                  <a:pt x="88163" y="191071"/>
                </a:lnTo>
                <a:lnTo>
                  <a:pt x="93981" y="141224"/>
                </a:lnTo>
                <a:lnTo>
                  <a:pt x="88163" y="91414"/>
                </a:lnTo>
                <a:lnTo>
                  <a:pt x="70740" y="49403"/>
                </a:lnTo>
                <a:lnTo>
                  <a:pt x="42330" y="18084"/>
                </a:lnTo>
                <a:lnTo>
                  <a:pt x="393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369" name="Google Shape;3369;p141"/>
          <p:cNvSpPr txBox="1"/>
          <p:nvPr/>
        </p:nvSpPr>
        <p:spPr>
          <a:xfrm>
            <a:off x="4538597" y="5077459"/>
            <a:ext cx="154305"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Arial"/>
                <a:ea typeface="Arial"/>
                <a:cs typeface="Arial"/>
                <a:sym typeface="Arial"/>
              </a:rPr>
              <a:t>𝜃</a:t>
            </a:r>
            <a:endParaRPr sz="1800">
              <a:latin typeface="Arial"/>
              <a:ea typeface="Arial"/>
              <a:cs typeface="Arial"/>
              <a:sym typeface="Arial"/>
            </a:endParaRPr>
          </a:p>
        </p:txBody>
      </p:sp>
      <p:sp>
        <p:nvSpPr>
          <p:cNvPr id="3370" name="Google Shape;3370;p141"/>
          <p:cNvSpPr/>
          <p:nvPr/>
        </p:nvSpPr>
        <p:spPr>
          <a:xfrm>
            <a:off x="5352288" y="5053584"/>
            <a:ext cx="260985" cy="20320"/>
          </a:xfrm>
          <a:custGeom>
            <a:avLst/>
            <a:gdLst/>
            <a:ahLst/>
            <a:cxnLst/>
            <a:rect l="l" t="t" r="r" b="b"/>
            <a:pathLst>
              <a:path w="260985" h="20320" extrusionOk="0">
                <a:moveTo>
                  <a:pt x="260602" y="0"/>
                </a:moveTo>
                <a:lnTo>
                  <a:pt x="0" y="0"/>
                </a:lnTo>
                <a:lnTo>
                  <a:pt x="0" y="19812"/>
                </a:lnTo>
                <a:lnTo>
                  <a:pt x="260602" y="19812"/>
                </a:lnTo>
                <a:lnTo>
                  <a:pt x="26060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371" name="Google Shape;3371;p141"/>
          <p:cNvSpPr txBox="1"/>
          <p:nvPr/>
        </p:nvSpPr>
        <p:spPr>
          <a:xfrm>
            <a:off x="662940" y="3410203"/>
            <a:ext cx="5357495" cy="39116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2400">
                <a:latin typeface="Arial Narrow"/>
                <a:ea typeface="Arial Narrow"/>
                <a:cs typeface="Arial Narrow"/>
                <a:sym typeface="Arial Narrow"/>
              </a:rPr>
              <a:t>2.	What is the loss function </a:t>
            </a:r>
            <a:r>
              <a:rPr lang="en-US" sz="2400">
                <a:latin typeface="Arial"/>
                <a:ea typeface="Arial"/>
                <a:cs typeface="Arial"/>
                <a:sym typeface="Arial"/>
              </a:rPr>
              <a:t>ℓ	ℎ</a:t>
            </a:r>
            <a:r>
              <a:rPr lang="en-US" sz="2700" baseline="-25000">
                <a:latin typeface="Arial"/>
                <a:ea typeface="Arial"/>
                <a:cs typeface="Arial"/>
                <a:sym typeface="Arial"/>
              </a:rPr>
              <a:t>𝜃	</a:t>
            </a:r>
            <a:r>
              <a:rPr lang="en-US" sz="2400">
                <a:latin typeface="Arial"/>
                <a:ea typeface="Arial"/>
                <a:cs typeface="Arial"/>
                <a:sym typeface="Arial"/>
              </a:rPr>
              <a:t>𝑥	, 𝑦	</a:t>
            </a:r>
            <a:r>
              <a:rPr lang="en-US" sz="2400">
                <a:latin typeface="Arial Narrow"/>
                <a:ea typeface="Arial Narrow"/>
                <a:cs typeface="Arial Narrow"/>
                <a:sym typeface="Arial Narrow"/>
              </a:rPr>
              <a:t>?</a:t>
            </a:r>
            <a:endParaRPr sz="2400">
              <a:latin typeface="Arial Narrow"/>
              <a:ea typeface="Arial Narrow"/>
              <a:cs typeface="Arial Narrow"/>
              <a:sym typeface="Arial Narrow"/>
            </a:endParaRPr>
          </a:p>
        </p:txBody>
      </p:sp>
      <p:sp>
        <p:nvSpPr>
          <p:cNvPr id="3372" name="Google Shape;3372;p141"/>
          <p:cNvSpPr txBox="1"/>
          <p:nvPr/>
        </p:nvSpPr>
        <p:spPr>
          <a:xfrm>
            <a:off x="688340" y="4108196"/>
            <a:ext cx="5438775" cy="629285"/>
          </a:xfrm>
          <a:prstGeom prst="rect">
            <a:avLst/>
          </a:prstGeom>
          <a:noFill/>
          <a:ln>
            <a:noFill/>
          </a:ln>
        </p:spPr>
        <p:txBody>
          <a:bodyPr spcFirstLastPara="1" wrap="square" lIns="0" tIns="12700" rIns="0" bIns="0" anchor="t" anchorCtr="0">
            <a:spAutoFit/>
          </a:bodyPr>
          <a:lstStyle/>
          <a:p>
            <a:pPr marL="12700" lvl="0" indent="0" algn="l" rtl="0">
              <a:lnSpc>
                <a:spcPct val="113958"/>
              </a:lnSpc>
              <a:spcBef>
                <a:spcPts val="0"/>
              </a:spcBef>
              <a:spcAft>
                <a:spcPts val="0"/>
              </a:spcAft>
              <a:buNone/>
            </a:pPr>
            <a:r>
              <a:rPr lang="en-US" sz="2400">
                <a:latin typeface="Arial Narrow"/>
                <a:ea typeface="Arial Narrow"/>
                <a:cs typeface="Arial Narrow"/>
                <a:sym typeface="Arial Narrow"/>
              </a:rPr>
              <a:t>3.	How do we minimize the loss function?</a:t>
            </a:r>
            <a:endParaRPr sz="2400">
              <a:latin typeface="Arial Narrow"/>
              <a:ea typeface="Arial Narrow"/>
              <a:cs typeface="Arial Narrow"/>
              <a:sym typeface="Arial Narrow"/>
            </a:endParaRPr>
          </a:p>
          <a:p>
            <a:pPr marL="0" marR="152400" lvl="0" indent="0" algn="r" rtl="0">
              <a:lnSpc>
                <a:spcPct val="111888"/>
              </a:lnSpc>
              <a:spcBef>
                <a:spcPts val="0"/>
              </a:spcBef>
              <a:spcAft>
                <a:spcPts val="0"/>
              </a:spcAft>
              <a:buNone/>
            </a:pPr>
            <a:r>
              <a:rPr lang="en-US" sz="1800">
                <a:latin typeface="Arial"/>
                <a:ea typeface="Arial"/>
                <a:cs typeface="Arial"/>
                <a:sym typeface="Arial"/>
              </a:rPr>
              <a:t>𝑚</a:t>
            </a:r>
            <a:endParaRPr sz="1800">
              <a:latin typeface="Arial"/>
              <a:ea typeface="Arial"/>
              <a:cs typeface="Arial"/>
              <a:sym typeface="Arial"/>
            </a:endParaRPr>
          </a:p>
        </p:txBody>
      </p:sp>
      <p:sp>
        <p:nvSpPr>
          <p:cNvPr id="3373" name="Google Shape;3373;p141"/>
          <p:cNvSpPr txBox="1"/>
          <p:nvPr/>
        </p:nvSpPr>
        <p:spPr>
          <a:xfrm>
            <a:off x="5340221" y="4403851"/>
            <a:ext cx="281305" cy="1000760"/>
          </a:xfrm>
          <a:prstGeom prst="rect">
            <a:avLst/>
          </a:prstGeom>
          <a:noFill/>
          <a:ln>
            <a:noFill/>
          </a:ln>
        </p:spPr>
        <p:txBody>
          <a:bodyPr spcFirstLastPara="1" wrap="square" lIns="0" tIns="134600" rIns="0" bIns="0" anchor="t" anchorCtr="0">
            <a:spAutoFit/>
          </a:bodyPr>
          <a:lstStyle/>
          <a:p>
            <a:pPr marL="57785" lvl="0" indent="0" algn="l" rtl="0">
              <a:lnSpc>
                <a:spcPct val="100000"/>
              </a:lnSpc>
              <a:spcBef>
                <a:spcPts val="0"/>
              </a:spcBef>
              <a:spcAft>
                <a:spcPts val="0"/>
              </a:spcAft>
              <a:buNone/>
            </a:pPr>
            <a:r>
              <a:rPr lang="en-US" sz="2400">
                <a:latin typeface="Arial"/>
                <a:ea typeface="Arial"/>
                <a:cs typeface="Arial"/>
                <a:sym typeface="Arial"/>
              </a:rPr>
              <a:t>1</a:t>
            </a:r>
            <a:endParaRPr sz="2400">
              <a:latin typeface="Arial"/>
              <a:ea typeface="Arial"/>
              <a:cs typeface="Arial"/>
              <a:sym typeface="Arial"/>
            </a:endParaRPr>
          </a:p>
          <a:p>
            <a:pPr marL="12700" lvl="0" indent="0" algn="l" rtl="0">
              <a:lnSpc>
                <a:spcPct val="100000"/>
              </a:lnSpc>
              <a:spcBef>
                <a:spcPts val="960"/>
              </a:spcBef>
              <a:spcAft>
                <a:spcPts val="0"/>
              </a:spcAft>
              <a:buNone/>
            </a:pPr>
            <a:r>
              <a:rPr lang="en-US" sz="2400">
                <a:latin typeface="Arial"/>
                <a:ea typeface="Arial"/>
                <a:cs typeface="Arial"/>
                <a:sym typeface="Arial"/>
              </a:rPr>
              <a:t>𝑚</a:t>
            </a:r>
            <a:endParaRPr sz="2400">
              <a:latin typeface="Arial"/>
              <a:ea typeface="Arial"/>
              <a:cs typeface="Arial"/>
              <a:sym typeface="Arial"/>
            </a:endParaRPr>
          </a:p>
        </p:txBody>
      </p:sp>
      <p:sp>
        <p:nvSpPr>
          <p:cNvPr id="3374" name="Google Shape;3374;p141"/>
          <p:cNvSpPr txBox="1"/>
          <p:nvPr/>
        </p:nvSpPr>
        <p:spPr>
          <a:xfrm>
            <a:off x="4061301" y="4830571"/>
            <a:ext cx="1256665" cy="3911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latin typeface="Arial"/>
                <a:ea typeface="Arial"/>
                <a:cs typeface="Arial"/>
                <a:sym typeface="Arial"/>
              </a:rPr>
              <a:t>minimize</a:t>
            </a:r>
            <a:endParaRPr sz="2400">
              <a:latin typeface="Arial"/>
              <a:ea typeface="Arial"/>
              <a:cs typeface="Arial"/>
              <a:sym typeface="Arial"/>
            </a:endParaRPr>
          </a:p>
        </p:txBody>
      </p:sp>
      <p:sp>
        <p:nvSpPr>
          <p:cNvPr id="3375" name="Google Shape;3375;p141"/>
          <p:cNvSpPr txBox="1"/>
          <p:nvPr/>
        </p:nvSpPr>
        <p:spPr>
          <a:xfrm>
            <a:off x="5639433" y="4720843"/>
            <a:ext cx="1112520" cy="857885"/>
          </a:xfrm>
          <a:prstGeom prst="rect">
            <a:avLst/>
          </a:prstGeom>
          <a:noFill/>
          <a:ln>
            <a:noFill/>
          </a:ln>
        </p:spPr>
        <p:txBody>
          <a:bodyPr spcFirstLastPara="1" wrap="square" lIns="0" tIns="122550" rIns="0" bIns="0" anchor="t" anchorCtr="0">
            <a:spAutoFit/>
          </a:bodyPr>
          <a:lstStyle/>
          <a:p>
            <a:pPr marL="81280" lvl="0" indent="0" algn="l" rtl="0">
              <a:lnSpc>
                <a:spcPct val="100000"/>
              </a:lnSpc>
              <a:spcBef>
                <a:spcPts val="0"/>
              </a:spcBef>
              <a:spcAft>
                <a:spcPts val="0"/>
              </a:spcAft>
              <a:buNone/>
            </a:pPr>
            <a:r>
              <a:rPr lang="en-US" sz="2400">
                <a:latin typeface="Arial"/>
                <a:ea typeface="Arial"/>
                <a:cs typeface="Arial"/>
                <a:sym typeface="Arial"/>
              </a:rPr>
              <a:t>121	ℓ(ℎ</a:t>
            </a:r>
            <a:r>
              <a:rPr lang="en-US" sz="2700" baseline="-25000">
                <a:latin typeface="Arial"/>
                <a:ea typeface="Arial"/>
                <a:cs typeface="Arial"/>
                <a:sym typeface="Arial"/>
              </a:rPr>
              <a:t>𝜃</a:t>
            </a:r>
            <a:endParaRPr sz="2700" baseline="-25000">
              <a:latin typeface="Arial"/>
              <a:ea typeface="Arial"/>
              <a:cs typeface="Arial"/>
              <a:sym typeface="Arial"/>
            </a:endParaRPr>
          </a:p>
          <a:p>
            <a:pPr marL="38100" lvl="0" indent="0" algn="l" rtl="0">
              <a:lnSpc>
                <a:spcPct val="100000"/>
              </a:lnSpc>
              <a:spcBef>
                <a:spcPts val="645"/>
              </a:spcBef>
              <a:spcAft>
                <a:spcPts val="0"/>
              </a:spcAft>
              <a:buNone/>
            </a:pPr>
            <a:r>
              <a:rPr lang="en-US" sz="1800">
                <a:latin typeface="Arial"/>
                <a:ea typeface="Arial"/>
                <a:cs typeface="Arial"/>
                <a:sym typeface="Arial"/>
              </a:rPr>
              <a:t>𝑖=1</a:t>
            </a:r>
            <a:endParaRPr sz="1800">
              <a:latin typeface="Arial"/>
              <a:ea typeface="Arial"/>
              <a:cs typeface="Arial"/>
              <a:sym typeface="Arial"/>
            </a:endParaRPr>
          </a:p>
        </p:txBody>
      </p:sp>
      <p:grpSp>
        <p:nvGrpSpPr>
          <p:cNvPr id="3376" name="Google Shape;3376;p141"/>
          <p:cNvGrpSpPr/>
          <p:nvPr/>
        </p:nvGrpSpPr>
        <p:grpSpPr>
          <a:xfrm>
            <a:off x="7068057" y="4872228"/>
            <a:ext cx="374523" cy="374523"/>
            <a:chOff x="7068057" y="4872228"/>
            <a:chExt cx="374523" cy="374523"/>
          </a:xfrm>
        </p:grpSpPr>
        <p:sp>
          <p:nvSpPr>
            <p:cNvPr id="3377" name="Google Shape;3377;p141"/>
            <p:cNvSpPr/>
            <p:nvPr/>
          </p:nvSpPr>
          <p:spPr>
            <a:xfrm>
              <a:off x="7341615" y="4878451"/>
              <a:ext cx="100965" cy="368300"/>
            </a:xfrm>
            <a:custGeom>
              <a:avLst/>
              <a:gdLst/>
              <a:ahLst/>
              <a:cxnLst/>
              <a:rect l="l" t="t" r="r" b="b"/>
              <a:pathLst>
                <a:path w="100965" h="368300" extrusionOk="0">
                  <a:moveTo>
                    <a:pt x="3682" y="0"/>
                  </a:moveTo>
                  <a:lnTo>
                    <a:pt x="0" y="12191"/>
                  </a:lnTo>
                  <a:lnTo>
                    <a:pt x="16907" y="20954"/>
                  </a:lnTo>
                  <a:lnTo>
                    <a:pt x="31638" y="33717"/>
                  </a:lnTo>
                  <a:lnTo>
                    <a:pt x="54609" y="71247"/>
                  </a:lnTo>
                  <a:lnTo>
                    <a:pt x="68499" y="122284"/>
                  </a:lnTo>
                  <a:lnTo>
                    <a:pt x="73151" y="184275"/>
                  </a:lnTo>
                  <a:lnTo>
                    <a:pt x="71987" y="216540"/>
                  </a:lnTo>
                  <a:lnTo>
                    <a:pt x="62703" y="272877"/>
                  </a:lnTo>
                  <a:lnTo>
                    <a:pt x="44201" y="317689"/>
                  </a:lnTo>
                  <a:lnTo>
                    <a:pt x="16907" y="347218"/>
                  </a:lnTo>
                  <a:lnTo>
                    <a:pt x="0" y="355981"/>
                  </a:lnTo>
                  <a:lnTo>
                    <a:pt x="3682" y="368173"/>
                  </a:lnTo>
                  <a:lnTo>
                    <a:pt x="44829" y="346264"/>
                  </a:lnTo>
                  <a:lnTo>
                    <a:pt x="75310" y="304925"/>
                  </a:lnTo>
                  <a:lnTo>
                    <a:pt x="94170" y="249189"/>
                  </a:lnTo>
                  <a:lnTo>
                    <a:pt x="100456" y="184023"/>
                  </a:lnTo>
                  <a:lnTo>
                    <a:pt x="98884" y="150327"/>
                  </a:lnTo>
                  <a:lnTo>
                    <a:pt x="86311" y="89938"/>
                  </a:lnTo>
                  <a:lnTo>
                    <a:pt x="61404" y="40147"/>
                  </a:lnTo>
                  <a:lnTo>
                    <a:pt x="25590" y="8524"/>
                  </a:lnTo>
                  <a:lnTo>
                    <a:pt x="368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378" name="Google Shape;3378;p141"/>
            <p:cNvPicPr preferRelativeResize="0"/>
            <p:nvPr/>
          </p:nvPicPr>
          <p:blipFill rotWithShape="1">
            <a:blip r:embed="rId3">
              <a:alphaModFix/>
            </a:blip>
            <a:srcRect/>
            <a:stretch/>
          </p:blipFill>
          <p:spPr>
            <a:xfrm>
              <a:off x="7068057" y="4872228"/>
              <a:ext cx="231521" cy="206121"/>
            </a:xfrm>
            <a:prstGeom prst="rect">
              <a:avLst/>
            </a:prstGeom>
            <a:noFill/>
            <a:ln>
              <a:noFill/>
            </a:ln>
          </p:spPr>
        </p:pic>
      </p:grpSp>
      <p:sp>
        <p:nvSpPr>
          <p:cNvPr id="3379" name="Google Shape;3379;p141"/>
          <p:cNvSpPr/>
          <p:nvPr/>
        </p:nvSpPr>
        <p:spPr>
          <a:xfrm>
            <a:off x="6759829" y="4878451"/>
            <a:ext cx="100965" cy="368300"/>
          </a:xfrm>
          <a:custGeom>
            <a:avLst/>
            <a:gdLst/>
            <a:ahLst/>
            <a:cxnLst/>
            <a:rect l="l" t="t" r="r" b="b"/>
            <a:pathLst>
              <a:path w="100965" h="368300" extrusionOk="0">
                <a:moveTo>
                  <a:pt x="96774" y="0"/>
                </a:moveTo>
                <a:lnTo>
                  <a:pt x="55625" y="21906"/>
                </a:lnTo>
                <a:lnTo>
                  <a:pt x="25146" y="63246"/>
                </a:lnTo>
                <a:lnTo>
                  <a:pt x="6286" y="118967"/>
                </a:lnTo>
                <a:lnTo>
                  <a:pt x="0" y="184023"/>
                </a:lnTo>
                <a:lnTo>
                  <a:pt x="1570" y="217791"/>
                </a:lnTo>
                <a:lnTo>
                  <a:pt x="14143" y="278230"/>
                </a:lnTo>
                <a:lnTo>
                  <a:pt x="39052" y="328024"/>
                </a:lnTo>
                <a:lnTo>
                  <a:pt x="74866" y="359647"/>
                </a:lnTo>
                <a:lnTo>
                  <a:pt x="96774" y="368173"/>
                </a:lnTo>
                <a:lnTo>
                  <a:pt x="100455" y="355981"/>
                </a:lnTo>
                <a:lnTo>
                  <a:pt x="83548" y="347218"/>
                </a:lnTo>
                <a:lnTo>
                  <a:pt x="68817" y="334453"/>
                </a:lnTo>
                <a:lnTo>
                  <a:pt x="45847" y="296924"/>
                </a:lnTo>
                <a:lnTo>
                  <a:pt x="32019" y="246077"/>
                </a:lnTo>
                <a:lnTo>
                  <a:pt x="27430" y="184275"/>
                </a:lnTo>
                <a:lnTo>
                  <a:pt x="28576" y="151916"/>
                </a:lnTo>
                <a:lnTo>
                  <a:pt x="37772" y="95389"/>
                </a:lnTo>
                <a:lnTo>
                  <a:pt x="56254" y="50481"/>
                </a:lnTo>
                <a:lnTo>
                  <a:pt x="83548" y="20954"/>
                </a:lnTo>
                <a:lnTo>
                  <a:pt x="100455" y="12191"/>
                </a:lnTo>
                <a:lnTo>
                  <a:pt x="9677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380" name="Google Shape;3380;p141"/>
          <p:cNvSpPr txBox="1"/>
          <p:nvPr/>
        </p:nvSpPr>
        <p:spPr>
          <a:xfrm>
            <a:off x="6832981" y="4696459"/>
            <a:ext cx="410209" cy="39116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3600" baseline="-25000">
                <a:latin typeface="Arial"/>
                <a:ea typeface="Arial"/>
                <a:cs typeface="Arial"/>
                <a:sym typeface="Arial"/>
              </a:rPr>
              <a:t>𝑥 </a:t>
            </a:r>
            <a:r>
              <a:rPr lang="en-US" sz="1800">
                <a:latin typeface="Arial"/>
                <a:ea typeface="Arial"/>
                <a:cs typeface="Arial"/>
                <a:sym typeface="Arial"/>
              </a:rPr>
              <a:t>𝑖</a:t>
            </a:r>
            <a:endParaRPr sz="1800">
              <a:latin typeface="Arial"/>
              <a:ea typeface="Arial"/>
              <a:cs typeface="Arial"/>
              <a:sym typeface="Arial"/>
            </a:endParaRPr>
          </a:p>
        </p:txBody>
      </p:sp>
      <p:pic>
        <p:nvPicPr>
          <p:cNvPr id="3381" name="Google Shape;3381;p141"/>
          <p:cNvPicPr preferRelativeResize="0"/>
          <p:nvPr/>
        </p:nvPicPr>
        <p:blipFill rotWithShape="1">
          <a:blip r:embed="rId4">
            <a:alphaModFix/>
          </a:blip>
          <a:srcRect/>
          <a:stretch/>
        </p:blipFill>
        <p:spPr>
          <a:xfrm>
            <a:off x="7784338" y="4872228"/>
            <a:ext cx="231519" cy="206121"/>
          </a:xfrm>
          <a:prstGeom prst="rect">
            <a:avLst/>
          </a:prstGeom>
          <a:noFill/>
          <a:ln>
            <a:noFill/>
          </a:ln>
        </p:spPr>
      </p:pic>
      <p:sp>
        <p:nvSpPr>
          <p:cNvPr id="3382" name="Google Shape;3382;p141"/>
          <p:cNvSpPr txBox="1"/>
          <p:nvPr/>
        </p:nvSpPr>
        <p:spPr>
          <a:xfrm>
            <a:off x="7431913" y="4809235"/>
            <a:ext cx="783590" cy="39116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2400">
                <a:latin typeface="Arial"/>
                <a:ea typeface="Arial"/>
                <a:cs typeface="Arial"/>
                <a:sym typeface="Arial"/>
              </a:rPr>
              <a:t>, 𝑦 </a:t>
            </a:r>
            <a:r>
              <a:rPr lang="en-US" sz="2700" baseline="30000">
                <a:latin typeface="Arial"/>
                <a:ea typeface="Arial"/>
                <a:cs typeface="Arial"/>
                <a:sym typeface="Arial"/>
              </a:rPr>
              <a:t>𝑖  </a:t>
            </a:r>
            <a:r>
              <a:rPr lang="en-US" sz="2400">
                <a:latin typeface="Arial"/>
                <a:ea typeface="Arial"/>
                <a:cs typeface="Arial"/>
                <a:sym typeface="Arial"/>
              </a:rPr>
              <a:t>)</a:t>
            </a:r>
            <a:endParaRPr sz="2400">
              <a:latin typeface="Arial"/>
              <a:ea typeface="Arial"/>
              <a:cs typeface="Arial"/>
              <a:sym typeface="Arial"/>
            </a:endParaRPr>
          </a:p>
        </p:txBody>
      </p:sp>
      <p:sp>
        <p:nvSpPr>
          <p:cNvPr id="3383" name="Google Shape;3383;p141"/>
          <p:cNvSpPr txBox="1">
            <a:spLocks noGrp="1"/>
          </p:cNvSpPr>
          <p:nvPr>
            <p:ph type="sldNum" idx="12"/>
          </p:nvPr>
        </p:nvSpPr>
        <p:spPr>
          <a:xfrm>
            <a:off x="11282426" y="6440594"/>
            <a:ext cx="250825" cy="200659"/>
          </a:xfrm>
          <a:prstGeom prst="rect">
            <a:avLst/>
          </a:prstGeom>
          <a:noFill/>
          <a:ln>
            <a:noFill/>
          </a:ln>
        </p:spPr>
        <p:txBody>
          <a:bodyPr spcFirstLastPara="1" wrap="square" lIns="0" tIns="2525" rIns="0" bIns="0" anchor="t" anchorCtr="0">
            <a:spAutoFit/>
          </a:bodyPr>
          <a:lstStyle/>
          <a:p>
            <a:pPr marL="38100" lvl="0" indent="0" algn="l" rtl="0">
              <a:lnSpc>
                <a:spcPct val="100000"/>
              </a:lnSpc>
              <a:spcBef>
                <a:spcPts val="0"/>
              </a:spcBef>
              <a:spcAft>
                <a:spcPts val="0"/>
              </a:spcAft>
              <a:buNone/>
            </a:pPr>
            <a:r>
              <a:rPr lang="en-US"/>
              <a:t>16</a:t>
            </a:r>
            <a:endParaRPr/>
          </a:p>
        </p:txBody>
      </p:sp>
      <p:sp>
        <p:nvSpPr>
          <p:cNvPr id="3384" name="Google Shape;3384;p141"/>
          <p:cNvSpPr txBox="1"/>
          <p:nvPr/>
        </p:nvSpPr>
        <p:spPr>
          <a:xfrm>
            <a:off x="7499350" y="2742692"/>
            <a:ext cx="3735704" cy="149479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latin typeface="Arial Narrow"/>
                <a:ea typeface="Arial Narrow"/>
                <a:cs typeface="Arial Narrow"/>
                <a:sym typeface="Arial Narrow"/>
              </a:rPr>
              <a:t>shorthand for all the</a:t>
            </a:r>
            <a:endParaRPr sz="2400">
              <a:latin typeface="Arial Narrow"/>
              <a:ea typeface="Arial Narrow"/>
              <a:cs typeface="Arial Narrow"/>
              <a:sym typeface="Arial Narrow"/>
            </a:endParaRPr>
          </a:p>
          <a:p>
            <a:pPr marL="12700" lvl="0" indent="0" algn="l" rtl="0">
              <a:lnSpc>
                <a:spcPct val="100000"/>
              </a:lnSpc>
              <a:spcBef>
                <a:spcPts val="0"/>
              </a:spcBef>
              <a:spcAft>
                <a:spcPts val="0"/>
              </a:spcAft>
              <a:buNone/>
            </a:pPr>
            <a:r>
              <a:rPr lang="en-US" sz="2400">
                <a:latin typeface="Arial Narrow"/>
                <a:ea typeface="Arial Narrow"/>
                <a:cs typeface="Arial Narrow"/>
                <a:sym typeface="Arial Narrow"/>
              </a:rPr>
              <a:t>parameters that define the</a:t>
            </a:r>
            <a:endParaRPr sz="2400">
              <a:latin typeface="Arial Narrow"/>
              <a:ea typeface="Arial Narrow"/>
              <a:cs typeface="Arial Narrow"/>
              <a:sym typeface="Arial Narrow"/>
            </a:endParaRPr>
          </a:p>
          <a:p>
            <a:pPr marL="12700" marR="5080" lvl="0" indent="0" algn="l" rtl="0">
              <a:lnSpc>
                <a:spcPct val="100800"/>
              </a:lnSpc>
              <a:spcBef>
                <a:spcPts val="0"/>
              </a:spcBef>
              <a:spcAft>
                <a:spcPts val="0"/>
              </a:spcAft>
              <a:buNone/>
            </a:pPr>
            <a:r>
              <a:rPr lang="en-US" sz="2400">
                <a:latin typeface="Arial Narrow"/>
                <a:ea typeface="Arial Narrow"/>
                <a:cs typeface="Arial Narrow"/>
                <a:sym typeface="Arial Narrow"/>
              </a:rPr>
              <a:t>tree: tree structure, values to split on, leaf predictions, etc)</a:t>
            </a:r>
            <a:endParaRPr sz="2400">
              <a:latin typeface="Arial Narrow"/>
              <a:ea typeface="Arial Narrow"/>
              <a:cs typeface="Arial Narrow"/>
              <a:sym typeface="Arial Narrow"/>
            </a:endParaRPr>
          </a:p>
        </p:txBody>
      </p:sp>
    </p:spTree>
    <p:extLst>
      <p:ext uri="{BB962C8B-B14F-4D97-AF65-F5344CB8AC3E}">
        <p14:creationId xmlns:p14="http://schemas.microsoft.com/office/powerpoint/2010/main" val="17277228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388"/>
        <p:cNvGrpSpPr/>
        <p:nvPr/>
      </p:nvGrpSpPr>
      <p:grpSpPr>
        <a:xfrm>
          <a:off x="0" y="0"/>
          <a:ext cx="0" cy="0"/>
          <a:chOff x="0" y="0"/>
          <a:chExt cx="0" cy="0"/>
        </a:xfrm>
      </p:grpSpPr>
      <p:sp>
        <p:nvSpPr>
          <p:cNvPr id="3389" name="Google Shape;3389;p142" descr="$PPTXTitle"/>
          <p:cNvSpPr txBox="1">
            <a:spLocks noGrp="1"/>
          </p:cNvSpPr>
          <p:nvPr>
            <p:ph type="title"/>
          </p:nvPr>
        </p:nvSpPr>
        <p:spPr>
          <a:xfrm>
            <a:off x="707542" y="494791"/>
            <a:ext cx="11589715" cy="985519"/>
          </a:xfrm>
          <a:prstGeom prst="rect">
            <a:avLst/>
          </a:prstGeom>
          <a:noFill/>
          <a:ln>
            <a:noFill/>
          </a:ln>
        </p:spPr>
        <p:txBody>
          <a:bodyPr spcFirstLastPara="1" wrap="square" lIns="0" tIns="12700" rIns="0" bIns="0" anchor="t" anchorCtr="0">
            <a:spAutoFit/>
          </a:bodyPr>
          <a:lstStyle/>
          <a:p>
            <a:pPr marL="1783079" lvl="0" indent="0" algn="l" rtl="0">
              <a:lnSpc>
                <a:spcPct val="100000"/>
              </a:lnSpc>
              <a:spcBef>
                <a:spcPts val="0"/>
              </a:spcBef>
              <a:spcAft>
                <a:spcPts val="0"/>
              </a:spcAft>
              <a:buNone/>
            </a:pPr>
            <a:r>
              <a:rPr lang="en-US"/>
              <a:t>Decision trees as ML algorithms</a:t>
            </a:r>
            <a:endParaRPr/>
          </a:p>
        </p:txBody>
      </p:sp>
      <p:sp>
        <p:nvSpPr>
          <p:cNvPr id="3390" name="Google Shape;3390;p142"/>
          <p:cNvSpPr/>
          <p:nvPr/>
        </p:nvSpPr>
        <p:spPr>
          <a:xfrm>
            <a:off x="5908166" y="2802507"/>
            <a:ext cx="93980" cy="282575"/>
          </a:xfrm>
          <a:custGeom>
            <a:avLst/>
            <a:gdLst/>
            <a:ahLst/>
            <a:cxnLst/>
            <a:rect l="l" t="t" r="r" b="b"/>
            <a:pathLst>
              <a:path w="93979" h="282575" extrusionOk="0">
                <a:moveTo>
                  <a:pt x="3937" y="0"/>
                </a:moveTo>
                <a:lnTo>
                  <a:pt x="0" y="11428"/>
                </a:lnTo>
                <a:lnTo>
                  <a:pt x="16308" y="18503"/>
                </a:lnTo>
                <a:lnTo>
                  <a:pt x="30353" y="28305"/>
                </a:lnTo>
                <a:lnTo>
                  <a:pt x="58877" y="73851"/>
                </a:lnTo>
                <a:lnTo>
                  <a:pt x="67171" y="115623"/>
                </a:lnTo>
                <a:lnTo>
                  <a:pt x="68199" y="139700"/>
                </a:lnTo>
                <a:lnTo>
                  <a:pt x="67153" y="164580"/>
                </a:lnTo>
                <a:lnTo>
                  <a:pt x="58822" y="207529"/>
                </a:lnTo>
                <a:lnTo>
                  <a:pt x="30399" y="253777"/>
                </a:lnTo>
                <a:lnTo>
                  <a:pt x="381" y="270762"/>
                </a:lnTo>
                <a:lnTo>
                  <a:pt x="3937" y="282319"/>
                </a:lnTo>
                <a:lnTo>
                  <a:pt x="42433" y="264238"/>
                </a:lnTo>
                <a:lnTo>
                  <a:pt x="70738" y="232916"/>
                </a:lnTo>
                <a:lnTo>
                  <a:pt x="88169" y="191071"/>
                </a:lnTo>
                <a:lnTo>
                  <a:pt x="93980" y="141224"/>
                </a:lnTo>
                <a:lnTo>
                  <a:pt x="92527" y="115338"/>
                </a:lnTo>
                <a:lnTo>
                  <a:pt x="80906" y="69429"/>
                </a:lnTo>
                <a:lnTo>
                  <a:pt x="57783" y="32092"/>
                </a:lnTo>
                <a:lnTo>
                  <a:pt x="24394" y="7378"/>
                </a:lnTo>
                <a:lnTo>
                  <a:pt x="393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391" name="Google Shape;3391;p142"/>
          <p:cNvSpPr/>
          <p:nvPr/>
        </p:nvSpPr>
        <p:spPr>
          <a:xfrm>
            <a:off x="5632069" y="2802507"/>
            <a:ext cx="94615" cy="282575"/>
          </a:xfrm>
          <a:custGeom>
            <a:avLst/>
            <a:gdLst/>
            <a:ahLst/>
            <a:cxnLst/>
            <a:rect l="l" t="t" r="r" b="b"/>
            <a:pathLst>
              <a:path w="94614" h="282575" extrusionOk="0">
                <a:moveTo>
                  <a:pt x="90041" y="0"/>
                </a:moveTo>
                <a:lnTo>
                  <a:pt x="51640" y="18080"/>
                </a:lnTo>
                <a:lnTo>
                  <a:pt x="23239" y="49401"/>
                </a:lnTo>
                <a:lnTo>
                  <a:pt x="5810" y="91408"/>
                </a:lnTo>
                <a:lnTo>
                  <a:pt x="0" y="141224"/>
                </a:lnTo>
                <a:lnTo>
                  <a:pt x="1451" y="167158"/>
                </a:lnTo>
                <a:lnTo>
                  <a:pt x="13073" y="212982"/>
                </a:lnTo>
                <a:lnTo>
                  <a:pt x="36125" y="250226"/>
                </a:lnTo>
                <a:lnTo>
                  <a:pt x="69513" y="274941"/>
                </a:lnTo>
                <a:lnTo>
                  <a:pt x="90041" y="282319"/>
                </a:lnTo>
                <a:lnTo>
                  <a:pt x="93597" y="270762"/>
                </a:lnTo>
                <a:lnTo>
                  <a:pt x="77530" y="263663"/>
                </a:lnTo>
                <a:lnTo>
                  <a:pt x="63642" y="253777"/>
                </a:lnTo>
                <a:lnTo>
                  <a:pt x="35209" y="207529"/>
                </a:lnTo>
                <a:lnTo>
                  <a:pt x="26827" y="164580"/>
                </a:lnTo>
                <a:lnTo>
                  <a:pt x="25779" y="139700"/>
                </a:lnTo>
                <a:lnTo>
                  <a:pt x="26827" y="115623"/>
                </a:lnTo>
                <a:lnTo>
                  <a:pt x="35209" y="73851"/>
                </a:lnTo>
                <a:lnTo>
                  <a:pt x="63752" y="28305"/>
                </a:lnTo>
                <a:lnTo>
                  <a:pt x="94105" y="11428"/>
                </a:lnTo>
                <a:lnTo>
                  <a:pt x="90041"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392" name="Google Shape;3392;p142"/>
          <p:cNvSpPr/>
          <p:nvPr/>
        </p:nvSpPr>
        <p:spPr>
          <a:xfrm>
            <a:off x="5030089" y="3523359"/>
            <a:ext cx="94615" cy="282575"/>
          </a:xfrm>
          <a:custGeom>
            <a:avLst/>
            <a:gdLst/>
            <a:ahLst/>
            <a:cxnLst/>
            <a:rect l="l" t="t" r="r" b="b"/>
            <a:pathLst>
              <a:path w="94614" h="282575" extrusionOk="0">
                <a:moveTo>
                  <a:pt x="90043" y="0"/>
                </a:moveTo>
                <a:lnTo>
                  <a:pt x="51638" y="18084"/>
                </a:lnTo>
                <a:lnTo>
                  <a:pt x="23240" y="49403"/>
                </a:lnTo>
                <a:lnTo>
                  <a:pt x="5802" y="91414"/>
                </a:lnTo>
                <a:lnTo>
                  <a:pt x="0" y="141224"/>
                </a:lnTo>
                <a:lnTo>
                  <a:pt x="1446" y="167170"/>
                </a:lnTo>
                <a:lnTo>
                  <a:pt x="13068" y="212991"/>
                </a:lnTo>
                <a:lnTo>
                  <a:pt x="36117" y="250228"/>
                </a:lnTo>
                <a:lnTo>
                  <a:pt x="69507" y="274942"/>
                </a:lnTo>
                <a:lnTo>
                  <a:pt x="90043" y="282321"/>
                </a:lnTo>
                <a:lnTo>
                  <a:pt x="93599" y="270764"/>
                </a:lnTo>
                <a:lnTo>
                  <a:pt x="77519" y="263664"/>
                </a:lnTo>
                <a:lnTo>
                  <a:pt x="63638" y="253784"/>
                </a:lnTo>
                <a:lnTo>
                  <a:pt x="35203" y="207530"/>
                </a:lnTo>
                <a:lnTo>
                  <a:pt x="26821" y="164592"/>
                </a:lnTo>
                <a:lnTo>
                  <a:pt x="25781" y="139700"/>
                </a:lnTo>
                <a:lnTo>
                  <a:pt x="26821" y="115633"/>
                </a:lnTo>
                <a:lnTo>
                  <a:pt x="35203" y="73863"/>
                </a:lnTo>
                <a:lnTo>
                  <a:pt x="63753" y="28308"/>
                </a:lnTo>
                <a:lnTo>
                  <a:pt x="77786" y="18516"/>
                </a:lnTo>
                <a:lnTo>
                  <a:pt x="94107" y="11430"/>
                </a:lnTo>
                <a:lnTo>
                  <a:pt x="90043"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393" name="Google Shape;3393;p142"/>
          <p:cNvSpPr/>
          <p:nvPr/>
        </p:nvSpPr>
        <p:spPr>
          <a:xfrm>
            <a:off x="5499480" y="3523359"/>
            <a:ext cx="94615" cy="282575"/>
          </a:xfrm>
          <a:custGeom>
            <a:avLst/>
            <a:gdLst/>
            <a:ahLst/>
            <a:cxnLst/>
            <a:rect l="l" t="t" r="r" b="b"/>
            <a:pathLst>
              <a:path w="94614" h="282575" extrusionOk="0">
                <a:moveTo>
                  <a:pt x="90043" y="0"/>
                </a:moveTo>
                <a:lnTo>
                  <a:pt x="51638" y="18084"/>
                </a:lnTo>
                <a:lnTo>
                  <a:pt x="23241" y="49403"/>
                </a:lnTo>
                <a:lnTo>
                  <a:pt x="5802" y="91414"/>
                </a:lnTo>
                <a:lnTo>
                  <a:pt x="0" y="141224"/>
                </a:lnTo>
                <a:lnTo>
                  <a:pt x="1446" y="167170"/>
                </a:lnTo>
                <a:lnTo>
                  <a:pt x="13068" y="212991"/>
                </a:lnTo>
                <a:lnTo>
                  <a:pt x="36117" y="250228"/>
                </a:lnTo>
                <a:lnTo>
                  <a:pt x="69507" y="274942"/>
                </a:lnTo>
                <a:lnTo>
                  <a:pt x="90043" y="282321"/>
                </a:lnTo>
                <a:lnTo>
                  <a:pt x="93599" y="270764"/>
                </a:lnTo>
                <a:lnTo>
                  <a:pt x="77519" y="263664"/>
                </a:lnTo>
                <a:lnTo>
                  <a:pt x="63638" y="253784"/>
                </a:lnTo>
                <a:lnTo>
                  <a:pt x="35203" y="207530"/>
                </a:lnTo>
                <a:lnTo>
                  <a:pt x="26821" y="164592"/>
                </a:lnTo>
                <a:lnTo>
                  <a:pt x="25781" y="139700"/>
                </a:lnTo>
                <a:lnTo>
                  <a:pt x="26821" y="115633"/>
                </a:lnTo>
                <a:lnTo>
                  <a:pt x="35203" y="73863"/>
                </a:lnTo>
                <a:lnTo>
                  <a:pt x="63754" y="28308"/>
                </a:lnTo>
                <a:lnTo>
                  <a:pt x="77786" y="18516"/>
                </a:lnTo>
                <a:lnTo>
                  <a:pt x="94107" y="11430"/>
                </a:lnTo>
                <a:lnTo>
                  <a:pt x="90043"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394" name="Google Shape;3394;p142"/>
          <p:cNvSpPr/>
          <p:nvPr/>
        </p:nvSpPr>
        <p:spPr>
          <a:xfrm>
            <a:off x="5780151" y="3523359"/>
            <a:ext cx="93980" cy="282575"/>
          </a:xfrm>
          <a:custGeom>
            <a:avLst/>
            <a:gdLst/>
            <a:ahLst/>
            <a:cxnLst/>
            <a:rect l="l" t="t" r="r" b="b"/>
            <a:pathLst>
              <a:path w="93979" h="282575" extrusionOk="0">
                <a:moveTo>
                  <a:pt x="3937" y="0"/>
                </a:moveTo>
                <a:lnTo>
                  <a:pt x="0" y="11430"/>
                </a:lnTo>
                <a:lnTo>
                  <a:pt x="16305" y="18516"/>
                </a:lnTo>
                <a:lnTo>
                  <a:pt x="30352" y="28308"/>
                </a:lnTo>
                <a:lnTo>
                  <a:pt x="58863" y="73863"/>
                </a:lnTo>
                <a:lnTo>
                  <a:pt x="67170" y="115633"/>
                </a:lnTo>
                <a:lnTo>
                  <a:pt x="68199" y="139700"/>
                </a:lnTo>
                <a:lnTo>
                  <a:pt x="67143" y="164592"/>
                </a:lnTo>
                <a:lnTo>
                  <a:pt x="58812" y="207530"/>
                </a:lnTo>
                <a:lnTo>
                  <a:pt x="30391" y="253784"/>
                </a:lnTo>
                <a:lnTo>
                  <a:pt x="381" y="270764"/>
                </a:lnTo>
                <a:lnTo>
                  <a:pt x="3937" y="282321"/>
                </a:lnTo>
                <a:lnTo>
                  <a:pt x="42429" y="264247"/>
                </a:lnTo>
                <a:lnTo>
                  <a:pt x="70738" y="232918"/>
                </a:lnTo>
                <a:lnTo>
                  <a:pt x="88162" y="191071"/>
                </a:lnTo>
                <a:lnTo>
                  <a:pt x="93979" y="141224"/>
                </a:lnTo>
                <a:lnTo>
                  <a:pt x="88162" y="91414"/>
                </a:lnTo>
                <a:lnTo>
                  <a:pt x="70738" y="49403"/>
                </a:lnTo>
                <a:lnTo>
                  <a:pt x="42329" y="18084"/>
                </a:lnTo>
                <a:lnTo>
                  <a:pt x="393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395" name="Google Shape;3395;p142"/>
          <p:cNvSpPr/>
          <p:nvPr/>
        </p:nvSpPr>
        <p:spPr>
          <a:xfrm>
            <a:off x="6200775" y="3523359"/>
            <a:ext cx="93980" cy="282575"/>
          </a:xfrm>
          <a:custGeom>
            <a:avLst/>
            <a:gdLst/>
            <a:ahLst/>
            <a:cxnLst/>
            <a:rect l="l" t="t" r="r" b="b"/>
            <a:pathLst>
              <a:path w="93979" h="282575" extrusionOk="0">
                <a:moveTo>
                  <a:pt x="3937" y="0"/>
                </a:moveTo>
                <a:lnTo>
                  <a:pt x="0" y="11430"/>
                </a:lnTo>
                <a:lnTo>
                  <a:pt x="16305" y="18516"/>
                </a:lnTo>
                <a:lnTo>
                  <a:pt x="30352" y="28308"/>
                </a:lnTo>
                <a:lnTo>
                  <a:pt x="58863" y="73863"/>
                </a:lnTo>
                <a:lnTo>
                  <a:pt x="67170" y="115633"/>
                </a:lnTo>
                <a:lnTo>
                  <a:pt x="68199" y="139700"/>
                </a:lnTo>
                <a:lnTo>
                  <a:pt x="67143" y="164592"/>
                </a:lnTo>
                <a:lnTo>
                  <a:pt x="58812" y="207530"/>
                </a:lnTo>
                <a:lnTo>
                  <a:pt x="30391" y="253784"/>
                </a:lnTo>
                <a:lnTo>
                  <a:pt x="380" y="270764"/>
                </a:lnTo>
                <a:lnTo>
                  <a:pt x="3937" y="282321"/>
                </a:lnTo>
                <a:lnTo>
                  <a:pt x="42429" y="264247"/>
                </a:lnTo>
                <a:lnTo>
                  <a:pt x="70738" y="232918"/>
                </a:lnTo>
                <a:lnTo>
                  <a:pt x="88162" y="191071"/>
                </a:lnTo>
                <a:lnTo>
                  <a:pt x="93979" y="141224"/>
                </a:lnTo>
                <a:lnTo>
                  <a:pt x="88162" y="91414"/>
                </a:lnTo>
                <a:lnTo>
                  <a:pt x="70738" y="49403"/>
                </a:lnTo>
                <a:lnTo>
                  <a:pt x="42329" y="18084"/>
                </a:lnTo>
                <a:lnTo>
                  <a:pt x="393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396" name="Google Shape;3396;p142"/>
          <p:cNvSpPr txBox="1"/>
          <p:nvPr/>
        </p:nvSpPr>
        <p:spPr>
          <a:xfrm>
            <a:off x="637540" y="1611883"/>
            <a:ext cx="9996805" cy="2207895"/>
          </a:xfrm>
          <a:prstGeom prst="rect">
            <a:avLst/>
          </a:prstGeom>
          <a:noFill/>
          <a:ln>
            <a:noFill/>
          </a:ln>
        </p:spPr>
        <p:txBody>
          <a:bodyPr spcFirstLastPara="1" wrap="square" lIns="0" tIns="9525" rIns="0" bIns="0" anchor="t" anchorCtr="0">
            <a:spAutoFit/>
          </a:bodyPr>
          <a:lstStyle/>
          <a:p>
            <a:pPr marL="63500" marR="30480" lvl="0" indent="0" algn="l" rtl="0">
              <a:lnSpc>
                <a:spcPct val="100800"/>
              </a:lnSpc>
              <a:spcBef>
                <a:spcPts val="0"/>
              </a:spcBef>
              <a:spcAft>
                <a:spcPts val="0"/>
              </a:spcAft>
              <a:buNone/>
            </a:pPr>
            <a:r>
              <a:rPr lang="en-US" sz="2400">
                <a:latin typeface="Arial Narrow"/>
                <a:ea typeface="Arial Narrow"/>
                <a:cs typeface="Arial Narrow"/>
                <a:sym typeface="Arial Narrow"/>
              </a:rPr>
              <a:t>To specify the decision trees from a machine learning standpoint, we need to specify</a:t>
            </a:r>
            <a:endParaRPr sz="2400">
              <a:latin typeface="Arial Narrow"/>
              <a:ea typeface="Arial Narrow"/>
              <a:cs typeface="Arial Narrow"/>
              <a:sym typeface="Arial Narrow"/>
            </a:endParaRPr>
          </a:p>
          <a:p>
            <a:pPr marL="0" lvl="0" indent="0" algn="l" rtl="0">
              <a:lnSpc>
                <a:spcPct val="100000"/>
              </a:lnSpc>
              <a:spcBef>
                <a:spcPts val="80"/>
              </a:spcBef>
              <a:spcAft>
                <a:spcPts val="0"/>
              </a:spcAft>
              <a:buNone/>
            </a:pPr>
            <a:endParaRPr sz="2400">
              <a:latin typeface="Arial Narrow"/>
              <a:ea typeface="Arial Narrow"/>
              <a:cs typeface="Arial Narrow"/>
              <a:sym typeface="Arial Narrow"/>
            </a:endParaRPr>
          </a:p>
          <a:p>
            <a:pPr marL="519430" lvl="0" indent="-455930" algn="l" rtl="0">
              <a:lnSpc>
                <a:spcPct val="100000"/>
              </a:lnSpc>
              <a:spcBef>
                <a:spcPts val="0"/>
              </a:spcBef>
              <a:spcAft>
                <a:spcPts val="0"/>
              </a:spcAft>
              <a:buSzPts val="2400"/>
              <a:buFont typeface="Arial Narrow"/>
              <a:buAutoNum type="arabicPeriod"/>
            </a:pPr>
            <a:r>
              <a:rPr lang="en-US" sz="2400">
                <a:latin typeface="Arial Narrow"/>
                <a:ea typeface="Arial Narrow"/>
                <a:cs typeface="Arial Narrow"/>
                <a:sym typeface="Arial Narrow"/>
              </a:rPr>
              <a:t>What is the hypothesis function </a:t>
            </a:r>
            <a:r>
              <a:rPr lang="en-US" sz="2400">
                <a:latin typeface="Arial"/>
                <a:ea typeface="Arial"/>
                <a:cs typeface="Arial"/>
                <a:sym typeface="Arial"/>
              </a:rPr>
              <a:t>ℎ</a:t>
            </a:r>
            <a:r>
              <a:rPr lang="en-US" sz="2700" baseline="-25000">
                <a:latin typeface="Arial"/>
                <a:ea typeface="Arial"/>
                <a:cs typeface="Arial"/>
                <a:sym typeface="Arial"/>
              </a:rPr>
              <a:t>𝜃	</a:t>
            </a:r>
            <a:r>
              <a:rPr lang="en-US" sz="2400">
                <a:latin typeface="Arial"/>
                <a:ea typeface="Arial"/>
                <a:cs typeface="Arial"/>
                <a:sym typeface="Arial"/>
              </a:rPr>
              <a:t>𝑥	</a:t>
            </a:r>
            <a:r>
              <a:rPr lang="en-US" sz="2400">
                <a:latin typeface="Arial Narrow"/>
                <a:ea typeface="Arial Narrow"/>
                <a:cs typeface="Arial Narrow"/>
                <a:sym typeface="Arial Narrow"/>
              </a:rPr>
              <a:t>?</a:t>
            </a:r>
            <a:endParaRPr sz="2400">
              <a:latin typeface="Arial Narrow"/>
              <a:ea typeface="Arial Narrow"/>
              <a:cs typeface="Arial Narrow"/>
              <a:sym typeface="Arial Narrow"/>
            </a:endParaRPr>
          </a:p>
          <a:p>
            <a:pPr marL="0" lvl="0" indent="0" algn="l" rtl="0">
              <a:lnSpc>
                <a:spcPct val="100000"/>
              </a:lnSpc>
              <a:spcBef>
                <a:spcPts val="50"/>
              </a:spcBef>
              <a:spcAft>
                <a:spcPts val="0"/>
              </a:spcAft>
              <a:buSzPts val="2400"/>
              <a:buFont typeface="Arial"/>
              <a:buNone/>
            </a:pPr>
            <a:endParaRPr sz="2400">
              <a:latin typeface="Arial Narrow"/>
              <a:ea typeface="Arial Narrow"/>
              <a:cs typeface="Arial Narrow"/>
              <a:sym typeface="Arial Narrow"/>
            </a:endParaRPr>
          </a:p>
          <a:p>
            <a:pPr marL="519430" lvl="0" indent="-455930" algn="l" rtl="0">
              <a:lnSpc>
                <a:spcPct val="100000"/>
              </a:lnSpc>
              <a:spcBef>
                <a:spcPts val="5"/>
              </a:spcBef>
              <a:spcAft>
                <a:spcPts val="0"/>
              </a:spcAft>
              <a:buSzPts val="2400"/>
              <a:buFont typeface="Arial"/>
              <a:buAutoNum type="arabicPeriod"/>
            </a:pPr>
            <a:r>
              <a:rPr lang="en-US" sz="2400" b="1">
                <a:latin typeface="Arial"/>
                <a:ea typeface="Arial"/>
                <a:cs typeface="Arial"/>
                <a:sym typeface="Arial"/>
              </a:rPr>
              <a:t>What is the loss function </a:t>
            </a:r>
            <a:r>
              <a:rPr lang="en-US" sz="2400">
                <a:latin typeface="Arial"/>
                <a:ea typeface="Arial"/>
                <a:cs typeface="Arial"/>
                <a:sym typeface="Arial"/>
              </a:rPr>
              <a:t>ℓ	𝒉</a:t>
            </a:r>
            <a:r>
              <a:rPr lang="en-US" sz="2700" baseline="-25000">
                <a:latin typeface="Arial"/>
                <a:ea typeface="Arial"/>
                <a:cs typeface="Arial"/>
                <a:sym typeface="Arial"/>
              </a:rPr>
              <a:t>𝜽	</a:t>
            </a:r>
            <a:r>
              <a:rPr lang="en-US" sz="2400">
                <a:latin typeface="Arial"/>
                <a:ea typeface="Arial"/>
                <a:cs typeface="Arial"/>
                <a:sym typeface="Arial"/>
              </a:rPr>
              <a:t>𝒙 , 𝒚	</a:t>
            </a:r>
            <a:r>
              <a:rPr lang="en-US" sz="2400" b="1">
                <a:latin typeface="Arial"/>
                <a:ea typeface="Arial"/>
                <a:cs typeface="Arial"/>
                <a:sym typeface="Arial"/>
              </a:rPr>
              <a:t>?</a:t>
            </a:r>
            <a:endParaRPr sz="2400">
              <a:latin typeface="Arial"/>
              <a:ea typeface="Arial"/>
              <a:cs typeface="Arial"/>
              <a:sym typeface="Arial"/>
            </a:endParaRPr>
          </a:p>
        </p:txBody>
      </p:sp>
      <p:sp>
        <p:nvSpPr>
          <p:cNvPr id="3397" name="Google Shape;3397;p142"/>
          <p:cNvSpPr txBox="1"/>
          <p:nvPr/>
        </p:nvSpPr>
        <p:spPr>
          <a:xfrm>
            <a:off x="4538597" y="5077459"/>
            <a:ext cx="154305"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Arial"/>
                <a:ea typeface="Arial"/>
                <a:cs typeface="Arial"/>
                <a:sym typeface="Arial"/>
              </a:rPr>
              <a:t>𝜃</a:t>
            </a:r>
            <a:endParaRPr sz="1800">
              <a:latin typeface="Arial"/>
              <a:ea typeface="Arial"/>
              <a:cs typeface="Arial"/>
              <a:sym typeface="Arial"/>
            </a:endParaRPr>
          </a:p>
        </p:txBody>
      </p:sp>
      <p:sp>
        <p:nvSpPr>
          <p:cNvPr id="3398" name="Google Shape;3398;p142"/>
          <p:cNvSpPr/>
          <p:nvPr/>
        </p:nvSpPr>
        <p:spPr>
          <a:xfrm>
            <a:off x="5350764" y="5053584"/>
            <a:ext cx="260985" cy="20320"/>
          </a:xfrm>
          <a:custGeom>
            <a:avLst/>
            <a:gdLst/>
            <a:ahLst/>
            <a:cxnLst/>
            <a:rect l="l" t="t" r="r" b="b"/>
            <a:pathLst>
              <a:path w="260985" h="20320" extrusionOk="0">
                <a:moveTo>
                  <a:pt x="260602" y="0"/>
                </a:moveTo>
                <a:lnTo>
                  <a:pt x="0" y="0"/>
                </a:lnTo>
                <a:lnTo>
                  <a:pt x="0" y="19812"/>
                </a:lnTo>
                <a:lnTo>
                  <a:pt x="260602" y="19812"/>
                </a:lnTo>
                <a:lnTo>
                  <a:pt x="26060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399" name="Google Shape;3399;p142"/>
          <p:cNvSpPr txBox="1"/>
          <p:nvPr/>
        </p:nvSpPr>
        <p:spPr>
          <a:xfrm>
            <a:off x="688340" y="4117340"/>
            <a:ext cx="5438775" cy="617220"/>
          </a:xfrm>
          <a:prstGeom prst="rect">
            <a:avLst/>
          </a:prstGeom>
          <a:noFill/>
          <a:ln>
            <a:noFill/>
          </a:ln>
        </p:spPr>
        <p:txBody>
          <a:bodyPr spcFirstLastPara="1" wrap="square" lIns="0" tIns="12700" rIns="0" bIns="0" anchor="t" anchorCtr="0">
            <a:spAutoFit/>
          </a:bodyPr>
          <a:lstStyle/>
          <a:p>
            <a:pPr marL="12700" lvl="0" indent="0" algn="l" rtl="0">
              <a:lnSpc>
                <a:spcPct val="112083"/>
              </a:lnSpc>
              <a:spcBef>
                <a:spcPts val="0"/>
              </a:spcBef>
              <a:spcAft>
                <a:spcPts val="0"/>
              </a:spcAft>
              <a:buNone/>
            </a:pPr>
            <a:r>
              <a:rPr lang="en-US" sz="2400">
                <a:latin typeface="Arial Narrow"/>
                <a:ea typeface="Arial Narrow"/>
                <a:cs typeface="Arial Narrow"/>
                <a:sym typeface="Arial Narrow"/>
              </a:rPr>
              <a:t>3.	How do we minimize the loss function?</a:t>
            </a:r>
            <a:endParaRPr sz="2400">
              <a:latin typeface="Arial Narrow"/>
              <a:ea typeface="Arial Narrow"/>
              <a:cs typeface="Arial Narrow"/>
              <a:sym typeface="Arial Narrow"/>
            </a:endParaRPr>
          </a:p>
          <a:p>
            <a:pPr marL="0" marR="152400" lvl="0" indent="0" algn="r" rtl="0">
              <a:lnSpc>
                <a:spcPct val="109444"/>
              </a:lnSpc>
              <a:spcBef>
                <a:spcPts val="0"/>
              </a:spcBef>
              <a:spcAft>
                <a:spcPts val="0"/>
              </a:spcAft>
              <a:buNone/>
            </a:pPr>
            <a:r>
              <a:rPr lang="en-US" sz="1800">
                <a:latin typeface="Arial"/>
                <a:ea typeface="Arial"/>
                <a:cs typeface="Arial"/>
                <a:sym typeface="Arial"/>
              </a:rPr>
              <a:t>𝑚</a:t>
            </a:r>
            <a:endParaRPr sz="1800">
              <a:latin typeface="Arial"/>
              <a:ea typeface="Arial"/>
              <a:cs typeface="Arial"/>
              <a:sym typeface="Arial"/>
            </a:endParaRPr>
          </a:p>
        </p:txBody>
      </p:sp>
      <p:sp>
        <p:nvSpPr>
          <p:cNvPr id="3400" name="Google Shape;3400;p142"/>
          <p:cNvSpPr txBox="1"/>
          <p:nvPr/>
        </p:nvSpPr>
        <p:spPr>
          <a:xfrm>
            <a:off x="5338697" y="4403851"/>
            <a:ext cx="281305" cy="1000760"/>
          </a:xfrm>
          <a:prstGeom prst="rect">
            <a:avLst/>
          </a:prstGeom>
          <a:noFill/>
          <a:ln>
            <a:noFill/>
          </a:ln>
        </p:spPr>
        <p:txBody>
          <a:bodyPr spcFirstLastPara="1" wrap="square" lIns="0" tIns="134600" rIns="0" bIns="0" anchor="t" anchorCtr="0">
            <a:spAutoFit/>
          </a:bodyPr>
          <a:lstStyle/>
          <a:p>
            <a:pPr marL="58419" lvl="0" indent="0" algn="l" rtl="0">
              <a:lnSpc>
                <a:spcPct val="100000"/>
              </a:lnSpc>
              <a:spcBef>
                <a:spcPts val="0"/>
              </a:spcBef>
              <a:spcAft>
                <a:spcPts val="0"/>
              </a:spcAft>
              <a:buNone/>
            </a:pPr>
            <a:r>
              <a:rPr lang="en-US" sz="2400">
                <a:latin typeface="Arial"/>
                <a:ea typeface="Arial"/>
                <a:cs typeface="Arial"/>
                <a:sym typeface="Arial"/>
              </a:rPr>
              <a:t>1</a:t>
            </a:r>
            <a:endParaRPr sz="2400">
              <a:latin typeface="Arial"/>
              <a:ea typeface="Arial"/>
              <a:cs typeface="Arial"/>
              <a:sym typeface="Arial"/>
            </a:endParaRPr>
          </a:p>
          <a:p>
            <a:pPr marL="12700" lvl="0" indent="0" algn="l" rtl="0">
              <a:lnSpc>
                <a:spcPct val="100000"/>
              </a:lnSpc>
              <a:spcBef>
                <a:spcPts val="960"/>
              </a:spcBef>
              <a:spcAft>
                <a:spcPts val="0"/>
              </a:spcAft>
              <a:buNone/>
            </a:pPr>
            <a:r>
              <a:rPr lang="en-US" sz="2400">
                <a:latin typeface="Arial"/>
                <a:ea typeface="Arial"/>
                <a:cs typeface="Arial"/>
                <a:sym typeface="Arial"/>
              </a:rPr>
              <a:t>𝑚</a:t>
            </a:r>
            <a:endParaRPr sz="2400">
              <a:latin typeface="Arial"/>
              <a:ea typeface="Arial"/>
              <a:cs typeface="Arial"/>
              <a:sym typeface="Arial"/>
            </a:endParaRPr>
          </a:p>
        </p:txBody>
      </p:sp>
      <p:sp>
        <p:nvSpPr>
          <p:cNvPr id="3401" name="Google Shape;3401;p142"/>
          <p:cNvSpPr txBox="1"/>
          <p:nvPr/>
        </p:nvSpPr>
        <p:spPr>
          <a:xfrm>
            <a:off x="4061301" y="4830571"/>
            <a:ext cx="1256665" cy="3911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latin typeface="Arial"/>
                <a:ea typeface="Arial"/>
                <a:cs typeface="Arial"/>
                <a:sym typeface="Arial"/>
              </a:rPr>
              <a:t>minimize</a:t>
            </a:r>
            <a:endParaRPr sz="2400">
              <a:latin typeface="Arial"/>
              <a:ea typeface="Arial"/>
              <a:cs typeface="Arial"/>
              <a:sym typeface="Arial"/>
            </a:endParaRPr>
          </a:p>
        </p:txBody>
      </p:sp>
      <p:sp>
        <p:nvSpPr>
          <p:cNvPr id="3402" name="Google Shape;3402;p142"/>
          <p:cNvSpPr txBox="1"/>
          <p:nvPr/>
        </p:nvSpPr>
        <p:spPr>
          <a:xfrm>
            <a:off x="5639433" y="4720843"/>
            <a:ext cx="1112520" cy="857885"/>
          </a:xfrm>
          <a:prstGeom prst="rect">
            <a:avLst/>
          </a:prstGeom>
          <a:noFill/>
          <a:ln>
            <a:noFill/>
          </a:ln>
        </p:spPr>
        <p:txBody>
          <a:bodyPr spcFirstLastPara="1" wrap="square" lIns="0" tIns="122550" rIns="0" bIns="0" anchor="t" anchorCtr="0">
            <a:spAutoFit/>
          </a:bodyPr>
          <a:lstStyle/>
          <a:p>
            <a:pPr marL="81280" lvl="0" indent="0" algn="l" rtl="0">
              <a:lnSpc>
                <a:spcPct val="100000"/>
              </a:lnSpc>
              <a:spcBef>
                <a:spcPts val="0"/>
              </a:spcBef>
              <a:spcAft>
                <a:spcPts val="0"/>
              </a:spcAft>
              <a:buNone/>
            </a:pPr>
            <a:r>
              <a:rPr lang="en-US" sz="2400">
                <a:latin typeface="Arial"/>
                <a:ea typeface="Arial"/>
                <a:cs typeface="Arial"/>
                <a:sym typeface="Arial"/>
              </a:rPr>
              <a:t>121	ℓ(ℎ</a:t>
            </a:r>
            <a:r>
              <a:rPr lang="en-US" sz="2700" baseline="-25000">
                <a:latin typeface="Arial"/>
                <a:ea typeface="Arial"/>
                <a:cs typeface="Arial"/>
                <a:sym typeface="Arial"/>
              </a:rPr>
              <a:t>𝜃</a:t>
            </a:r>
            <a:endParaRPr sz="2700" baseline="-25000">
              <a:latin typeface="Arial"/>
              <a:ea typeface="Arial"/>
              <a:cs typeface="Arial"/>
              <a:sym typeface="Arial"/>
            </a:endParaRPr>
          </a:p>
          <a:p>
            <a:pPr marL="38100" lvl="0" indent="0" algn="l" rtl="0">
              <a:lnSpc>
                <a:spcPct val="100000"/>
              </a:lnSpc>
              <a:spcBef>
                <a:spcPts val="645"/>
              </a:spcBef>
              <a:spcAft>
                <a:spcPts val="0"/>
              </a:spcAft>
              <a:buNone/>
            </a:pPr>
            <a:r>
              <a:rPr lang="en-US" sz="1800">
                <a:latin typeface="Arial"/>
                <a:ea typeface="Arial"/>
                <a:cs typeface="Arial"/>
                <a:sym typeface="Arial"/>
              </a:rPr>
              <a:t>𝑖=1</a:t>
            </a:r>
            <a:endParaRPr sz="1800">
              <a:latin typeface="Arial"/>
              <a:ea typeface="Arial"/>
              <a:cs typeface="Arial"/>
              <a:sym typeface="Arial"/>
            </a:endParaRPr>
          </a:p>
        </p:txBody>
      </p:sp>
      <p:grpSp>
        <p:nvGrpSpPr>
          <p:cNvPr id="3403" name="Google Shape;3403;p142"/>
          <p:cNvGrpSpPr/>
          <p:nvPr/>
        </p:nvGrpSpPr>
        <p:grpSpPr>
          <a:xfrm>
            <a:off x="7068057" y="4872228"/>
            <a:ext cx="374523" cy="374523"/>
            <a:chOff x="7068057" y="4872228"/>
            <a:chExt cx="374523" cy="374523"/>
          </a:xfrm>
        </p:grpSpPr>
        <p:sp>
          <p:nvSpPr>
            <p:cNvPr id="3404" name="Google Shape;3404;p142"/>
            <p:cNvSpPr/>
            <p:nvPr/>
          </p:nvSpPr>
          <p:spPr>
            <a:xfrm>
              <a:off x="7341615" y="4878451"/>
              <a:ext cx="100965" cy="368300"/>
            </a:xfrm>
            <a:custGeom>
              <a:avLst/>
              <a:gdLst/>
              <a:ahLst/>
              <a:cxnLst/>
              <a:rect l="l" t="t" r="r" b="b"/>
              <a:pathLst>
                <a:path w="100965" h="368300" extrusionOk="0">
                  <a:moveTo>
                    <a:pt x="3682" y="0"/>
                  </a:moveTo>
                  <a:lnTo>
                    <a:pt x="0" y="12191"/>
                  </a:lnTo>
                  <a:lnTo>
                    <a:pt x="16907" y="20954"/>
                  </a:lnTo>
                  <a:lnTo>
                    <a:pt x="31638" y="33717"/>
                  </a:lnTo>
                  <a:lnTo>
                    <a:pt x="54609" y="71247"/>
                  </a:lnTo>
                  <a:lnTo>
                    <a:pt x="68499" y="122284"/>
                  </a:lnTo>
                  <a:lnTo>
                    <a:pt x="73151" y="184275"/>
                  </a:lnTo>
                  <a:lnTo>
                    <a:pt x="71987" y="216540"/>
                  </a:lnTo>
                  <a:lnTo>
                    <a:pt x="62703" y="272877"/>
                  </a:lnTo>
                  <a:lnTo>
                    <a:pt x="44201" y="317689"/>
                  </a:lnTo>
                  <a:lnTo>
                    <a:pt x="16907" y="347218"/>
                  </a:lnTo>
                  <a:lnTo>
                    <a:pt x="0" y="355981"/>
                  </a:lnTo>
                  <a:lnTo>
                    <a:pt x="3682" y="368173"/>
                  </a:lnTo>
                  <a:lnTo>
                    <a:pt x="44829" y="346264"/>
                  </a:lnTo>
                  <a:lnTo>
                    <a:pt x="75310" y="304925"/>
                  </a:lnTo>
                  <a:lnTo>
                    <a:pt x="94170" y="249189"/>
                  </a:lnTo>
                  <a:lnTo>
                    <a:pt x="100456" y="184023"/>
                  </a:lnTo>
                  <a:lnTo>
                    <a:pt x="98884" y="150327"/>
                  </a:lnTo>
                  <a:lnTo>
                    <a:pt x="86311" y="89938"/>
                  </a:lnTo>
                  <a:lnTo>
                    <a:pt x="61404" y="40147"/>
                  </a:lnTo>
                  <a:lnTo>
                    <a:pt x="25590" y="8524"/>
                  </a:lnTo>
                  <a:lnTo>
                    <a:pt x="368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405" name="Google Shape;3405;p142"/>
            <p:cNvPicPr preferRelativeResize="0"/>
            <p:nvPr/>
          </p:nvPicPr>
          <p:blipFill rotWithShape="1">
            <a:blip r:embed="rId3">
              <a:alphaModFix/>
            </a:blip>
            <a:srcRect/>
            <a:stretch/>
          </p:blipFill>
          <p:spPr>
            <a:xfrm>
              <a:off x="7068057" y="4872228"/>
              <a:ext cx="231521" cy="206121"/>
            </a:xfrm>
            <a:prstGeom prst="rect">
              <a:avLst/>
            </a:prstGeom>
            <a:noFill/>
            <a:ln>
              <a:noFill/>
            </a:ln>
          </p:spPr>
        </p:pic>
      </p:grpSp>
      <p:sp>
        <p:nvSpPr>
          <p:cNvPr id="3406" name="Google Shape;3406;p142"/>
          <p:cNvSpPr/>
          <p:nvPr/>
        </p:nvSpPr>
        <p:spPr>
          <a:xfrm>
            <a:off x="6759829" y="4878451"/>
            <a:ext cx="100965" cy="368300"/>
          </a:xfrm>
          <a:custGeom>
            <a:avLst/>
            <a:gdLst/>
            <a:ahLst/>
            <a:cxnLst/>
            <a:rect l="l" t="t" r="r" b="b"/>
            <a:pathLst>
              <a:path w="100965" h="368300" extrusionOk="0">
                <a:moveTo>
                  <a:pt x="96774" y="0"/>
                </a:moveTo>
                <a:lnTo>
                  <a:pt x="55625" y="21906"/>
                </a:lnTo>
                <a:lnTo>
                  <a:pt x="25146" y="63246"/>
                </a:lnTo>
                <a:lnTo>
                  <a:pt x="6286" y="118967"/>
                </a:lnTo>
                <a:lnTo>
                  <a:pt x="0" y="184023"/>
                </a:lnTo>
                <a:lnTo>
                  <a:pt x="1570" y="217791"/>
                </a:lnTo>
                <a:lnTo>
                  <a:pt x="14143" y="278230"/>
                </a:lnTo>
                <a:lnTo>
                  <a:pt x="39052" y="328024"/>
                </a:lnTo>
                <a:lnTo>
                  <a:pt x="74866" y="359647"/>
                </a:lnTo>
                <a:lnTo>
                  <a:pt x="96774" y="368173"/>
                </a:lnTo>
                <a:lnTo>
                  <a:pt x="100455" y="355981"/>
                </a:lnTo>
                <a:lnTo>
                  <a:pt x="83548" y="347218"/>
                </a:lnTo>
                <a:lnTo>
                  <a:pt x="68817" y="334453"/>
                </a:lnTo>
                <a:lnTo>
                  <a:pt x="45847" y="296924"/>
                </a:lnTo>
                <a:lnTo>
                  <a:pt x="32019" y="246077"/>
                </a:lnTo>
                <a:lnTo>
                  <a:pt x="27430" y="184275"/>
                </a:lnTo>
                <a:lnTo>
                  <a:pt x="28576" y="151916"/>
                </a:lnTo>
                <a:lnTo>
                  <a:pt x="37772" y="95389"/>
                </a:lnTo>
                <a:lnTo>
                  <a:pt x="56254" y="50481"/>
                </a:lnTo>
                <a:lnTo>
                  <a:pt x="83548" y="20954"/>
                </a:lnTo>
                <a:lnTo>
                  <a:pt x="100455" y="12191"/>
                </a:lnTo>
                <a:lnTo>
                  <a:pt x="9677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07" name="Google Shape;3407;p142"/>
          <p:cNvSpPr txBox="1"/>
          <p:nvPr/>
        </p:nvSpPr>
        <p:spPr>
          <a:xfrm>
            <a:off x="6832981" y="4696459"/>
            <a:ext cx="410209" cy="39116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3600" baseline="-25000">
                <a:latin typeface="Arial"/>
                <a:ea typeface="Arial"/>
                <a:cs typeface="Arial"/>
                <a:sym typeface="Arial"/>
              </a:rPr>
              <a:t>𝑥 </a:t>
            </a:r>
            <a:r>
              <a:rPr lang="en-US" sz="1800">
                <a:latin typeface="Arial"/>
                <a:ea typeface="Arial"/>
                <a:cs typeface="Arial"/>
                <a:sym typeface="Arial"/>
              </a:rPr>
              <a:t>𝑖</a:t>
            </a:r>
            <a:endParaRPr sz="1800">
              <a:latin typeface="Arial"/>
              <a:ea typeface="Arial"/>
              <a:cs typeface="Arial"/>
              <a:sym typeface="Arial"/>
            </a:endParaRPr>
          </a:p>
        </p:txBody>
      </p:sp>
      <p:pic>
        <p:nvPicPr>
          <p:cNvPr id="3408" name="Google Shape;3408;p142"/>
          <p:cNvPicPr preferRelativeResize="0"/>
          <p:nvPr/>
        </p:nvPicPr>
        <p:blipFill rotWithShape="1">
          <a:blip r:embed="rId4">
            <a:alphaModFix/>
          </a:blip>
          <a:srcRect/>
          <a:stretch/>
        </p:blipFill>
        <p:spPr>
          <a:xfrm>
            <a:off x="7784338" y="4872228"/>
            <a:ext cx="231519" cy="206121"/>
          </a:xfrm>
          <a:prstGeom prst="rect">
            <a:avLst/>
          </a:prstGeom>
          <a:noFill/>
          <a:ln>
            <a:noFill/>
          </a:ln>
        </p:spPr>
      </p:pic>
      <p:sp>
        <p:nvSpPr>
          <p:cNvPr id="3409" name="Google Shape;3409;p142"/>
          <p:cNvSpPr txBox="1"/>
          <p:nvPr/>
        </p:nvSpPr>
        <p:spPr>
          <a:xfrm>
            <a:off x="7431913" y="4809235"/>
            <a:ext cx="783590" cy="39116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2400">
                <a:latin typeface="Arial"/>
                <a:ea typeface="Arial"/>
                <a:cs typeface="Arial"/>
                <a:sym typeface="Arial"/>
              </a:rPr>
              <a:t>, 𝑦 </a:t>
            </a:r>
            <a:r>
              <a:rPr lang="en-US" sz="2700" baseline="30000">
                <a:latin typeface="Arial"/>
                <a:ea typeface="Arial"/>
                <a:cs typeface="Arial"/>
                <a:sym typeface="Arial"/>
              </a:rPr>
              <a:t>𝑖  </a:t>
            </a:r>
            <a:r>
              <a:rPr lang="en-US" sz="2400">
                <a:latin typeface="Arial"/>
                <a:ea typeface="Arial"/>
                <a:cs typeface="Arial"/>
                <a:sym typeface="Arial"/>
              </a:rPr>
              <a:t>)</a:t>
            </a:r>
            <a:endParaRPr sz="2400">
              <a:latin typeface="Arial"/>
              <a:ea typeface="Arial"/>
              <a:cs typeface="Arial"/>
              <a:sym typeface="Arial"/>
            </a:endParaRPr>
          </a:p>
        </p:txBody>
      </p:sp>
      <p:sp>
        <p:nvSpPr>
          <p:cNvPr id="3410" name="Google Shape;3410;p142"/>
          <p:cNvSpPr txBox="1">
            <a:spLocks noGrp="1"/>
          </p:cNvSpPr>
          <p:nvPr>
            <p:ph type="sldNum" idx="12"/>
          </p:nvPr>
        </p:nvSpPr>
        <p:spPr>
          <a:xfrm>
            <a:off x="11282426" y="6440594"/>
            <a:ext cx="250825" cy="200659"/>
          </a:xfrm>
          <a:prstGeom prst="rect">
            <a:avLst/>
          </a:prstGeom>
          <a:noFill/>
          <a:ln>
            <a:noFill/>
          </a:ln>
        </p:spPr>
        <p:txBody>
          <a:bodyPr spcFirstLastPara="1" wrap="square" lIns="0" tIns="2525" rIns="0" bIns="0" anchor="t" anchorCtr="0">
            <a:spAutoFit/>
          </a:bodyPr>
          <a:lstStyle/>
          <a:p>
            <a:pPr marL="38100" lvl="0" indent="0" algn="l" rtl="0">
              <a:lnSpc>
                <a:spcPct val="100000"/>
              </a:lnSpc>
              <a:spcBef>
                <a:spcPts val="0"/>
              </a:spcBef>
              <a:spcAft>
                <a:spcPts val="0"/>
              </a:spcAft>
              <a:buNone/>
            </a:pPr>
            <a:r>
              <a:rPr lang="en-US"/>
              <a:t>17</a:t>
            </a:r>
            <a:endParaRPr/>
          </a:p>
        </p:txBody>
      </p:sp>
    </p:spTree>
    <p:extLst>
      <p:ext uri="{BB962C8B-B14F-4D97-AF65-F5344CB8AC3E}">
        <p14:creationId xmlns:p14="http://schemas.microsoft.com/office/powerpoint/2010/main" val="3889588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414"/>
        <p:cNvGrpSpPr/>
        <p:nvPr/>
      </p:nvGrpSpPr>
      <p:grpSpPr>
        <a:xfrm>
          <a:off x="0" y="0"/>
          <a:ext cx="0" cy="0"/>
          <a:chOff x="0" y="0"/>
          <a:chExt cx="0" cy="0"/>
        </a:xfrm>
      </p:grpSpPr>
      <p:sp>
        <p:nvSpPr>
          <p:cNvPr id="3415" name="Google Shape;3415;p143" descr="$PPTXTitle"/>
          <p:cNvSpPr txBox="1">
            <a:spLocks noGrp="1"/>
          </p:cNvSpPr>
          <p:nvPr>
            <p:ph type="title"/>
          </p:nvPr>
        </p:nvSpPr>
        <p:spPr>
          <a:xfrm>
            <a:off x="707542" y="494791"/>
            <a:ext cx="11589715" cy="985519"/>
          </a:xfrm>
          <a:prstGeom prst="rect">
            <a:avLst/>
          </a:prstGeom>
          <a:noFill/>
          <a:ln>
            <a:noFill/>
          </a:ln>
        </p:spPr>
        <p:txBody>
          <a:bodyPr spcFirstLastPara="1" wrap="square" lIns="0" tIns="12700" rIns="0" bIns="0" anchor="t" anchorCtr="0">
            <a:spAutoFit/>
          </a:bodyPr>
          <a:lstStyle/>
          <a:p>
            <a:pPr marL="2197735" lvl="0" indent="0" algn="l" rtl="0">
              <a:lnSpc>
                <a:spcPct val="100000"/>
              </a:lnSpc>
              <a:spcBef>
                <a:spcPts val="0"/>
              </a:spcBef>
              <a:spcAft>
                <a:spcPts val="0"/>
              </a:spcAft>
              <a:buNone/>
            </a:pPr>
            <a:r>
              <a:rPr lang="en-US">
                <a:solidFill>
                  <a:srgbClr val="6F2F9F"/>
                </a:solidFill>
              </a:rPr>
              <a:t>Reminder: MLE for Bernoulli</a:t>
            </a:r>
            <a:endParaRPr/>
          </a:p>
        </p:txBody>
      </p:sp>
      <p:sp>
        <p:nvSpPr>
          <p:cNvPr id="3416" name="Google Shape;3416;p143"/>
          <p:cNvSpPr txBox="1"/>
          <p:nvPr/>
        </p:nvSpPr>
        <p:spPr>
          <a:xfrm>
            <a:off x="688340" y="1521459"/>
            <a:ext cx="5853430" cy="3606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200">
                <a:latin typeface="Arial Narrow"/>
                <a:ea typeface="Arial Narrow"/>
                <a:cs typeface="Arial Narrow"/>
                <a:sym typeface="Arial Narrow"/>
              </a:rPr>
              <a:t>Maximum likelihood solution for Bernoulli given by</a:t>
            </a:r>
            <a:endParaRPr sz="2200">
              <a:latin typeface="Arial Narrow"/>
              <a:ea typeface="Arial Narrow"/>
              <a:cs typeface="Arial Narrow"/>
              <a:sym typeface="Arial Narrow"/>
            </a:endParaRPr>
          </a:p>
        </p:txBody>
      </p:sp>
      <p:sp>
        <p:nvSpPr>
          <p:cNvPr id="3417" name="Google Shape;3417;p143"/>
          <p:cNvSpPr txBox="1"/>
          <p:nvPr/>
        </p:nvSpPr>
        <p:spPr>
          <a:xfrm>
            <a:off x="3921125" y="1826259"/>
            <a:ext cx="196215" cy="2692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600">
                <a:latin typeface="Arial"/>
                <a:ea typeface="Arial"/>
                <a:cs typeface="Arial"/>
                <a:sym typeface="Arial"/>
              </a:rPr>
              <a:t>𝑚</a:t>
            </a:r>
            <a:endParaRPr sz="1600">
              <a:latin typeface="Arial"/>
              <a:ea typeface="Arial"/>
              <a:cs typeface="Arial"/>
              <a:sym typeface="Arial"/>
            </a:endParaRPr>
          </a:p>
        </p:txBody>
      </p:sp>
      <p:sp>
        <p:nvSpPr>
          <p:cNvPr id="3418" name="Google Shape;3418;p143"/>
          <p:cNvSpPr txBox="1"/>
          <p:nvPr/>
        </p:nvSpPr>
        <p:spPr>
          <a:xfrm>
            <a:off x="7080250" y="1764191"/>
            <a:ext cx="382905" cy="1105535"/>
          </a:xfrm>
          <a:prstGeom prst="rect">
            <a:avLst/>
          </a:prstGeom>
          <a:noFill/>
          <a:ln>
            <a:noFill/>
          </a:ln>
        </p:spPr>
        <p:txBody>
          <a:bodyPr spcFirstLastPara="1" wrap="square" lIns="0" tIns="74275" rIns="0" bIns="0" anchor="t" anchorCtr="0">
            <a:spAutoFit/>
          </a:bodyPr>
          <a:lstStyle/>
          <a:p>
            <a:pPr marL="102235" lvl="0" indent="0" algn="l" rtl="0">
              <a:lnSpc>
                <a:spcPct val="100000"/>
              </a:lnSpc>
              <a:spcBef>
                <a:spcPts val="0"/>
              </a:spcBef>
              <a:spcAft>
                <a:spcPts val="0"/>
              </a:spcAft>
              <a:buNone/>
            </a:pPr>
            <a:r>
              <a:rPr lang="en-US" sz="1600">
                <a:latin typeface="Arial"/>
                <a:ea typeface="Arial"/>
                <a:cs typeface="Arial"/>
                <a:sym typeface="Arial"/>
              </a:rPr>
              <a:t>𝑚</a:t>
            </a:r>
            <a:endParaRPr sz="1600">
              <a:latin typeface="Arial"/>
              <a:ea typeface="Arial"/>
              <a:cs typeface="Arial"/>
              <a:sym typeface="Arial"/>
            </a:endParaRPr>
          </a:p>
          <a:p>
            <a:pPr marL="12700" lvl="0" indent="0" algn="l" rtl="0">
              <a:lnSpc>
                <a:spcPct val="100000"/>
              </a:lnSpc>
              <a:spcBef>
                <a:spcPts val="675"/>
              </a:spcBef>
              <a:spcAft>
                <a:spcPts val="0"/>
              </a:spcAft>
              <a:buNone/>
            </a:pPr>
            <a:r>
              <a:rPr lang="en-US" sz="2200">
                <a:latin typeface="Arial"/>
                <a:ea typeface="Arial"/>
                <a:cs typeface="Arial"/>
                <a:sym typeface="Arial"/>
              </a:rPr>
              <a:t>=</a:t>
            </a:r>
            <a:endParaRPr sz="2200">
              <a:latin typeface="Arial"/>
              <a:ea typeface="Arial"/>
              <a:cs typeface="Arial"/>
              <a:sym typeface="Arial"/>
            </a:endParaRPr>
          </a:p>
          <a:p>
            <a:pPr marL="27940" lvl="0" indent="0" algn="l" rtl="0">
              <a:lnSpc>
                <a:spcPct val="100000"/>
              </a:lnSpc>
              <a:spcBef>
                <a:spcPts val="865"/>
              </a:spcBef>
              <a:spcAft>
                <a:spcPts val="0"/>
              </a:spcAft>
              <a:buNone/>
            </a:pPr>
            <a:r>
              <a:rPr lang="en-US" sz="1600">
                <a:latin typeface="Arial"/>
                <a:ea typeface="Arial"/>
                <a:cs typeface="Arial"/>
                <a:sym typeface="Arial"/>
              </a:rPr>
              <a:t>𝑖=1</a:t>
            </a:r>
            <a:endParaRPr sz="1600">
              <a:latin typeface="Arial"/>
              <a:ea typeface="Arial"/>
              <a:cs typeface="Arial"/>
              <a:sym typeface="Arial"/>
            </a:endParaRPr>
          </a:p>
        </p:txBody>
      </p:sp>
      <p:sp>
        <p:nvSpPr>
          <p:cNvPr id="3419" name="Google Shape;3419;p143"/>
          <p:cNvSpPr/>
          <p:nvPr/>
        </p:nvSpPr>
        <p:spPr>
          <a:xfrm>
            <a:off x="5327650" y="2225292"/>
            <a:ext cx="92075" cy="337185"/>
          </a:xfrm>
          <a:custGeom>
            <a:avLst/>
            <a:gdLst/>
            <a:ahLst/>
            <a:cxnLst/>
            <a:rect l="l" t="t" r="r" b="b"/>
            <a:pathLst>
              <a:path w="92075" h="337185" extrusionOk="0">
                <a:moveTo>
                  <a:pt x="3428" y="0"/>
                </a:moveTo>
                <a:lnTo>
                  <a:pt x="0" y="11174"/>
                </a:lnTo>
                <a:lnTo>
                  <a:pt x="15477" y="19199"/>
                </a:lnTo>
                <a:lnTo>
                  <a:pt x="28955" y="30892"/>
                </a:lnTo>
                <a:lnTo>
                  <a:pt x="49911" y="65276"/>
                </a:lnTo>
                <a:lnTo>
                  <a:pt x="62594" y="111965"/>
                </a:lnTo>
                <a:lnTo>
                  <a:pt x="66801" y="168654"/>
                </a:lnTo>
                <a:lnTo>
                  <a:pt x="65751" y="198180"/>
                </a:lnTo>
                <a:lnTo>
                  <a:pt x="57317" y="249755"/>
                </a:lnTo>
                <a:lnTo>
                  <a:pt x="40432" y="290732"/>
                </a:lnTo>
                <a:lnTo>
                  <a:pt x="0" y="325753"/>
                </a:lnTo>
                <a:lnTo>
                  <a:pt x="3428" y="336929"/>
                </a:lnTo>
                <a:lnTo>
                  <a:pt x="40989" y="316928"/>
                </a:lnTo>
                <a:lnTo>
                  <a:pt x="68834" y="279017"/>
                </a:lnTo>
                <a:lnTo>
                  <a:pt x="86089" y="228060"/>
                </a:lnTo>
                <a:lnTo>
                  <a:pt x="91821" y="168527"/>
                </a:lnTo>
                <a:lnTo>
                  <a:pt x="90389" y="137618"/>
                </a:lnTo>
                <a:lnTo>
                  <a:pt x="78907" y="82321"/>
                </a:lnTo>
                <a:lnTo>
                  <a:pt x="56113" y="36790"/>
                </a:lnTo>
                <a:lnTo>
                  <a:pt x="23435" y="7834"/>
                </a:lnTo>
                <a:lnTo>
                  <a:pt x="3428"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20" name="Google Shape;3420;p143"/>
          <p:cNvSpPr/>
          <p:nvPr/>
        </p:nvSpPr>
        <p:spPr>
          <a:xfrm>
            <a:off x="4471547" y="2225292"/>
            <a:ext cx="92075" cy="337185"/>
          </a:xfrm>
          <a:custGeom>
            <a:avLst/>
            <a:gdLst/>
            <a:ahLst/>
            <a:cxnLst/>
            <a:rect l="l" t="t" r="r" b="b"/>
            <a:pathLst>
              <a:path w="92075" h="337185" extrusionOk="0">
                <a:moveTo>
                  <a:pt x="88512" y="0"/>
                </a:moveTo>
                <a:lnTo>
                  <a:pt x="50888" y="20097"/>
                </a:lnTo>
                <a:lnTo>
                  <a:pt x="22980" y="57910"/>
                </a:lnTo>
                <a:lnTo>
                  <a:pt x="5723" y="108885"/>
                </a:lnTo>
                <a:lnTo>
                  <a:pt x="0" y="168654"/>
                </a:lnTo>
                <a:lnTo>
                  <a:pt x="1423" y="199365"/>
                </a:lnTo>
                <a:lnTo>
                  <a:pt x="12905" y="254610"/>
                </a:lnTo>
                <a:lnTo>
                  <a:pt x="35720" y="300212"/>
                </a:lnTo>
                <a:lnTo>
                  <a:pt x="68486" y="329168"/>
                </a:lnTo>
                <a:lnTo>
                  <a:pt x="88512" y="336929"/>
                </a:lnTo>
                <a:lnTo>
                  <a:pt x="91941" y="325753"/>
                </a:lnTo>
                <a:lnTo>
                  <a:pt x="76462" y="317732"/>
                </a:lnTo>
                <a:lnTo>
                  <a:pt x="62985" y="306054"/>
                </a:lnTo>
                <a:lnTo>
                  <a:pt x="42030" y="271778"/>
                </a:lnTo>
                <a:lnTo>
                  <a:pt x="29282" y="225217"/>
                </a:lnTo>
                <a:lnTo>
                  <a:pt x="25016" y="168527"/>
                </a:lnTo>
                <a:lnTo>
                  <a:pt x="26081" y="139054"/>
                </a:lnTo>
                <a:lnTo>
                  <a:pt x="34602" y="87377"/>
                </a:lnTo>
                <a:lnTo>
                  <a:pt x="51507" y="46250"/>
                </a:lnTo>
                <a:lnTo>
                  <a:pt x="91941" y="11174"/>
                </a:lnTo>
                <a:lnTo>
                  <a:pt x="8851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421" name="Google Shape;3421;p143"/>
          <p:cNvPicPr preferRelativeResize="0"/>
          <p:nvPr/>
        </p:nvPicPr>
        <p:blipFill rotWithShape="1">
          <a:blip r:embed="rId3">
            <a:alphaModFix/>
          </a:blip>
          <a:srcRect/>
          <a:stretch/>
        </p:blipFill>
        <p:spPr>
          <a:xfrm>
            <a:off x="4760593" y="2218053"/>
            <a:ext cx="213487" cy="189229"/>
          </a:xfrm>
          <a:prstGeom prst="rect">
            <a:avLst/>
          </a:prstGeom>
          <a:noFill/>
          <a:ln>
            <a:noFill/>
          </a:ln>
        </p:spPr>
      </p:pic>
      <p:sp>
        <p:nvSpPr>
          <p:cNvPr id="3422" name="Google Shape;3422;p143"/>
          <p:cNvSpPr txBox="1"/>
          <p:nvPr/>
        </p:nvSpPr>
        <p:spPr>
          <a:xfrm>
            <a:off x="3043172" y="2414523"/>
            <a:ext cx="164465" cy="2692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600">
                <a:latin typeface="Arial"/>
                <a:ea typeface="Arial"/>
                <a:cs typeface="Arial"/>
                <a:sym typeface="Arial"/>
              </a:rPr>
              <a:t>𝜙</a:t>
            </a:r>
            <a:endParaRPr sz="1600">
              <a:latin typeface="Arial"/>
              <a:ea typeface="Arial"/>
              <a:cs typeface="Arial"/>
              <a:sym typeface="Arial"/>
            </a:endParaRPr>
          </a:p>
        </p:txBody>
      </p:sp>
      <p:sp>
        <p:nvSpPr>
          <p:cNvPr id="3423" name="Google Shape;3423;p143"/>
          <p:cNvSpPr txBox="1"/>
          <p:nvPr/>
        </p:nvSpPr>
        <p:spPr>
          <a:xfrm>
            <a:off x="6321042" y="2414523"/>
            <a:ext cx="164465" cy="2692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600">
                <a:latin typeface="Arial"/>
                <a:ea typeface="Arial"/>
                <a:cs typeface="Arial"/>
                <a:sym typeface="Arial"/>
              </a:rPr>
              <a:t>𝜙</a:t>
            </a:r>
            <a:endParaRPr sz="1600">
              <a:latin typeface="Arial"/>
              <a:ea typeface="Arial"/>
              <a:cs typeface="Arial"/>
              <a:sym typeface="Arial"/>
            </a:endParaRPr>
          </a:p>
        </p:txBody>
      </p:sp>
      <p:pic>
        <p:nvPicPr>
          <p:cNvPr id="3424" name="Google Shape;3424;p143"/>
          <p:cNvPicPr preferRelativeResize="0"/>
          <p:nvPr/>
        </p:nvPicPr>
        <p:blipFill rotWithShape="1">
          <a:blip r:embed="rId4">
            <a:alphaModFix/>
          </a:blip>
          <a:srcRect/>
          <a:stretch/>
        </p:blipFill>
        <p:spPr>
          <a:xfrm>
            <a:off x="7892288" y="2170809"/>
            <a:ext cx="172718" cy="155192"/>
          </a:xfrm>
          <a:prstGeom prst="rect">
            <a:avLst/>
          </a:prstGeom>
          <a:noFill/>
          <a:ln>
            <a:noFill/>
          </a:ln>
        </p:spPr>
      </p:pic>
      <p:sp>
        <p:nvSpPr>
          <p:cNvPr id="3425" name="Google Shape;3425;p143"/>
          <p:cNvSpPr txBox="1"/>
          <p:nvPr/>
        </p:nvSpPr>
        <p:spPr>
          <a:xfrm>
            <a:off x="2546350" y="2155443"/>
            <a:ext cx="1511300" cy="3606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200">
                <a:latin typeface="Arial"/>
                <a:ea typeface="Arial"/>
                <a:cs typeface="Arial"/>
                <a:sym typeface="Arial"/>
              </a:rPr>
              <a:t>maximize ◌ෑ</a:t>
            </a:r>
            <a:endParaRPr sz="2200">
              <a:latin typeface="Arial"/>
              <a:ea typeface="Arial"/>
              <a:cs typeface="Arial"/>
              <a:sym typeface="Arial"/>
            </a:endParaRPr>
          </a:p>
        </p:txBody>
      </p:sp>
      <p:sp>
        <p:nvSpPr>
          <p:cNvPr id="3426" name="Google Shape;3426;p143"/>
          <p:cNvSpPr txBox="1"/>
          <p:nvPr/>
        </p:nvSpPr>
        <p:spPr>
          <a:xfrm>
            <a:off x="4465828" y="2155443"/>
            <a:ext cx="1864360" cy="705485"/>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2200">
                <a:latin typeface="Arial"/>
                <a:ea typeface="Arial"/>
                <a:cs typeface="Arial"/>
                <a:sym typeface="Arial"/>
              </a:rPr>
              <a:t>𝑝	𝑦 </a:t>
            </a:r>
            <a:r>
              <a:rPr lang="en-US" sz="2400" baseline="30000">
                <a:latin typeface="Arial"/>
                <a:ea typeface="Arial"/>
                <a:cs typeface="Arial"/>
                <a:sym typeface="Arial"/>
              </a:rPr>
              <a:t>𝑖  </a:t>
            </a:r>
            <a:r>
              <a:rPr lang="en-US" sz="2200">
                <a:latin typeface="Arial"/>
                <a:ea typeface="Arial"/>
                <a:cs typeface="Arial"/>
                <a:sym typeface="Arial"/>
              </a:rPr>
              <a:t>; 𝜙</a:t>
            </a:r>
            <a:endParaRPr sz="2200">
              <a:latin typeface="Arial"/>
              <a:ea typeface="Arial"/>
              <a:cs typeface="Arial"/>
              <a:sym typeface="Arial"/>
            </a:endParaRPr>
          </a:p>
          <a:p>
            <a:pPr marL="42545" lvl="0" indent="0" algn="l" rtl="0">
              <a:lnSpc>
                <a:spcPct val="100000"/>
              </a:lnSpc>
              <a:spcBef>
                <a:spcPts val="70"/>
              </a:spcBef>
              <a:spcAft>
                <a:spcPts val="0"/>
              </a:spcAft>
              <a:buNone/>
            </a:pPr>
            <a:r>
              <a:rPr lang="en-US" sz="2200">
                <a:latin typeface="Arial"/>
                <a:ea typeface="Arial"/>
                <a:cs typeface="Arial"/>
                <a:sym typeface="Arial"/>
              </a:rPr>
              <a:t>𝜙</a:t>
            </a:r>
            <a:endParaRPr sz="2200">
              <a:latin typeface="Arial"/>
              <a:ea typeface="Arial"/>
              <a:cs typeface="Arial"/>
              <a:sym typeface="Arial"/>
            </a:endParaRPr>
          </a:p>
        </p:txBody>
      </p:sp>
      <p:sp>
        <p:nvSpPr>
          <p:cNvPr id="3427" name="Google Shape;3427;p143"/>
          <p:cNvSpPr txBox="1"/>
          <p:nvPr/>
        </p:nvSpPr>
        <p:spPr>
          <a:xfrm>
            <a:off x="2520950" y="2499868"/>
            <a:ext cx="1718310" cy="36068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2200">
                <a:latin typeface="Arial"/>
                <a:ea typeface="Arial"/>
                <a:cs typeface="Arial"/>
                <a:sym typeface="Arial"/>
              </a:rPr>
              <a:t>maximize ◌</a:t>
            </a:r>
            <a:r>
              <a:rPr lang="en-US" sz="2400" baseline="-25000">
                <a:latin typeface="Arial"/>
                <a:ea typeface="Arial"/>
                <a:cs typeface="Arial"/>
                <a:sym typeface="Arial"/>
              </a:rPr>
              <a:t>𝑖=</a:t>
            </a:r>
            <a:r>
              <a:rPr lang="en-US" sz="2200">
                <a:latin typeface="Arial"/>
                <a:ea typeface="Arial"/>
                <a:cs typeface="Arial"/>
                <a:sym typeface="Arial"/>
              </a:rPr>
              <a:t>ෑ </a:t>
            </a:r>
            <a:r>
              <a:rPr lang="en-US" sz="2400" baseline="-25000">
                <a:latin typeface="Arial"/>
                <a:ea typeface="Arial"/>
                <a:cs typeface="Arial"/>
                <a:sym typeface="Arial"/>
              </a:rPr>
              <a:t>1</a:t>
            </a:r>
            <a:endParaRPr sz="2400" baseline="-25000">
              <a:latin typeface="Arial"/>
              <a:ea typeface="Arial"/>
              <a:cs typeface="Arial"/>
              <a:sym typeface="Arial"/>
            </a:endParaRPr>
          </a:p>
        </p:txBody>
      </p:sp>
      <p:sp>
        <p:nvSpPr>
          <p:cNvPr id="3428" name="Google Shape;3428;p143"/>
          <p:cNvSpPr txBox="1"/>
          <p:nvPr/>
        </p:nvSpPr>
        <p:spPr>
          <a:xfrm>
            <a:off x="4691888" y="2423668"/>
            <a:ext cx="351790" cy="26924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2400" baseline="-25000">
                <a:latin typeface="Arial"/>
                <a:ea typeface="Arial"/>
                <a:cs typeface="Arial"/>
                <a:sym typeface="Arial"/>
              </a:rPr>
              <a:t>𝑦 </a:t>
            </a:r>
            <a:r>
              <a:rPr lang="en-US" sz="1300">
                <a:latin typeface="Arial"/>
                <a:ea typeface="Arial"/>
                <a:cs typeface="Arial"/>
                <a:sym typeface="Arial"/>
              </a:rPr>
              <a:t>𝑖</a:t>
            </a:r>
            <a:endParaRPr sz="1300">
              <a:latin typeface="Arial"/>
              <a:ea typeface="Arial"/>
              <a:cs typeface="Arial"/>
              <a:sym typeface="Arial"/>
            </a:endParaRPr>
          </a:p>
        </p:txBody>
      </p:sp>
      <p:sp>
        <p:nvSpPr>
          <p:cNvPr id="3429" name="Google Shape;3429;p143"/>
          <p:cNvSpPr txBox="1"/>
          <p:nvPr/>
        </p:nvSpPr>
        <p:spPr>
          <a:xfrm>
            <a:off x="688340" y="3045459"/>
            <a:ext cx="10323830" cy="851535"/>
          </a:xfrm>
          <a:prstGeom prst="rect">
            <a:avLst/>
          </a:prstGeom>
          <a:noFill/>
          <a:ln>
            <a:noFill/>
          </a:ln>
        </p:spPr>
        <p:txBody>
          <a:bodyPr spcFirstLastPara="1" wrap="square" lIns="0" tIns="70475" rIns="0" bIns="0" anchor="t" anchorCtr="0">
            <a:spAutoFit/>
          </a:bodyPr>
          <a:lstStyle/>
          <a:p>
            <a:pPr marL="12700" marR="5080" lvl="0" indent="0" algn="l" rtl="0">
              <a:lnSpc>
                <a:spcPct val="99090"/>
              </a:lnSpc>
              <a:spcBef>
                <a:spcPts val="0"/>
              </a:spcBef>
              <a:spcAft>
                <a:spcPts val="0"/>
              </a:spcAft>
              <a:buNone/>
            </a:pPr>
            <a:r>
              <a:rPr lang="en-US" sz="2200">
                <a:latin typeface="Arial Narrow"/>
                <a:ea typeface="Arial Narrow"/>
                <a:cs typeface="Arial Narrow"/>
                <a:sym typeface="Arial Narrow"/>
              </a:rPr>
              <a:t>Taking the negative log of the optimization objective (just to be consistent with our usual notation of optimization as minimization)</a:t>
            </a:r>
            <a:endParaRPr sz="2200">
              <a:latin typeface="Arial Narrow"/>
              <a:ea typeface="Arial Narrow"/>
              <a:cs typeface="Arial Narrow"/>
              <a:sym typeface="Arial Narrow"/>
            </a:endParaRPr>
          </a:p>
          <a:p>
            <a:pPr marL="0" marR="1510030" lvl="0" indent="0" algn="ctr" rtl="0">
              <a:lnSpc>
                <a:spcPct val="105562"/>
              </a:lnSpc>
              <a:spcBef>
                <a:spcPts val="0"/>
              </a:spcBef>
              <a:spcAft>
                <a:spcPts val="0"/>
              </a:spcAft>
              <a:buNone/>
            </a:pPr>
            <a:r>
              <a:rPr lang="en-US" sz="1600">
                <a:latin typeface="Arial"/>
                <a:ea typeface="Arial"/>
                <a:cs typeface="Arial"/>
                <a:sym typeface="Arial"/>
              </a:rPr>
              <a:t>𝑚</a:t>
            </a:r>
            <a:endParaRPr sz="1600">
              <a:latin typeface="Arial"/>
              <a:ea typeface="Arial"/>
              <a:cs typeface="Arial"/>
              <a:sym typeface="Arial"/>
            </a:endParaRPr>
          </a:p>
        </p:txBody>
      </p:sp>
      <p:sp>
        <p:nvSpPr>
          <p:cNvPr id="3430" name="Google Shape;3430;p143"/>
          <p:cNvSpPr/>
          <p:nvPr/>
        </p:nvSpPr>
        <p:spPr>
          <a:xfrm>
            <a:off x="8903843" y="2264535"/>
            <a:ext cx="86360" cy="258445"/>
          </a:xfrm>
          <a:custGeom>
            <a:avLst/>
            <a:gdLst/>
            <a:ahLst/>
            <a:cxnLst/>
            <a:rect l="l" t="t" r="r" b="b"/>
            <a:pathLst>
              <a:path w="86359" h="258444" extrusionOk="0">
                <a:moveTo>
                  <a:pt x="3681" y="0"/>
                </a:moveTo>
                <a:lnTo>
                  <a:pt x="0" y="10412"/>
                </a:lnTo>
                <a:lnTo>
                  <a:pt x="14952" y="16910"/>
                </a:lnTo>
                <a:lnTo>
                  <a:pt x="27811" y="25908"/>
                </a:lnTo>
                <a:lnTo>
                  <a:pt x="53910" y="67522"/>
                </a:lnTo>
                <a:lnTo>
                  <a:pt x="61530" y="105761"/>
                </a:lnTo>
                <a:lnTo>
                  <a:pt x="62482" y="127763"/>
                </a:lnTo>
                <a:lnTo>
                  <a:pt x="61528" y="150600"/>
                </a:lnTo>
                <a:lnTo>
                  <a:pt x="53856" y="189895"/>
                </a:lnTo>
                <a:lnTo>
                  <a:pt x="27796" y="232172"/>
                </a:lnTo>
                <a:lnTo>
                  <a:pt x="379" y="247776"/>
                </a:lnTo>
                <a:lnTo>
                  <a:pt x="3681" y="258318"/>
                </a:lnTo>
                <a:lnTo>
                  <a:pt x="38892" y="241761"/>
                </a:lnTo>
                <a:lnTo>
                  <a:pt x="64770" y="213105"/>
                </a:lnTo>
                <a:lnTo>
                  <a:pt x="80707" y="174800"/>
                </a:lnTo>
                <a:lnTo>
                  <a:pt x="85977" y="129160"/>
                </a:lnTo>
                <a:lnTo>
                  <a:pt x="84646" y="105487"/>
                </a:lnTo>
                <a:lnTo>
                  <a:pt x="74030" y="63525"/>
                </a:lnTo>
                <a:lnTo>
                  <a:pt x="52938" y="29325"/>
                </a:lnTo>
                <a:lnTo>
                  <a:pt x="22371" y="6742"/>
                </a:lnTo>
                <a:lnTo>
                  <a:pt x="3681"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31" name="Google Shape;3431;p143"/>
          <p:cNvSpPr/>
          <p:nvPr/>
        </p:nvSpPr>
        <p:spPr>
          <a:xfrm>
            <a:off x="8126093" y="2264535"/>
            <a:ext cx="86360" cy="258445"/>
          </a:xfrm>
          <a:custGeom>
            <a:avLst/>
            <a:gdLst/>
            <a:ahLst/>
            <a:cxnLst/>
            <a:rect l="l" t="t" r="r" b="b"/>
            <a:pathLst>
              <a:path w="86359" h="258444" extrusionOk="0">
                <a:moveTo>
                  <a:pt x="82422" y="0"/>
                </a:moveTo>
                <a:lnTo>
                  <a:pt x="47259" y="16510"/>
                </a:lnTo>
                <a:lnTo>
                  <a:pt x="21334" y="45212"/>
                </a:lnTo>
                <a:lnTo>
                  <a:pt x="5332" y="83612"/>
                </a:lnTo>
                <a:lnTo>
                  <a:pt x="0" y="129160"/>
                </a:lnTo>
                <a:lnTo>
                  <a:pt x="1330" y="152902"/>
                </a:lnTo>
                <a:lnTo>
                  <a:pt x="11946" y="194863"/>
                </a:lnTo>
                <a:lnTo>
                  <a:pt x="33022" y="228940"/>
                </a:lnTo>
                <a:lnTo>
                  <a:pt x="82422" y="258318"/>
                </a:lnTo>
                <a:lnTo>
                  <a:pt x="85597" y="247776"/>
                </a:lnTo>
                <a:lnTo>
                  <a:pt x="70901" y="241255"/>
                </a:lnTo>
                <a:lnTo>
                  <a:pt x="58229" y="232172"/>
                </a:lnTo>
                <a:lnTo>
                  <a:pt x="32194" y="189895"/>
                </a:lnTo>
                <a:lnTo>
                  <a:pt x="24574" y="150600"/>
                </a:lnTo>
                <a:lnTo>
                  <a:pt x="23621" y="127763"/>
                </a:lnTo>
                <a:lnTo>
                  <a:pt x="24574" y="105761"/>
                </a:lnTo>
                <a:lnTo>
                  <a:pt x="32194" y="67522"/>
                </a:lnTo>
                <a:lnTo>
                  <a:pt x="58339" y="25908"/>
                </a:lnTo>
                <a:lnTo>
                  <a:pt x="86104" y="10412"/>
                </a:lnTo>
                <a:lnTo>
                  <a:pt x="8242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432" name="Google Shape;3432;p143"/>
          <p:cNvPicPr preferRelativeResize="0"/>
          <p:nvPr/>
        </p:nvPicPr>
        <p:blipFill rotWithShape="1">
          <a:blip r:embed="rId4">
            <a:alphaModFix/>
          </a:blip>
          <a:srcRect/>
          <a:stretch/>
        </p:blipFill>
        <p:spPr>
          <a:xfrm>
            <a:off x="9425430" y="2170809"/>
            <a:ext cx="172720" cy="155192"/>
          </a:xfrm>
          <a:prstGeom prst="rect">
            <a:avLst/>
          </a:prstGeom>
          <a:noFill/>
          <a:ln>
            <a:noFill/>
          </a:ln>
        </p:spPr>
      </p:pic>
      <p:sp>
        <p:nvSpPr>
          <p:cNvPr id="3433" name="Google Shape;3433;p143"/>
          <p:cNvSpPr txBox="1"/>
          <p:nvPr/>
        </p:nvSpPr>
        <p:spPr>
          <a:xfrm>
            <a:off x="8205596" y="2128011"/>
            <a:ext cx="693420" cy="3606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200">
                <a:latin typeface="Arial"/>
                <a:ea typeface="Arial"/>
                <a:cs typeface="Arial"/>
                <a:sym typeface="Arial"/>
              </a:rPr>
              <a:t>1 − 𝜙</a:t>
            </a:r>
            <a:endParaRPr sz="2200">
              <a:latin typeface="Arial"/>
              <a:ea typeface="Arial"/>
              <a:cs typeface="Arial"/>
              <a:sym typeface="Arial"/>
            </a:endParaRPr>
          </a:p>
        </p:txBody>
      </p:sp>
      <p:sp>
        <p:nvSpPr>
          <p:cNvPr id="3434" name="Google Shape;3434;p143"/>
          <p:cNvSpPr txBox="1"/>
          <p:nvPr/>
        </p:nvSpPr>
        <p:spPr>
          <a:xfrm>
            <a:off x="8991344" y="2128011"/>
            <a:ext cx="608330" cy="26924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1600">
                <a:latin typeface="Arial"/>
                <a:ea typeface="Arial"/>
                <a:cs typeface="Arial"/>
                <a:sym typeface="Arial"/>
              </a:rPr>
              <a:t>1−𝑦 </a:t>
            </a:r>
            <a:r>
              <a:rPr lang="en-US" sz="1950" baseline="30000">
                <a:latin typeface="Arial"/>
                <a:ea typeface="Arial"/>
                <a:cs typeface="Arial"/>
                <a:sym typeface="Arial"/>
              </a:rPr>
              <a:t>𝑖</a:t>
            </a:r>
            <a:endParaRPr sz="1950" baseline="30000">
              <a:latin typeface="Arial"/>
              <a:ea typeface="Arial"/>
              <a:cs typeface="Arial"/>
              <a:sym typeface="Arial"/>
            </a:endParaRPr>
          </a:p>
        </p:txBody>
      </p:sp>
      <p:sp>
        <p:nvSpPr>
          <p:cNvPr id="3435" name="Google Shape;3435;p143"/>
          <p:cNvSpPr/>
          <p:nvPr/>
        </p:nvSpPr>
        <p:spPr>
          <a:xfrm>
            <a:off x="4436997" y="4072001"/>
            <a:ext cx="86360" cy="258445"/>
          </a:xfrm>
          <a:custGeom>
            <a:avLst/>
            <a:gdLst/>
            <a:ahLst/>
            <a:cxnLst/>
            <a:rect l="l" t="t" r="r" b="b"/>
            <a:pathLst>
              <a:path w="86360" h="258445" extrusionOk="0">
                <a:moveTo>
                  <a:pt x="3684" y="0"/>
                </a:moveTo>
                <a:lnTo>
                  <a:pt x="0" y="10412"/>
                </a:lnTo>
                <a:lnTo>
                  <a:pt x="14955" y="16910"/>
                </a:lnTo>
                <a:lnTo>
                  <a:pt x="27814" y="25908"/>
                </a:lnTo>
                <a:lnTo>
                  <a:pt x="53911" y="67522"/>
                </a:lnTo>
                <a:lnTo>
                  <a:pt x="61531" y="105760"/>
                </a:lnTo>
                <a:lnTo>
                  <a:pt x="62485" y="127762"/>
                </a:lnTo>
                <a:lnTo>
                  <a:pt x="61530" y="150600"/>
                </a:lnTo>
                <a:lnTo>
                  <a:pt x="53858" y="189894"/>
                </a:lnTo>
                <a:lnTo>
                  <a:pt x="27797" y="232171"/>
                </a:lnTo>
                <a:lnTo>
                  <a:pt x="381" y="247775"/>
                </a:lnTo>
                <a:lnTo>
                  <a:pt x="3684" y="258318"/>
                </a:lnTo>
                <a:lnTo>
                  <a:pt x="38893" y="241759"/>
                </a:lnTo>
                <a:lnTo>
                  <a:pt x="64771" y="213106"/>
                </a:lnTo>
                <a:lnTo>
                  <a:pt x="80708" y="174798"/>
                </a:lnTo>
                <a:lnTo>
                  <a:pt x="85979" y="129159"/>
                </a:lnTo>
                <a:lnTo>
                  <a:pt x="84648" y="105487"/>
                </a:lnTo>
                <a:lnTo>
                  <a:pt x="74032" y="63525"/>
                </a:lnTo>
                <a:lnTo>
                  <a:pt x="52939" y="29325"/>
                </a:lnTo>
                <a:lnTo>
                  <a:pt x="22372" y="6742"/>
                </a:lnTo>
                <a:lnTo>
                  <a:pt x="368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36" name="Google Shape;3436;p143"/>
          <p:cNvSpPr/>
          <p:nvPr/>
        </p:nvSpPr>
        <p:spPr>
          <a:xfrm>
            <a:off x="4143883" y="4072001"/>
            <a:ext cx="86360" cy="258445"/>
          </a:xfrm>
          <a:custGeom>
            <a:avLst/>
            <a:gdLst/>
            <a:ahLst/>
            <a:cxnLst/>
            <a:rect l="l" t="t" r="r" b="b"/>
            <a:pathLst>
              <a:path w="86360" h="258445" extrusionOk="0">
                <a:moveTo>
                  <a:pt x="82421" y="0"/>
                </a:moveTo>
                <a:lnTo>
                  <a:pt x="47259" y="16510"/>
                </a:lnTo>
                <a:lnTo>
                  <a:pt x="21336" y="45212"/>
                </a:lnTo>
                <a:lnTo>
                  <a:pt x="5333" y="83612"/>
                </a:lnTo>
                <a:lnTo>
                  <a:pt x="0" y="129159"/>
                </a:lnTo>
                <a:lnTo>
                  <a:pt x="1330" y="152901"/>
                </a:lnTo>
                <a:lnTo>
                  <a:pt x="11946" y="194862"/>
                </a:lnTo>
                <a:lnTo>
                  <a:pt x="33022" y="228939"/>
                </a:lnTo>
                <a:lnTo>
                  <a:pt x="82421" y="258318"/>
                </a:lnTo>
                <a:lnTo>
                  <a:pt x="85596" y="247775"/>
                </a:lnTo>
                <a:lnTo>
                  <a:pt x="70900" y="241254"/>
                </a:lnTo>
                <a:lnTo>
                  <a:pt x="58228" y="232171"/>
                </a:lnTo>
                <a:lnTo>
                  <a:pt x="32193" y="189894"/>
                </a:lnTo>
                <a:lnTo>
                  <a:pt x="24573" y="150600"/>
                </a:lnTo>
                <a:lnTo>
                  <a:pt x="23620" y="127762"/>
                </a:lnTo>
                <a:lnTo>
                  <a:pt x="24573" y="105760"/>
                </a:lnTo>
                <a:lnTo>
                  <a:pt x="32193" y="67522"/>
                </a:lnTo>
                <a:lnTo>
                  <a:pt x="58339" y="25906"/>
                </a:lnTo>
                <a:lnTo>
                  <a:pt x="86104" y="10412"/>
                </a:lnTo>
                <a:lnTo>
                  <a:pt x="82421"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37" name="Google Shape;3437;p143"/>
          <p:cNvSpPr txBox="1"/>
          <p:nvPr/>
        </p:nvSpPr>
        <p:spPr>
          <a:xfrm>
            <a:off x="2745994" y="3923284"/>
            <a:ext cx="1678939" cy="574040"/>
          </a:xfrm>
          <a:prstGeom prst="rect">
            <a:avLst/>
          </a:prstGeom>
          <a:noFill/>
          <a:ln>
            <a:noFill/>
          </a:ln>
        </p:spPr>
        <p:txBody>
          <a:bodyPr spcFirstLastPara="1" wrap="square" lIns="0" tIns="12700" rIns="0" bIns="0" anchor="t" anchorCtr="0">
            <a:spAutoFit/>
          </a:bodyPr>
          <a:lstStyle/>
          <a:p>
            <a:pPr marL="12700" lvl="0" indent="0" algn="l" rtl="0">
              <a:lnSpc>
                <a:spcPct val="114545"/>
              </a:lnSpc>
              <a:spcBef>
                <a:spcPts val="0"/>
              </a:spcBef>
              <a:spcAft>
                <a:spcPts val="0"/>
              </a:spcAft>
              <a:buNone/>
            </a:pPr>
            <a:r>
              <a:rPr lang="en-US" sz="2200">
                <a:latin typeface="Arial"/>
                <a:ea typeface="Arial"/>
                <a:cs typeface="Arial"/>
                <a:sym typeface="Arial"/>
              </a:rPr>
              <a:t>maximize ℓ 𝜙</a:t>
            </a:r>
            <a:endParaRPr sz="2200">
              <a:latin typeface="Arial"/>
              <a:ea typeface="Arial"/>
              <a:cs typeface="Arial"/>
              <a:sym typeface="Arial"/>
            </a:endParaRPr>
          </a:p>
          <a:p>
            <a:pPr marL="508634" lvl="0" indent="0" algn="l" rtl="0">
              <a:lnSpc>
                <a:spcPct val="112500"/>
              </a:lnSpc>
              <a:spcBef>
                <a:spcPts val="0"/>
              </a:spcBef>
              <a:spcAft>
                <a:spcPts val="0"/>
              </a:spcAft>
              <a:buNone/>
            </a:pPr>
            <a:r>
              <a:rPr lang="en-US" sz="1600">
                <a:latin typeface="Arial"/>
                <a:ea typeface="Arial"/>
                <a:cs typeface="Arial"/>
                <a:sym typeface="Arial"/>
              </a:rPr>
              <a:t>𝜙</a:t>
            </a:r>
            <a:endParaRPr sz="1600">
              <a:latin typeface="Arial"/>
              <a:ea typeface="Arial"/>
              <a:cs typeface="Arial"/>
              <a:sym typeface="Arial"/>
            </a:endParaRPr>
          </a:p>
        </p:txBody>
      </p:sp>
      <p:sp>
        <p:nvSpPr>
          <p:cNvPr id="3438" name="Google Shape;3438;p143"/>
          <p:cNvSpPr/>
          <p:nvPr/>
        </p:nvSpPr>
        <p:spPr>
          <a:xfrm>
            <a:off x="5305176" y="4032758"/>
            <a:ext cx="92075" cy="337185"/>
          </a:xfrm>
          <a:custGeom>
            <a:avLst/>
            <a:gdLst/>
            <a:ahLst/>
            <a:cxnLst/>
            <a:rect l="l" t="t" r="r" b="b"/>
            <a:pathLst>
              <a:path w="92075" h="337185" extrusionOk="0">
                <a:moveTo>
                  <a:pt x="88512" y="0"/>
                </a:moveTo>
                <a:lnTo>
                  <a:pt x="50888" y="20096"/>
                </a:lnTo>
                <a:lnTo>
                  <a:pt x="22980" y="57912"/>
                </a:lnTo>
                <a:lnTo>
                  <a:pt x="5723" y="108885"/>
                </a:lnTo>
                <a:lnTo>
                  <a:pt x="0" y="168655"/>
                </a:lnTo>
                <a:lnTo>
                  <a:pt x="1423" y="199365"/>
                </a:lnTo>
                <a:lnTo>
                  <a:pt x="12905" y="254610"/>
                </a:lnTo>
                <a:lnTo>
                  <a:pt x="35720" y="300211"/>
                </a:lnTo>
                <a:lnTo>
                  <a:pt x="68486" y="329167"/>
                </a:lnTo>
                <a:lnTo>
                  <a:pt x="88512" y="336930"/>
                </a:lnTo>
                <a:lnTo>
                  <a:pt x="91941" y="325754"/>
                </a:lnTo>
                <a:lnTo>
                  <a:pt x="76462" y="317732"/>
                </a:lnTo>
                <a:lnTo>
                  <a:pt x="62985" y="306053"/>
                </a:lnTo>
                <a:lnTo>
                  <a:pt x="42030" y="271779"/>
                </a:lnTo>
                <a:lnTo>
                  <a:pt x="29282" y="225217"/>
                </a:lnTo>
                <a:lnTo>
                  <a:pt x="25016" y="168528"/>
                </a:lnTo>
                <a:lnTo>
                  <a:pt x="26081" y="139054"/>
                </a:lnTo>
                <a:lnTo>
                  <a:pt x="34602" y="87377"/>
                </a:lnTo>
                <a:lnTo>
                  <a:pt x="51507" y="46250"/>
                </a:lnTo>
                <a:lnTo>
                  <a:pt x="91941" y="11175"/>
                </a:lnTo>
                <a:lnTo>
                  <a:pt x="8851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439" name="Google Shape;3439;p143"/>
          <p:cNvPicPr preferRelativeResize="0"/>
          <p:nvPr/>
        </p:nvPicPr>
        <p:blipFill rotWithShape="1">
          <a:blip r:embed="rId5">
            <a:alphaModFix/>
          </a:blip>
          <a:srcRect/>
          <a:stretch/>
        </p:blipFill>
        <p:spPr>
          <a:xfrm>
            <a:off x="5592698" y="4025519"/>
            <a:ext cx="213487" cy="189229"/>
          </a:xfrm>
          <a:prstGeom prst="rect">
            <a:avLst/>
          </a:prstGeom>
          <a:noFill/>
          <a:ln>
            <a:noFill/>
          </a:ln>
        </p:spPr>
      </p:pic>
      <p:sp>
        <p:nvSpPr>
          <p:cNvPr id="3440" name="Google Shape;3440;p143"/>
          <p:cNvSpPr/>
          <p:nvPr/>
        </p:nvSpPr>
        <p:spPr>
          <a:xfrm>
            <a:off x="6842892" y="4032758"/>
            <a:ext cx="92075" cy="337185"/>
          </a:xfrm>
          <a:custGeom>
            <a:avLst/>
            <a:gdLst/>
            <a:ahLst/>
            <a:cxnLst/>
            <a:rect l="l" t="t" r="r" b="b"/>
            <a:pathLst>
              <a:path w="92075" h="337185" extrusionOk="0">
                <a:moveTo>
                  <a:pt x="88512" y="0"/>
                </a:moveTo>
                <a:lnTo>
                  <a:pt x="50888" y="20096"/>
                </a:lnTo>
                <a:lnTo>
                  <a:pt x="22980" y="57912"/>
                </a:lnTo>
                <a:lnTo>
                  <a:pt x="5723" y="108885"/>
                </a:lnTo>
                <a:lnTo>
                  <a:pt x="0" y="168655"/>
                </a:lnTo>
                <a:lnTo>
                  <a:pt x="1423" y="199365"/>
                </a:lnTo>
                <a:lnTo>
                  <a:pt x="12905" y="254610"/>
                </a:lnTo>
                <a:lnTo>
                  <a:pt x="35720" y="300211"/>
                </a:lnTo>
                <a:lnTo>
                  <a:pt x="68486" y="329167"/>
                </a:lnTo>
                <a:lnTo>
                  <a:pt x="88512" y="336930"/>
                </a:lnTo>
                <a:lnTo>
                  <a:pt x="91941" y="325754"/>
                </a:lnTo>
                <a:lnTo>
                  <a:pt x="76462" y="317732"/>
                </a:lnTo>
                <a:lnTo>
                  <a:pt x="62985" y="306053"/>
                </a:lnTo>
                <a:lnTo>
                  <a:pt x="42030" y="271779"/>
                </a:lnTo>
                <a:lnTo>
                  <a:pt x="29282" y="225217"/>
                </a:lnTo>
                <a:lnTo>
                  <a:pt x="25016" y="168528"/>
                </a:lnTo>
                <a:lnTo>
                  <a:pt x="26081" y="139054"/>
                </a:lnTo>
                <a:lnTo>
                  <a:pt x="34602" y="87377"/>
                </a:lnTo>
                <a:lnTo>
                  <a:pt x="51507" y="46250"/>
                </a:lnTo>
                <a:lnTo>
                  <a:pt x="91941" y="11175"/>
                </a:lnTo>
                <a:lnTo>
                  <a:pt x="8851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nvGrpSpPr>
          <p:cNvPr id="3441" name="Google Shape;3441;p143"/>
          <p:cNvGrpSpPr/>
          <p:nvPr/>
        </p:nvGrpSpPr>
        <p:grpSpPr>
          <a:xfrm>
            <a:off x="7616570" y="4025519"/>
            <a:ext cx="345185" cy="344424"/>
            <a:chOff x="7616570" y="4025519"/>
            <a:chExt cx="345185" cy="344424"/>
          </a:xfrm>
        </p:grpSpPr>
        <p:sp>
          <p:nvSpPr>
            <p:cNvPr id="3442" name="Google Shape;3442;p143"/>
            <p:cNvSpPr/>
            <p:nvPr/>
          </p:nvSpPr>
          <p:spPr>
            <a:xfrm>
              <a:off x="7869680" y="4032758"/>
              <a:ext cx="92075" cy="337185"/>
            </a:xfrm>
            <a:custGeom>
              <a:avLst/>
              <a:gdLst/>
              <a:ahLst/>
              <a:cxnLst/>
              <a:rect l="l" t="t" r="r" b="b"/>
              <a:pathLst>
                <a:path w="92075" h="337185" extrusionOk="0">
                  <a:moveTo>
                    <a:pt x="3428" y="0"/>
                  </a:moveTo>
                  <a:lnTo>
                    <a:pt x="0" y="11175"/>
                  </a:lnTo>
                  <a:lnTo>
                    <a:pt x="15477" y="19199"/>
                  </a:lnTo>
                  <a:lnTo>
                    <a:pt x="28955" y="30891"/>
                  </a:lnTo>
                  <a:lnTo>
                    <a:pt x="49910" y="65277"/>
                  </a:lnTo>
                  <a:lnTo>
                    <a:pt x="62594" y="111965"/>
                  </a:lnTo>
                  <a:lnTo>
                    <a:pt x="66801" y="168655"/>
                  </a:lnTo>
                  <a:lnTo>
                    <a:pt x="65751" y="198180"/>
                  </a:lnTo>
                  <a:lnTo>
                    <a:pt x="57317" y="249755"/>
                  </a:lnTo>
                  <a:lnTo>
                    <a:pt x="40432" y="290732"/>
                  </a:lnTo>
                  <a:lnTo>
                    <a:pt x="0" y="325754"/>
                  </a:lnTo>
                  <a:lnTo>
                    <a:pt x="3428" y="336930"/>
                  </a:lnTo>
                  <a:lnTo>
                    <a:pt x="40989" y="316928"/>
                  </a:lnTo>
                  <a:lnTo>
                    <a:pt x="68833" y="279018"/>
                  </a:lnTo>
                  <a:lnTo>
                    <a:pt x="86089" y="228060"/>
                  </a:lnTo>
                  <a:lnTo>
                    <a:pt x="91821" y="168528"/>
                  </a:lnTo>
                  <a:lnTo>
                    <a:pt x="90389" y="137618"/>
                  </a:lnTo>
                  <a:lnTo>
                    <a:pt x="78907" y="82321"/>
                  </a:lnTo>
                  <a:lnTo>
                    <a:pt x="56113" y="36790"/>
                  </a:lnTo>
                  <a:lnTo>
                    <a:pt x="23435" y="7834"/>
                  </a:lnTo>
                  <a:lnTo>
                    <a:pt x="3428"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443" name="Google Shape;3443;p143"/>
            <p:cNvPicPr preferRelativeResize="0"/>
            <p:nvPr/>
          </p:nvPicPr>
          <p:blipFill rotWithShape="1">
            <a:blip r:embed="rId5">
              <a:alphaModFix/>
            </a:blip>
            <a:srcRect/>
            <a:stretch/>
          </p:blipFill>
          <p:spPr>
            <a:xfrm>
              <a:off x="7616570" y="4025519"/>
              <a:ext cx="213485" cy="189229"/>
            </a:xfrm>
            <a:prstGeom prst="rect">
              <a:avLst/>
            </a:prstGeom>
            <a:noFill/>
            <a:ln>
              <a:noFill/>
            </a:ln>
          </p:spPr>
        </p:pic>
      </p:grpSp>
      <p:sp>
        <p:nvSpPr>
          <p:cNvPr id="3444" name="Google Shape;3444;p143"/>
          <p:cNvSpPr/>
          <p:nvPr/>
        </p:nvSpPr>
        <p:spPr>
          <a:xfrm>
            <a:off x="9196451" y="4032757"/>
            <a:ext cx="211454" cy="337185"/>
          </a:xfrm>
          <a:custGeom>
            <a:avLst/>
            <a:gdLst/>
            <a:ahLst/>
            <a:cxnLst/>
            <a:rect l="l" t="t" r="r" b="b"/>
            <a:pathLst>
              <a:path w="211454" h="337185" extrusionOk="0">
                <a:moveTo>
                  <a:pt x="85979" y="168402"/>
                </a:moveTo>
                <a:lnTo>
                  <a:pt x="74028" y="102768"/>
                </a:lnTo>
                <a:lnTo>
                  <a:pt x="52933" y="68580"/>
                </a:lnTo>
                <a:lnTo>
                  <a:pt x="3683" y="39243"/>
                </a:lnTo>
                <a:lnTo>
                  <a:pt x="0" y="49657"/>
                </a:lnTo>
                <a:lnTo>
                  <a:pt x="14947" y="56159"/>
                </a:lnTo>
                <a:lnTo>
                  <a:pt x="27813" y="65151"/>
                </a:lnTo>
                <a:lnTo>
                  <a:pt x="53911" y="106768"/>
                </a:lnTo>
                <a:lnTo>
                  <a:pt x="61531" y="145008"/>
                </a:lnTo>
                <a:lnTo>
                  <a:pt x="62484" y="167005"/>
                </a:lnTo>
                <a:lnTo>
                  <a:pt x="61518" y="189852"/>
                </a:lnTo>
                <a:lnTo>
                  <a:pt x="53848" y="229146"/>
                </a:lnTo>
                <a:lnTo>
                  <a:pt x="27787" y="271424"/>
                </a:lnTo>
                <a:lnTo>
                  <a:pt x="381" y="287020"/>
                </a:lnTo>
                <a:lnTo>
                  <a:pt x="3683" y="297561"/>
                </a:lnTo>
                <a:lnTo>
                  <a:pt x="38887" y="281012"/>
                </a:lnTo>
                <a:lnTo>
                  <a:pt x="64770" y="252349"/>
                </a:lnTo>
                <a:lnTo>
                  <a:pt x="80708" y="214045"/>
                </a:lnTo>
                <a:lnTo>
                  <a:pt x="85979" y="168402"/>
                </a:lnTo>
                <a:close/>
              </a:path>
              <a:path w="211454" h="337185" extrusionOk="0">
                <a:moveTo>
                  <a:pt x="211328" y="168529"/>
                </a:moveTo>
                <a:lnTo>
                  <a:pt x="198412" y="82321"/>
                </a:lnTo>
                <a:lnTo>
                  <a:pt x="175615" y="36791"/>
                </a:lnTo>
                <a:lnTo>
                  <a:pt x="142887" y="7835"/>
                </a:lnTo>
                <a:lnTo>
                  <a:pt x="122809" y="0"/>
                </a:lnTo>
                <a:lnTo>
                  <a:pt x="119507" y="11176"/>
                </a:lnTo>
                <a:lnTo>
                  <a:pt x="134975" y="19202"/>
                </a:lnTo>
                <a:lnTo>
                  <a:pt x="148463" y="30899"/>
                </a:lnTo>
                <a:lnTo>
                  <a:pt x="169418" y="65278"/>
                </a:lnTo>
                <a:lnTo>
                  <a:pt x="182092" y="111975"/>
                </a:lnTo>
                <a:lnTo>
                  <a:pt x="186309" y="168656"/>
                </a:lnTo>
                <a:lnTo>
                  <a:pt x="185254" y="198183"/>
                </a:lnTo>
                <a:lnTo>
                  <a:pt x="176822" y="249758"/>
                </a:lnTo>
                <a:lnTo>
                  <a:pt x="159931" y="290741"/>
                </a:lnTo>
                <a:lnTo>
                  <a:pt x="119507" y="325755"/>
                </a:lnTo>
                <a:lnTo>
                  <a:pt x="122809" y="336931"/>
                </a:lnTo>
                <a:lnTo>
                  <a:pt x="160477" y="316928"/>
                </a:lnTo>
                <a:lnTo>
                  <a:pt x="188341" y="279019"/>
                </a:lnTo>
                <a:lnTo>
                  <a:pt x="205587" y="228066"/>
                </a:lnTo>
                <a:lnTo>
                  <a:pt x="211328" y="168529"/>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45" name="Google Shape;3445;p143"/>
          <p:cNvSpPr/>
          <p:nvPr/>
        </p:nvSpPr>
        <p:spPr>
          <a:xfrm>
            <a:off x="8417179" y="4072001"/>
            <a:ext cx="86360" cy="258445"/>
          </a:xfrm>
          <a:custGeom>
            <a:avLst/>
            <a:gdLst/>
            <a:ahLst/>
            <a:cxnLst/>
            <a:rect l="l" t="t" r="r" b="b"/>
            <a:pathLst>
              <a:path w="86359" h="258445" extrusionOk="0">
                <a:moveTo>
                  <a:pt x="82423" y="0"/>
                </a:moveTo>
                <a:lnTo>
                  <a:pt x="47259" y="16510"/>
                </a:lnTo>
                <a:lnTo>
                  <a:pt x="21336" y="45212"/>
                </a:lnTo>
                <a:lnTo>
                  <a:pt x="5334" y="83612"/>
                </a:lnTo>
                <a:lnTo>
                  <a:pt x="0" y="129159"/>
                </a:lnTo>
                <a:lnTo>
                  <a:pt x="1330" y="152901"/>
                </a:lnTo>
                <a:lnTo>
                  <a:pt x="11946" y="194862"/>
                </a:lnTo>
                <a:lnTo>
                  <a:pt x="33022" y="228939"/>
                </a:lnTo>
                <a:lnTo>
                  <a:pt x="82423" y="258318"/>
                </a:lnTo>
                <a:lnTo>
                  <a:pt x="85598" y="247775"/>
                </a:lnTo>
                <a:lnTo>
                  <a:pt x="70901" y="241254"/>
                </a:lnTo>
                <a:lnTo>
                  <a:pt x="58229" y="232171"/>
                </a:lnTo>
                <a:lnTo>
                  <a:pt x="32194" y="189894"/>
                </a:lnTo>
                <a:lnTo>
                  <a:pt x="24574" y="150600"/>
                </a:lnTo>
                <a:lnTo>
                  <a:pt x="23622" y="127762"/>
                </a:lnTo>
                <a:lnTo>
                  <a:pt x="24574" y="105760"/>
                </a:lnTo>
                <a:lnTo>
                  <a:pt x="32194" y="67522"/>
                </a:lnTo>
                <a:lnTo>
                  <a:pt x="58339" y="25906"/>
                </a:lnTo>
                <a:lnTo>
                  <a:pt x="86104" y="10412"/>
                </a:lnTo>
                <a:lnTo>
                  <a:pt x="82423"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46" name="Google Shape;3446;p143"/>
          <p:cNvSpPr txBox="1"/>
          <p:nvPr/>
        </p:nvSpPr>
        <p:spPr>
          <a:xfrm>
            <a:off x="4560951" y="3812032"/>
            <a:ext cx="4653915" cy="865505"/>
          </a:xfrm>
          <a:prstGeom prst="rect">
            <a:avLst/>
          </a:prstGeom>
          <a:noFill/>
          <a:ln>
            <a:noFill/>
          </a:ln>
        </p:spPr>
        <p:txBody>
          <a:bodyPr spcFirstLastPara="1" wrap="square" lIns="0" tIns="163175" rIns="0" bIns="0" anchor="t" anchorCtr="0">
            <a:spAutoFit/>
          </a:bodyPr>
          <a:lstStyle/>
          <a:p>
            <a:pPr marL="63500" lvl="0" indent="0" algn="l" rtl="0">
              <a:lnSpc>
                <a:spcPct val="100000"/>
              </a:lnSpc>
              <a:spcBef>
                <a:spcPts val="0"/>
              </a:spcBef>
              <a:spcAft>
                <a:spcPts val="0"/>
              </a:spcAft>
              <a:buNone/>
            </a:pPr>
            <a:r>
              <a:rPr lang="en-US" sz="2200">
                <a:latin typeface="Arial"/>
                <a:ea typeface="Arial"/>
                <a:cs typeface="Arial"/>
                <a:sym typeface="Arial"/>
              </a:rPr>
              <a:t>= 11	𝑦 </a:t>
            </a:r>
            <a:r>
              <a:rPr lang="en-US" sz="2400" baseline="30000">
                <a:latin typeface="Arial"/>
                <a:ea typeface="Arial"/>
                <a:cs typeface="Arial"/>
                <a:sym typeface="Arial"/>
              </a:rPr>
              <a:t>𝑖</a:t>
            </a:r>
            <a:r>
              <a:rPr lang="en-US" sz="2200">
                <a:latin typeface="Arial"/>
                <a:ea typeface="Arial"/>
                <a:cs typeface="Arial"/>
                <a:sym typeface="Arial"/>
              </a:rPr>
              <a:t>log 𝜙 +	1 − 𝑦 </a:t>
            </a:r>
            <a:r>
              <a:rPr lang="en-US" sz="2400" baseline="30000">
                <a:latin typeface="Arial"/>
                <a:ea typeface="Arial"/>
                <a:cs typeface="Arial"/>
                <a:sym typeface="Arial"/>
              </a:rPr>
              <a:t>𝑖	</a:t>
            </a:r>
            <a:r>
              <a:rPr lang="en-US" sz="2200">
                <a:latin typeface="Arial"/>
                <a:ea typeface="Arial"/>
                <a:cs typeface="Arial"/>
                <a:sym typeface="Arial"/>
              </a:rPr>
              <a:t>log 1 − 𝜙</a:t>
            </a:r>
            <a:endParaRPr sz="2200">
              <a:latin typeface="Arial"/>
              <a:ea typeface="Arial"/>
              <a:cs typeface="Arial"/>
              <a:sym typeface="Arial"/>
            </a:endParaRPr>
          </a:p>
          <a:p>
            <a:pPr marL="363220" lvl="0" indent="0" algn="l" rtl="0">
              <a:lnSpc>
                <a:spcPct val="100000"/>
              </a:lnSpc>
              <a:spcBef>
                <a:spcPts val="865"/>
              </a:spcBef>
              <a:spcAft>
                <a:spcPts val="0"/>
              </a:spcAft>
              <a:buNone/>
            </a:pPr>
            <a:r>
              <a:rPr lang="en-US" sz="1600">
                <a:latin typeface="Arial"/>
                <a:ea typeface="Arial"/>
                <a:cs typeface="Arial"/>
                <a:sym typeface="Arial"/>
              </a:rPr>
              <a:t>𝑖=1</a:t>
            </a:r>
            <a:endParaRPr sz="1600">
              <a:latin typeface="Arial"/>
              <a:ea typeface="Arial"/>
              <a:cs typeface="Arial"/>
              <a:sym typeface="Arial"/>
            </a:endParaRPr>
          </a:p>
        </p:txBody>
      </p:sp>
      <p:pic>
        <p:nvPicPr>
          <p:cNvPr id="3447" name="Google Shape;3447;p143"/>
          <p:cNvPicPr preferRelativeResize="0"/>
          <p:nvPr/>
        </p:nvPicPr>
        <p:blipFill rotWithShape="1">
          <a:blip r:embed="rId6">
            <a:alphaModFix/>
          </a:blip>
          <a:srcRect/>
          <a:stretch/>
        </p:blipFill>
        <p:spPr>
          <a:xfrm>
            <a:off x="6072759" y="5131941"/>
            <a:ext cx="213487" cy="189228"/>
          </a:xfrm>
          <a:prstGeom prst="rect">
            <a:avLst/>
          </a:prstGeom>
          <a:noFill/>
          <a:ln>
            <a:noFill/>
          </a:ln>
        </p:spPr>
      </p:pic>
      <p:sp>
        <p:nvSpPr>
          <p:cNvPr id="3448" name="Google Shape;3448;p143"/>
          <p:cNvSpPr txBox="1"/>
          <p:nvPr/>
        </p:nvSpPr>
        <p:spPr>
          <a:xfrm>
            <a:off x="4292219" y="5139435"/>
            <a:ext cx="2057400" cy="36068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3300" baseline="-25000">
                <a:latin typeface="Arial"/>
                <a:ea typeface="Arial"/>
                <a:cs typeface="Arial"/>
                <a:sym typeface="Arial"/>
              </a:rPr>
              <a:t>⟹𝜙 = </a:t>
            </a:r>
            <a:r>
              <a:rPr lang="en-US" sz="1600" u="sng">
                <a:latin typeface="Arial"/>
                <a:ea typeface="Arial"/>
                <a:cs typeface="Arial"/>
                <a:sym typeface="Arial"/>
              </a:rPr>
              <a:t>  𝑖=1	</a:t>
            </a:r>
            <a:endParaRPr sz="1600">
              <a:latin typeface="Arial"/>
              <a:ea typeface="Arial"/>
              <a:cs typeface="Arial"/>
              <a:sym typeface="Arial"/>
            </a:endParaRPr>
          </a:p>
        </p:txBody>
      </p:sp>
      <p:sp>
        <p:nvSpPr>
          <p:cNvPr id="3449" name="Google Shape;3449;p143"/>
          <p:cNvSpPr txBox="1">
            <a:spLocks noGrp="1"/>
          </p:cNvSpPr>
          <p:nvPr>
            <p:ph type="sldNum" idx="12"/>
          </p:nvPr>
        </p:nvSpPr>
        <p:spPr>
          <a:xfrm>
            <a:off x="11282426" y="6440594"/>
            <a:ext cx="250825" cy="200659"/>
          </a:xfrm>
          <a:prstGeom prst="rect">
            <a:avLst/>
          </a:prstGeom>
          <a:noFill/>
          <a:ln>
            <a:noFill/>
          </a:ln>
        </p:spPr>
        <p:txBody>
          <a:bodyPr spcFirstLastPara="1" wrap="square" lIns="0" tIns="2525" rIns="0" bIns="0" anchor="t" anchorCtr="0">
            <a:spAutoFit/>
          </a:bodyPr>
          <a:lstStyle/>
          <a:p>
            <a:pPr marL="38100" lvl="0" indent="0" algn="l" rtl="0">
              <a:lnSpc>
                <a:spcPct val="100000"/>
              </a:lnSpc>
              <a:spcBef>
                <a:spcPts val="0"/>
              </a:spcBef>
              <a:spcAft>
                <a:spcPts val="0"/>
              </a:spcAft>
              <a:buNone/>
            </a:pPr>
            <a:r>
              <a:rPr lang="en-US"/>
              <a:t>18</a:t>
            </a:r>
            <a:endParaRPr/>
          </a:p>
        </p:txBody>
      </p:sp>
      <p:sp>
        <p:nvSpPr>
          <p:cNvPr id="3450" name="Google Shape;3450;p143"/>
          <p:cNvSpPr txBox="1"/>
          <p:nvPr/>
        </p:nvSpPr>
        <p:spPr>
          <a:xfrm>
            <a:off x="5259959" y="4953508"/>
            <a:ext cx="429259" cy="36068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3300" baseline="-25000">
                <a:latin typeface="Arial"/>
                <a:ea typeface="Arial"/>
                <a:cs typeface="Arial"/>
                <a:sym typeface="Arial"/>
              </a:rPr>
              <a:t>σ</a:t>
            </a:r>
            <a:r>
              <a:rPr lang="en-US" sz="1600">
                <a:latin typeface="Arial"/>
                <a:ea typeface="Arial"/>
                <a:cs typeface="Arial"/>
                <a:sym typeface="Arial"/>
              </a:rPr>
              <a:t>𝑚</a:t>
            </a:r>
            <a:endParaRPr sz="1600">
              <a:latin typeface="Arial"/>
              <a:ea typeface="Arial"/>
              <a:cs typeface="Arial"/>
              <a:sym typeface="Arial"/>
            </a:endParaRPr>
          </a:p>
        </p:txBody>
      </p:sp>
      <p:sp>
        <p:nvSpPr>
          <p:cNvPr id="3451" name="Google Shape;3451;p143"/>
          <p:cNvSpPr txBox="1"/>
          <p:nvPr/>
        </p:nvSpPr>
        <p:spPr>
          <a:xfrm>
            <a:off x="5847969" y="4968747"/>
            <a:ext cx="406400" cy="36068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3300" baseline="-25000">
                <a:latin typeface="Arial"/>
                <a:ea typeface="Arial"/>
                <a:cs typeface="Arial"/>
                <a:sym typeface="Arial"/>
              </a:rPr>
              <a:t>𝑦 </a:t>
            </a:r>
            <a:r>
              <a:rPr lang="en-US" sz="1600">
                <a:latin typeface="Arial"/>
                <a:ea typeface="Arial"/>
                <a:cs typeface="Arial"/>
                <a:sym typeface="Arial"/>
              </a:rPr>
              <a:t>𝑖</a:t>
            </a:r>
            <a:endParaRPr sz="1600">
              <a:latin typeface="Arial"/>
              <a:ea typeface="Arial"/>
              <a:cs typeface="Arial"/>
              <a:sym typeface="Arial"/>
            </a:endParaRPr>
          </a:p>
        </p:txBody>
      </p:sp>
      <p:sp>
        <p:nvSpPr>
          <p:cNvPr id="3452" name="Google Shape;3452;p143"/>
          <p:cNvSpPr txBox="1"/>
          <p:nvPr/>
        </p:nvSpPr>
        <p:spPr>
          <a:xfrm>
            <a:off x="5673977" y="5468620"/>
            <a:ext cx="259715" cy="3606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200">
                <a:latin typeface="Arial"/>
                <a:ea typeface="Arial"/>
                <a:cs typeface="Arial"/>
                <a:sym typeface="Arial"/>
              </a:rPr>
              <a:t>𝑚</a:t>
            </a:r>
            <a:endParaRPr sz="2200">
              <a:latin typeface="Arial"/>
              <a:ea typeface="Arial"/>
              <a:cs typeface="Arial"/>
              <a:sym typeface="Arial"/>
            </a:endParaRPr>
          </a:p>
        </p:txBody>
      </p:sp>
    </p:spTree>
    <p:extLst>
      <p:ext uri="{BB962C8B-B14F-4D97-AF65-F5344CB8AC3E}">
        <p14:creationId xmlns:p14="http://schemas.microsoft.com/office/powerpoint/2010/main" val="34512351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456"/>
        <p:cNvGrpSpPr/>
        <p:nvPr/>
      </p:nvGrpSpPr>
      <p:grpSpPr>
        <a:xfrm>
          <a:off x="0" y="0"/>
          <a:ext cx="0" cy="0"/>
          <a:chOff x="0" y="0"/>
          <a:chExt cx="0" cy="0"/>
        </a:xfrm>
      </p:grpSpPr>
      <p:sp>
        <p:nvSpPr>
          <p:cNvPr id="3457" name="Google Shape;3457;p144" descr="$PPTXTitle"/>
          <p:cNvSpPr txBox="1">
            <a:spLocks noGrp="1"/>
          </p:cNvSpPr>
          <p:nvPr>
            <p:ph type="title"/>
          </p:nvPr>
        </p:nvSpPr>
        <p:spPr>
          <a:xfrm>
            <a:off x="707542" y="494791"/>
            <a:ext cx="11589715" cy="985519"/>
          </a:xfrm>
          <a:prstGeom prst="rect">
            <a:avLst/>
          </a:prstGeom>
          <a:noFill/>
          <a:ln>
            <a:noFill/>
          </a:ln>
        </p:spPr>
        <p:txBody>
          <a:bodyPr spcFirstLastPara="1" wrap="square" lIns="0" tIns="12700" rIns="0" bIns="0" anchor="t" anchorCtr="0">
            <a:spAutoFit/>
          </a:bodyPr>
          <a:lstStyle/>
          <a:p>
            <a:pPr marL="1858010" lvl="0" indent="0" algn="l" rtl="0">
              <a:lnSpc>
                <a:spcPct val="100000"/>
              </a:lnSpc>
              <a:spcBef>
                <a:spcPts val="0"/>
              </a:spcBef>
              <a:spcAft>
                <a:spcPts val="0"/>
              </a:spcAft>
              <a:buNone/>
            </a:pPr>
            <a:r>
              <a:rPr lang="en-US"/>
              <a:t>Loss functions in decision trees</a:t>
            </a:r>
            <a:endParaRPr/>
          </a:p>
        </p:txBody>
      </p:sp>
      <p:sp>
        <p:nvSpPr>
          <p:cNvPr id="3458" name="Google Shape;3458;p144"/>
          <p:cNvSpPr/>
          <p:nvPr/>
        </p:nvSpPr>
        <p:spPr>
          <a:xfrm>
            <a:off x="5999734" y="2081022"/>
            <a:ext cx="95250" cy="283845"/>
          </a:xfrm>
          <a:custGeom>
            <a:avLst/>
            <a:gdLst/>
            <a:ahLst/>
            <a:cxnLst/>
            <a:rect l="l" t="t" r="r" b="b"/>
            <a:pathLst>
              <a:path w="95250" h="283844" extrusionOk="0">
                <a:moveTo>
                  <a:pt x="3937" y="0"/>
                </a:moveTo>
                <a:lnTo>
                  <a:pt x="0" y="0"/>
                </a:lnTo>
                <a:lnTo>
                  <a:pt x="0" y="11301"/>
                </a:lnTo>
                <a:lnTo>
                  <a:pt x="2286" y="11301"/>
                </a:lnTo>
                <a:lnTo>
                  <a:pt x="12475" y="12012"/>
                </a:lnTo>
                <a:lnTo>
                  <a:pt x="45212" y="37416"/>
                </a:lnTo>
                <a:lnTo>
                  <a:pt x="48260" y="59688"/>
                </a:lnTo>
                <a:lnTo>
                  <a:pt x="48070" y="65218"/>
                </a:lnTo>
                <a:lnTo>
                  <a:pt x="47513" y="71342"/>
                </a:lnTo>
                <a:lnTo>
                  <a:pt x="45338" y="85469"/>
                </a:lnTo>
                <a:lnTo>
                  <a:pt x="43306" y="95629"/>
                </a:lnTo>
                <a:lnTo>
                  <a:pt x="42290" y="102997"/>
                </a:lnTo>
                <a:lnTo>
                  <a:pt x="42290" y="115697"/>
                </a:lnTo>
                <a:lnTo>
                  <a:pt x="44830" y="122681"/>
                </a:lnTo>
                <a:lnTo>
                  <a:pt x="54737" y="133476"/>
                </a:lnTo>
                <a:lnTo>
                  <a:pt x="60578" y="137413"/>
                </a:lnTo>
                <a:lnTo>
                  <a:pt x="67437" y="140080"/>
                </a:lnTo>
                <a:lnTo>
                  <a:pt x="67437" y="142748"/>
                </a:lnTo>
                <a:lnTo>
                  <a:pt x="42290" y="167004"/>
                </a:lnTo>
                <a:lnTo>
                  <a:pt x="42290" y="179831"/>
                </a:lnTo>
                <a:lnTo>
                  <a:pt x="43306" y="187071"/>
                </a:lnTo>
                <a:lnTo>
                  <a:pt x="46598" y="204690"/>
                </a:lnTo>
                <a:lnTo>
                  <a:pt x="47513" y="211439"/>
                </a:lnTo>
                <a:lnTo>
                  <a:pt x="48070" y="217592"/>
                </a:lnTo>
                <a:lnTo>
                  <a:pt x="48260" y="223138"/>
                </a:lnTo>
                <a:lnTo>
                  <a:pt x="47498" y="235592"/>
                </a:lnTo>
                <a:lnTo>
                  <a:pt x="21509" y="269701"/>
                </a:lnTo>
                <a:lnTo>
                  <a:pt x="2286" y="272542"/>
                </a:lnTo>
                <a:lnTo>
                  <a:pt x="0" y="272542"/>
                </a:lnTo>
                <a:lnTo>
                  <a:pt x="0" y="283845"/>
                </a:lnTo>
                <a:lnTo>
                  <a:pt x="3937" y="283845"/>
                </a:lnTo>
                <a:lnTo>
                  <a:pt x="20292" y="282630"/>
                </a:lnTo>
                <a:lnTo>
                  <a:pt x="56261" y="267843"/>
                </a:lnTo>
                <a:lnTo>
                  <a:pt x="73532" y="220473"/>
                </a:lnTo>
                <a:lnTo>
                  <a:pt x="73317" y="214066"/>
                </a:lnTo>
                <a:lnTo>
                  <a:pt x="72674" y="207232"/>
                </a:lnTo>
                <a:lnTo>
                  <a:pt x="71603" y="199969"/>
                </a:lnTo>
                <a:lnTo>
                  <a:pt x="70103" y="192277"/>
                </a:lnTo>
                <a:lnTo>
                  <a:pt x="67690" y="181736"/>
                </a:lnTo>
                <a:lnTo>
                  <a:pt x="66548" y="174751"/>
                </a:lnTo>
                <a:lnTo>
                  <a:pt x="66548" y="164337"/>
                </a:lnTo>
                <a:lnTo>
                  <a:pt x="68961" y="158750"/>
                </a:lnTo>
                <a:lnTo>
                  <a:pt x="78358" y="150113"/>
                </a:lnTo>
                <a:lnTo>
                  <a:pt x="85470" y="147827"/>
                </a:lnTo>
                <a:lnTo>
                  <a:pt x="94995" y="147447"/>
                </a:lnTo>
                <a:lnTo>
                  <a:pt x="94995" y="135254"/>
                </a:lnTo>
                <a:lnTo>
                  <a:pt x="85470" y="135000"/>
                </a:lnTo>
                <a:lnTo>
                  <a:pt x="78358" y="132714"/>
                </a:lnTo>
                <a:lnTo>
                  <a:pt x="68961" y="124078"/>
                </a:lnTo>
                <a:lnTo>
                  <a:pt x="66548" y="118489"/>
                </a:lnTo>
                <a:lnTo>
                  <a:pt x="66548" y="108075"/>
                </a:lnTo>
                <a:lnTo>
                  <a:pt x="67690" y="100963"/>
                </a:lnTo>
                <a:lnTo>
                  <a:pt x="70103" y="90424"/>
                </a:lnTo>
                <a:lnTo>
                  <a:pt x="71603" y="82805"/>
                </a:lnTo>
                <a:lnTo>
                  <a:pt x="72674" y="75580"/>
                </a:lnTo>
                <a:lnTo>
                  <a:pt x="73317" y="68760"/>
                </a:lnTo>
                <a:lnTo>
                  <a:pt x="73532" y="62355"/>
                </a:lnTo>
                <a:lnTo>
                  <a:pt x="72458" y="47826"/>
                </a:lnTo>
                <a:lnTo>
                  <a:pt x="46478" y="9215"/>
                </a:lnTo>
                <a:lnTo>
                  <a:pt x="20292" y="1214"/>
                </a:lnTo>
                <a:lnTo>
                  <a:pt x="393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59" name="Google Shape;3459;p144"/>
          <p:cNvSpPr/>
          <p:nvPr/>
        </p:nvSpPr>
        <p:spPr>
          <a:xfrm>
            <a:off x="5486779" y="2081022"/>
            <a:ext cx="95250" cy="283845"/>
          </a:xfrm>
          <a:custGeom>
            <a:avLst/>
            <a:gdLst/>
            <a:ahLst/>
            <a:cxnLst/>
            <a:rect l="l" t="t" r="r" b="b"/>
            <a:pathLst>
              <a:path w="95250" h="283844" extrusionOk="0">
                <a:moveTo>
                  <a:pt x="94996" y="0"/>
                </a:moveTo>
                <a:lnTo>
                  <a:pt x="91186" y="0"/>
                </a:lnTo>
                <a:lnTo>
                  <a:pt x="74777" y="1214"/>
                </a:lnTo>
                <a:lnTo>
                  <a:pt x="38862" y="16000"/>
                </a:lnTo>
                <a:lnTo>
                  <a:pt x="21663" y="59561"/>
                </a:lnTo>
                <a:lnTo>
                  <a:pt x="21678" y="68615"/>
                </a:lnTo>
                <a:lnTo>
                  <a:pt x="22335" y="75406"/>
                </a:lnTo>
                <a:lnTo>
                  <a:pt x="23445" y="82624"/>
                </a:lnTo>
                <a:lnTo>
                  <a:pt x="27304" y="100836"/>
                </a:lnTo>
                <a:lnTo>
                  <a:pt x="28448" y="107950"/>
                </a:lnTo>
                <a:lnTo>
                  <a:pt x="28448" y="118362"/>
                </a:lnTo>
                <a:lnTo>
                  <a:pt x="26162" y="123951"/>
                </a:lnTo>
                <a:lnTo>
                  <a:pt x="16637" y="132587"/>
                </a:lnTo>
                <a:lnTo>
                  <a:pt x="9525" y="134874"/>
                </a:lnTo>
                <a:lnTo>
                  <a:pt x="0" y="135127"/>
                </a:lnTo>
                <a:lnTo>
                  <a:pt x="0" y="147320"/>
                </a:lnTo>
                <a:lnTo>
                  <a:pt x="9525" y="147574"/>
                </a:lnTo>
                <a:lnTo>
                  <a:pt x="16637" y="149986"/>
                </a:lnTo>
                <a:lnTo>
                  <a:pt x="26162" y="158623"/>
                </a:lnTo>
                <a:lnTo>
                  <a:pt x="28448" y="164210"/>
                </a:lnTo>
                <a:lnTo>
                  <a:pt x="28448" y="174625"/>
                </a:lnTo>
                <a:lnTo>
                  <a:pt x="27304" y="181609"/>
                </a:lnTo>
                <a:lnTo>
                  <a:pt x="23445" y="199823"/>
                </a:lnTo>
                <a:lnTo>
                  <a:pt x="22335" y="207041"/>
                </a:lnTo>
                <a:lnTo>
                  <a:pt x="21678" y="213832"/>
                </a:lnTo>
                <a:lnTo>
                  <a:pt x="21462" y="220218"/>
                </a:lnTo>
                <a:lnTo>
                  <a:pt x="22556" y="235267"/>
                </a:lnTo>
                <a:lnTo>
                  <a:pt x="48627" y="274629"/>
                </a:lnTo>
                <a:lnTo>
                  <a:pt x="91186" y="283845"/>
                </a:lnTo>
                <a:lnTo>
                  <a:pt x="94996" y="283845"/>
                </a:lnTo>
                <a:lnTo>
                  <a:pt x="94996" y="272542"/>
                </a:lnTo>
                <a:lnTo>
                  <a:pt x="92710" y="272542"/>
                </a:lnTo>
                <a:lnTo>
                  <a:pt x="82520" y="271829"/>
                </a:lnTo>
                <a:lnTo>
                  <a:pt x="49784" y="246062"/>
                </a:lnTo>
                <a:lnTo>
                  <a:pt x="46736" y="222886"/>
                </a:lnTo>
                <a:lnTo>
                  <a:pt x="46926" y="217412"/>
                </a:lnTo>
                <a:lnTo>
                  <a:pt x="47498" y="211296"/>
                </a:lnTo>
                <a:lnTo>
                  <a:pt x="48450" y="204561"/>
                </a:lnTo>
                <a:lnTo>
                  <a:pt x="51688" y="186944"/>
                </a:lnTo>
                <a:lnTo>
                  <a:pt x="52704" y="179704"/>
                </a:lnTo>
                <a:lnTo>
                  <a:pt x="52704" y="166877"/>
                </a:lnTo>
                <a:lnTo>
                  <a:pt x="50291" y="160020"/>
                </a:lnTo>
                <a:lnTo>
                  <a:pt x="40386" y="149098"/>
                </a:lnTo>
                <a:lnTo>
                  <a:pt x="34416" y="145160"/>
                </a:lnTo>
                <a:lnTo>
                  <a:pt x="27559" y="142621"/>
                </a:lnTo>
                <a:lnTo>
                  <a:pt x="27559" y="139953"/>
                </a:lnTo>
                <a:lnTo>
                  <a:pt x="34416" y="137286"/>
                </a:lnTo>
                <a:lnTo>
                  <a:pt x="40386" y="133350"/>
                </a:lnTo>
                <a:lnTo>
                  <a:pt x="50291" y="122554"/>
                </a:lnTo>
                <a:lnTo>
                  <a:pt x="52704" y="115568"/>
                </a:lnTo>
                <a:lnTo>
                  <a:pt x="52704" y="102741"/>
                </a:lnTo>
                <a:lnTo>
                  <a:pt x="51688" y="95502"/>
                </a:lnTo>
                <a:lnTo>
                  <a:pt x="48450" y="77886"/>
                </a:lnTo>
                <a:lnTo>
                  <a:pt x="47498" y="71151"/>
                </a:lnTo>
                <a:lnTo>
                  <a:pt x="46926" y="65035"/>
                </a:lnTo>
                <a:lnTo>
                  <a:pt x="46736" y="59561"/>
                </a:lnTo>
                <a:lnTo>
                  <a:pt x="47498" y="47589"/>
                </a:lnTo>
                <a:lnTo>
                  <a:pt x="73484" y="14127"/>
                </a:lnTo>
                <a:lnTo>
                  <a:pt x="92710" y="11301"/>
                </a:lnTo>
                <a:lnTo>
                  <a:pt x="94996" y="11301"/>
                </a:lnTo>
                <a:lnTo>
                  <a:pt x="94996"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60" name="Google Shape;3460;p144"/>
          <p:cNvSpPr txBox="1"/>
          <p:nvPr/>
        </p:nvSpPr>
        <p:spPr>
          <a:xfrm>
            <a:off x="650240" y="1611883"/>
            <a:ext cx="10776585" cy="1814830"/>
          </a:xfrm>
          <a:prstGeom prst="rect">
            <a:avLst/>
          </a:prstGeom>
          <a:noFill/>
          <a:ln>
            <a:noFill/>
          </a:ln>
        </p:spPr>
        <p:txBody>
          <a:bodyPr spcFirstLastPara="1" wrap="square" lIns="0" tIns="31750" rIns="0" bIns="0" anchor="t" anchorCtr="0">
            <a:spAutoFit/>
          </a:bodyPr>
          <a:lstStyle/>
          <a:p>
            <a:pPr marL="50800" marR="796925" lvl="0" indent="0" algn="l" rtl="0">
              <a:lnSpc>
                <a:spcPct val="117083"/>
              </a:lnSpc>
              <a:spcBef>
                <a:spcPts val="0"/>
              </a:spcBef>
              <a:spcAft>
                <a:spcPts val="0"/>
              </a:spcAft>
              <a:buNone/>
            </a:pPr>
            <a:r>
              <a:rPr lang="en-US" sz="2400">
                <a:latin typeface="Arial Narrow"/>
                <a:ea typeface="Arial Narrow"/>
                <a:cs typeface="Arial Narrow"/>
                <a:sym typeface="Arial Narrow"/>
              </a:rPr>
              <a:t>Let’s assume the output is binary for now (classification task, we will deal with regression shortly), and assume </a:t>
            </a:r>
            <a:r>
              <a:rPr lang="en-US" sz="2400">
                <a:latin typeface="Arial"/>
                <a:ea typeface="Arial"/>
                <a:cs typeface="Arial"/>
                <a:sym typeface="Arial"/>
              </a:rPr>
              <a:t>𝑦 ∈	0,1</a:t>
            </a:r>
            <a:endParaRPr sz="2400">
              <a:latin typeface="Arial"/>
              <a:ea typeface="Arial"/>
              <a:cs typeface="Arial"/>
              <a:sym typeface="Arial"/>
            </a:endParaRPr>
          </a:p>
          <a:p>
            <a:pPr marL="50800" lvl="0" indent="0" algn="l" rtl="0">
              <a:lnSpc>
                <a:spcPct val="118541"/>
              </a:lnSpc>
              <a:spcBef>
                <a:spcPts val="2630"/>
              </a:spcBef>
              <a:spcAft>
                <a:spcPts val="0"/>
              </a:spcAft>
              <a:buNone/>
            </a:pPr>
            <a:r>
              <a:rPr lang="en-US" sz="2400">
                <a:latin typeface="Arial Narrow"/>
                <a:ea typeface="Arial Narrow"/>
                <a:cs typeface="Arial Narrow"/>
                <a:sym typeface="Arial Narrow"/>
              </a:rPr>
              <a:t>The typical decision tree algorithm using a probabilistic loss function that considers</a:t>
            </a:r>
            <a:endParaRPr sz="2400">
              <a:latin typeface="Arial Narrow"/>
              <a:ea typeface="Arial Narrow"/>
              <a:cs typeface="Arial Narrow"/>
              <a:sym typeface="Arial Narrow"/>
            </a:endParaRPr>
          </a:p>
          <a:p>
            <a:pPr marL="50800" lvl="0" indent="0" algn="l" rtl="0">
              <a:lnSpc>
                <a:spcPct val="105370"/>
              </a:lnSpc>
              <a:spcBef>
                <a:spcPts val="0"/>
              </a:spcBef>
              <a:spcAft>
                <a:spcPts val="0"/>
              </a:spcAft>
              <a:buNone/>
            </a:pPr>
            <a:r>
              <a:rPr lang="en-US" sz="2400">
                <a:latin typeface="Arial"/>
                <a:ea typeface="Arial"/>
                <a:cs typeface="Arial"/>
                <a:sym typeface="Arial"/>
              </a:rPr>
              <a:t>𝑦 </a:t>
            </a:r>
            <a:r>
              <a:rPr lang="en-US" sz="2400">
                <a:latin typeface="Arial Narrow"/>
                <a:ea typeface="Arial Narrow"/>
                <a:cs typeface="Arial Narrow"/>
                <a:sym typeface="Arial Narrow"/>
              </a:rPr>
              <a:t>to be a Bernoulli random variable with probability </a:t>
            </a:r>
            <a:r>
              <a:rPr lang="en-US" sz="2400">
                <a:latin typeface="Arial"/>
                <a:ea typeface="Arial"/>
                <a:cs typeface="Arial"/>
                <a:sym typeface="Arial"/>
              </a:rPr>
              <a:t>ℎ</a:t>
            </a:r>
            <a:r>
              <a:rPr lang="en-US" sz="2700" baseline="-25000">
                <a:latin typeface="Arial"/>
                <a:ea typeface="Arial"/>
                <a:cs typeface="Arial"/>
                <a:sym typeface="Arial"/>
              </a:rPr>
              <a:t>𝜃</a:t>
            </a:r>
            <a:r>
              <a:rPr lang="en-US" sz="2400">
                <a:latin typeface="Arial"/>
                <a:ea typeface="Arial"/>
                <a:cs typeface="Arial"/>
                <a:sym typeface="Arial"/>
              </a:rPr>
              <a:t>(𝑥)</a:t>
            </a:r>
            <a:endParaRPr sz="2400">
              <a:latin typeface="Arial"/>
              <a:ea typeface="Arial"/>
              <a:cs typeface="Arial"/>
              <a:sym typeface="Arial"/>
            </a:endParaRPr>
          </a:p>
        </p:txBody>
      </p:sp>
      <p:sp>
        <p:nvSpPr>
          <p:cNvPr id="3461" name="Google Shape;3461;p144"/>
          <p:cNvSpPr/>
          <p:nvPr/>
        </p:nvSpPr>
        <p:spPr>
          <a:xfrm>
            <a:off x="4221605" y="3625975"/>
            <a:ext cx="23495" cy="277495"/>
          </a:xfrm>
          <a:custGeom>
            <a:avLst/>
            <a:gdLst/>
            <a:ahLst/>
            <a:cxnLst/>
            <a:rect l="l" t="t" r="r" b="b"/>
            <a:pathLst>
              <a:path w="23495" h="277495" extrusionOk="0">
                <a:moveTo>
                  <a:pt x="22987" y="0"/>
                </a:moveTo>
                <a:lnTo>
                  <a:pt x="0" y="0"/>
                </a:lnTo>
                <a:lnTo>
                  <a:pt x="0" y="276987"/>
                </a:lnTo>
                <a:lnTo>
                  <a:pt x="22987" y="276987"/>
                </a:lnTo>
                <a:lnTo>
                  <a:pt x="2298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62" name="Google Shape;3462;p144"/>
          <p:cNvSpPr/>
          <p:nvPr/>
        </p:nvSpPr>
        <p:spPr>
          <a:xfrm>
            <a:off x="3842891" y="3623945"/>
            <a:ext cx="94615" cy="282575"/>
          </a:xfrm>
          <a:custGeom>
            <a:avLst/>
            <a:gdLst/>
            <a:ahLst/>
            <a:cxnLst/>
            <a:rect l="l" t="t" r="r" b="b"/>
            <a:pathLst>
              <a:path w="94614" h="282575" extrusionOk="0">
                <a:moveTo>
                  <a:pt x="90042" y="0"/>
                </a:moveTo>
                <a:lnTo>
                  <a:pt x="51640" y="18080"/>
                </a:lnTo>
                <a:lnTo>
                  <a:pt x="23240" y="49401"/>
                </a:lnTo>
                <a:lnTo>
                  <a:pt x="5810" y="91408"/>
                </a:lnTo>
                <a:lnTo>
                  <a:pt x="0" y="141222"/>
                </a:lnTo>
                <a:lnTo>
                  <a:pt x="1452" y="167158"/>
                </a:lnTo>
                <a:lnTo>
                  <a:pt x="13073" y="212981"/>
                </a:lnTo>
                <a:lnTo>
                  <a:pt x="36125" y="250226"/>
                </a:lnTo>
                <a:lnTo>
                  <a:pt x="69514" y="274941"/>
                </a:lnTo>
                <a:lnTo>
                  <a:pt x="90042" y="282319"/>
                </a:lnTo>
                <a:lnTo>
                  <a:pt x="93599" y="270762"/>
                </a:lnTo>
                <a:lnTo>
                  <a:pt x="77530" y="263663"/>
                </a:lnTo>
                <a:lnTo>
                  <a:pt x="63642" y="253776"/>
                </a:lnTo>
                <a:lnTo>
                  <a:pt x="35210" y="207529"/>
                </a:lnTo>
                <a:lnTo>
                  <a:pt x="26828" y="164580"/>
                </a:lnTo>
                <a:lnTo>
                  <a:pt x="25780" y="139698"/>
                </a:lnTo>
                <a:lnTo>
                  <a:pt x="26828" y="115623"/>
                </a:lnTo>
                <a:lnTo>
                  <a:pt x="35210" y="73851"/>
                </a:lnTo>
                <a:lnTo>
                  <a:pt x="63753" y="28304"/>
                </a:lnTo>
                <a:lnTo>
                  <a:pt x="94107" y="11428"/>
                </a:lnTo>
                <a:lnTo>
                  <a:pt x="9004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63" name="Google Shape;3463;p144"/>
          <p:cNvSpPr/>
          <p:nvPr/>
        </p:nvSpPr>
        <p:spPr>
          <a:xfrm>
            <a:off x="4981575" y="3623944"/>
            <a:ext cx="220979" cy="282575"/>
          </a:xfrm>
          <a:custGeom>
            <a:avLst/>
            <a:gdLst/>
            <a:ahLst/>
            <a:cxnLst/>
            <a:rect l="l" t="t" r="r" b="b"/>
            <a:pathLst>
              <a:path w="220979" h="282575" extrusionOk="0">
                <a:moveTo>
                  <a:pt x="93980" y="141224"/>
                </a:moveTo>
                <a:lnTo>
                  <a:pt x="80899" y="69430"/>
                </a:lnTo>
                <a:lnTo>
                  <a:pt x="57772" y="32092"/>
                </a:lnTo>
                <a:lnTo>
                  <a:pt x="24384" y="7378"/>
                </a:lnTo>
                <a:lnTo>
                  <a:pt x="3937" y="0"/>
                </a:lnTo>
                <a:lnTo>
                  <a:pt x="0" y="11430"/>
                </a:lnTo>
                <a:lnTo>
                  <a:pt x="16306" y="18503"/>
                </a:lnTo>
                <a:lnTo>
                  <a:pt x="30353" y="28308"/>
                </a:lnTo>
                <a:lnTo>
                  <a:pt x="58877" y="73863"/>
                </a:lnTo>
                <a:lnTo>
                  <a:pt x="67170" y="115633"/>
                </a:lnTo>
                <a:lnTo>
                  <a:pt x="68199" y="139700"/>
                </a:lnTo>
                <a:lnTo>
                  <a:pt x="67144" y="164592"/>
                </a:lnTo>
                <a:lnTo>
                  <a:pt x="58813" y="207530"/>
                </a:lnTo>
                <a:lnTo>
                  <a:pt x="30391" y="253784"/>
                </a:lnTo>
                <a:lnTo>
                  <a:pt x="381" y="270764"/>
                </a:lnTo>
                <a:lnTo>
                  <a:pt x="3937" y="282321"/>
                </a:lnTo>
                <a:lnTo>
                  <a:pt x="42430" y="264248"/>
                </a:lnTo>
                <a:lnTo>
                  <a:pt x="70739" y="232918"/>
                </a:lnTo>
                <a:lnTo>
                  <a:pt x="88163" y="191071"/>
                </a:lnTo>
                <a:lnTo>
                  <a:pt x="93980" y="141224"/>
                </a:lnTo>
                <a:close/>
              </a:path>
              <a:path w="220979" h="282575" extrusionOk="0">
                <a:moveTo>
                  <a:pt x="220459" y="141224"/>
                </a:moveTo>
                <a:lnTo>
                  <a:pt x="207391" y="69430"/>
                </a:lnTo>
                <a:lnTo>
                  <a:pt x="184264" y="32092"/>
                </a:lnTo>
                <a:lnTo>
                  <a:pt x="150876" y="7378"/>
                </a:lnTo>
                <a:lnTo>
                  <a:pt x="130416" y="0"/>
                </a:lnTo>
                <a:lnTo>
                  <a:pt x="126479" y="11430"/>
                </a:lnTo>
                <a:lnTo>
                  <a:pt x="142786" y="18503"/>
                </a:lnTo>
                <a:lnTo>
                  <a:pt x="156832" y="28308"/>
                </a:lnTo>
                <a:lnTo>
                  <a:pt x="185356" y="73863"/>
                </a:lnTo>
                <a:lnTo>
                  <a:pt x="193662" y="115633"/>
                </a:lnTo>
                <a:lnTo>
                  <a:pt x="194678" y="139700"/>
                </a:lnTo>
                <a:lnTo>
                  <a:pt x="193636" y="164592"/>
                </a:lnTo>
                <a:lnTo>
                  <a:pt x="185305" y="207530"/>
                </a:lnTo>
                <a:lnTo>
                  <a:pt x="156883" y="253784"/>
                </a:lnTo>
                <a:lnTo>
                  <a:pt x="126860" y="270764"/>
                </a:lnTo>
                <a:lnTo>
                  <a:pt x="130416" y="282321"/>
                </a:lnTo>
                <a:lnTo>
                  <a:pt x="168922" y="264248"/>
                </a:lnTo>
                <a:lnTo>
                  <a:pt x="197218" y="232918"/>
                </a:lnTo>
                <a:lnTo>
                  <a:pt x="214655" y="191071"/>
                </a:lnTo>
                <a:lnTo>
                  <a:pt x="220459" y="141224"/>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64" name="Google Shape;3464;p144"/>
          <p:cNvSpPr/>
          <p:nvPr/>
        </p:nvSpPr>
        <p:spPr>
          <a:xfrm>
            <a:off x="4705477" y="3623945"/>
            <a:ext cx="94615" cy="282575"/>
          </a:xfrm>
          <a:custGeom>
            <a:avLst/>
            <a:gdLst/>
            <a:ahLst/>
            <a:cxnLst/>
            <a:rect l="l" t="t" r="r" b="b"/>
            <a:pathLst>
              <a:path w="94614" h="282575" extrusionOk="0">
                <a:moveTo>
                  <a:pt x="90043" y="0"/>
                </a:moveTo>
                <a:lnTo>
                  <a:pt x="51640" y="18080"/>
                </a:lnTo>
                <a:lnTo>
                  <a:pt x="23239" y="49401"/>
                </a:lnTo>
                <a:lnTo>
                  <a:pt x="5810" y="91408"/>
                </a:lnTo>
                <a:lnTo>
                  <a:pt x="0" y="141222"/>
                </a:lnTo>
                <a:lnTo>
                  <a:pt x="1451" y="167158"/>
                </a:lnTo>
                <a:lnTo>
                  <a:pt x="13073" y="212981"/>
                </a:lnTo>
                <a:lnTo>
                  <a:pt x="36125" y="250226"/>
                </a:lnTo>
                <a:lnTo>
                  <a:pt x="69513" y="274941"/>
                </a:lnTo>
                <a:lnTo>
                  <a:pt x="90043" y="282319"/>
                </a:lnTo>
                <a:lnTo>
                  <a:pt x="93599" y="270762"/>
                </a:lnTo>
                <a:lnTo>
                  <a:pt x="77530" y="263663"/>
                </a:lnTo>
                <a:lnTo>
                  <a:pt x="63642" y="253776"/>
                </a:lnTo>
                <a:lnTo>
                  <a:pt x="35209" y="207529"/>
                </a:lnTo>
                <a:lnTo>
                  <a:pt x="26827" y="164580"/>
                </a:lnTo>
                <a:lnTo>
                  <a:pt x="25781" y="139698"/>
                </a:lnTo>
                <a:lnTo>
                  <a:pt x="26827" y="115623"/>
                </a:lnTo>
                <a:lnTo>
                  <a:pt x="35209" y="73851"/>
                </a:lnTo>
                <a:lnTo>
                  <a:pt x="63753" y="28304"/>
                </a:lnTo>
                <a:lnTo>
                  <a:pt x="94107" y="11428"/>
                </a:lnTo>
                <a:lnTo>
                  <a:pt x="90043"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65" name="Google Shape;3465;p144"/>
          <p:cNvSpPr/>
          <p:nvPr/>
        </p:nvSpPr>
        <p:spPr>
          <a:xfrm>
            <a:off x="6258686" y="3623945"/>
            <a:ext cx="93980" cy="282575"/>
          </a:xfrm>
          <a:custGeom>
            <a:avLst/>
            <a:gdLst/>
            <a:ahLst/>
            <a:cxnLst/>
            <a:rect l="l" t="t" r="r" b="b"/>
            <a:pathLst>
              <a:path w="93979" h="282575" extrusionOk="0">
                <a:moveTo>
                  <a:pt x="3937" y="0"/>
                </a:moveTo>
                <a:lnTo>
                  <a:pt x="0" y="11428"/>
                </a:lnTo>
                <a:lnTo>
                  <a:pt x="16308" y="18503"/>
                </a:lnTo>
                <a:lnTo>
                  <a:pt x="30352" y="28304"/>
                </a:lnTo>
                <a:lnTo>
                  <a:pt x="58877" y="73851"/>
                </a:lnTo>
                <a:lnTo>
                  <a:pt x="67171" y="115623"/>
                </a:lnTo>
                <a:lnTo>
                  <a:pt x="68200" y="139698"/>
                </a:lnTo>
                <a:lnTo>
                  <a:pt x="67153" y="164580"/>
                </a:lnTo>
                <a:lnTo>
                  <a:pt x="58822" y="207529"/>
                </a:lnTo>
                <a:lnTo>
                  <a:pt x="30399" y="253776"/>
                </a:lnTo>
                <a:lnTo>
                  <a:pt x="380" y="270762"/>
                </a:lnTo>
                <a:lnTo>
                  <a:pt x="3937" y="282319"/>
                </a:lnTo>
                <a:lnTo>
                  <a:pt x="42433" y="264238"/>
                </a:lnTo>
                <a:lnTo>
                  <a:pt x="70740" y="232916"/>
                </a:lnTo>
                <a:lnTo>
                  <a:pt x="88169" y="191071"/>
                </a:lnTo>
                <a:lnTo>
                  <a:pt x="93979" y="141222"/>
                </a:lnTo>
                <a:lnTo>
                  <a:pt x="92527" y="115338"/>
                </a:lnTo>
                <a:lnTo>
                  <a:pt x="80906" y="69429"/>
                </a:lnTo>
                <a:lnTo>
                  <a:pt x="57783" y="32092"/>
                </a:lnTo>
                <a:lnTo>
                  <a:pt x="24394" y="7378"/>
                </a:lnTo>
                <a:lnTo>
                  <a:pt x="393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66" name="Google Shape;3466;p144"/>
          <p:cNvSpPr/>
          <p:nvPr/>
        </p:nvSpPr>
        <p:spPr>
          <a:xfrm>
            <a:off x="5982589" y="3623945"/>
            <a:ext cx="94615" cy="282575"/>
          </a:xfrm>
          <a:custGeom>
            <a:avLst/>
            <a:gdLst/>
            <a:ahLst/>
            <a:cxnLst/>
            <a:rect l="l" t="t" r="r" b="b"/>
            <a:pathLst>
              <a:path w="94614" h="282575" extrusionOk="0">
                <a:moveTo>
                  <a:pt x="90043" y="0"/>
                </a:moveTo>
                <a:lnTo>
                  <a:pt x="51640" y="18080"/>
                </a:lnTo>
                <a:lnTo>
                  <a:pt x="23239" y="49401"/>
                </a:lnTo>
                <a:lnTo>
                  <a:pt x="5810" y="91408"/>
                </a:lnTo>
                <a:lnTo>
                  <a:pt x="0" y="141222"/>
                </a:lnTo>
                <a:lnTo>
                  <a:pt x="1451" y="167158"/>
                </a:lnTo>
                <a:lnTo>
                  <a:pt x="13073" y="212981"/>
                </a:lnTo>
                <a:lnTo>
                  <a:pt x="36125" y="250226"/>
                </a:lnTo>
                <a:lnTo>
                  <a:pt x="69513" y="274941"/>
                </a:lnTo>
                <a:lnTo>
                  <a:pt x="90043" y="282319"/>
                </a:lnTo>
                <a:lnTo>
                  <a:pt x="93599" y="270762"/>
                </a:lnTo>
                <a:lnTo>
                  <a:pt x="77530" y="263663"/>
                </a:lnTo>
                <a:lnTo>
                  <a:pt x="63642" y="253776"/>
                </a:lnTo>
                <a:lnTo>
                  <a:pt x="35209" y="207529"/>
                </a:lnTo>
                <a:lnTo>
                  <a:pt x="26827" y="164580"/>
                </a:lnTo>
                <a:lnTo>
                  <a:pt x="25781" y="139698"/>
                </a:lnTo>
                <a:lnTo>
                  <a:pt x="26827" y="115623"/>
                </a:lnTo>
                <a:lnTo>
                  <a:pt x="35209" y="73851"/>
                </a:lnTo>
                <a:lnTo>
                  <a:pt x="63753" y="28304"/>
                </a:lnTo>
                <a:lnTo>
                  <a:pt x="94107" y="11428"/>
                </a:lnTo>
                <a:lnTo>
                  <a:pt x="90043"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67" name="Google Shape;3467;p144"/>
          <p:cNvSpPr/>
          <p:nvPr/>
        </p:nvSpPr>
        <p:spPr>
          <a:xfrm>
            <a:off x="6572377" y="3580003"/>
            <a:ext cx="100965" cy="368300"/>
          </a:xfrm>
          <a:custGeom>
            <a:avLst/>
            <a:gdLst/>
            <a:ahLst/>
            <a:cxnLst/>
            <a:rect l="l" t="t" r="r" b="b"/>
            <a:pathLst>
              <a:path w="100965" h="368300" extrusionOk="0">
                <a:moveTo>
                  <a:pt x="96774" y="0"/>
                </a:moveTo>
                <a:lnTo>
                  <a:pt x="55625" y="21906"/>
                </a:lnTo>
                <a:lnTo>
                  <a:pt x="25146" y="63246"/>
                </a:lnTo>
                <a:lnTo>
                  <a:pt x="6286" y="118967"/>
                </a:lnTo>
                <a:lnTo>
                  <a:pt x="0" y="184023"/>
                </a:lnTo>
                <a:lnTo>
                  <a:pt x="1570" y="217791"/>
                </a:lnTo>
                <a:lnTo>
                  <a:pt x="14143" y="278230"/>
                </a:lnTo>
                <a:lnTo>
                  <a:pt x="39052" y="328024"/>
                </a:lnTo>
                <a:lnTo>
                  <a:pt x="74866" y="359647"/>
                </a:lnTo>
                <a:lnTo>
                  <a:pt x="96774" y="368173"/>
                </a:lnTo>
                <a:lnTo>
                  <a:pt x="100455" y="355981"/>
                </a:lnTo>
                <a:lnTo>
                  <a:pt x="83548" y="347218"/>
                </a:lnTo>
                <a:lnTo>
                  <a:pt x="68818" y="334453"/>
                </a:lnTo>
                <a:lnTo>
                  <a:pt x="45847" y="296925"/>
                </a:lnTo>
                <a:lnTo>
                  <a:pt x="32019" y="246077"/>
                </a:lnTo>
                <a:lnTo>
                  <a:pt x="27430" y="184276"/>
                </a:lnTo>
                <a:lnTo>
                  <a:pt x="28576" y="151917"/>
                </a:lnTo>
                <a:lnTo>
                  <a:pt x="37772" y="95389"/>
                </a:lnTo>
                <a:lnTo>
                  <a:pt x="56254" y="50481"/>
                </a:lnTo>
                <a:lnTo>
                  <a:pt x="83548" y="20955"/>
                </a:lnTo>
                <a:lnTo>
                  <a:pt x="100455" y="12192"/>
                </a:lnTo>
                <a:lnTo>
                  <a:pt x="9677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68" name="Google Shape;3468;p144"/>
          <p:cNvSpPr/>
          <p:nvPr/>
        </p:nvSpPr>
        <p:spPr>
          <a:xfrm>
            <a:off x="7846682" y="3580002"/>
            <a:ext cx="231140" cy="368300"/>
          </a:xfrm>
          <a:custGeom>
            <a:avLst/>
            <a:gdLst/>
            <a:ahLst/>
            <a:cxnLst/>
            <a:rect l="l" t="t" r="r" b="b"/>
            <a:pathLst>
              <a:path w="231140" h="368300" extrusionOk="0">
                <a:moveTo>
                  <a:pt x="93980" y="185166"/>
                </a:moveTo>
                <a:lnTo>
                  <a:pt x="80911" y="113372"/>
                </a:lnTo>
                <a:lnTo>
                  <a:pt x="57785" y="76034"/>
                </a:lnTo>
                <a:lnTo>
                  <a:pt x="24396" y="51320"/>
                </a:lnTo>
                <a:lnTo>
                  <a:pt x="3937" y="43942"/>
                </a:lnTo>
                <a:lnTo>
                  <a:pt x="0" y="55372"/>
                </a:lnTo>
                <a:lnTo>
                  <a:pt x="16319" y="62445"/>
                </a:lnTo>
                <a:lnTo>
                  <a:pt x="30353" y="72250"/>
                </a:lnTo>
                <a:lnTo>
                  <a:pt x="58877" y="117805"/>
                </a:lnTo>
                <a:lnTo>
                  <a:pt x="67183" y="159575"/>
                </a:lnTo>
                <a:lnTo>
                  <a:pt x="68211" y="183642"/>
                </a:lnTo>
                <a:lnTo>
                  <a:pt x="67157" y="208534"/>
                </a:lnTo>
                <a:lnTo>
                  <a:pt x="58826" y="251472"/>
                </a:lnTo>
                <a:lnTo>
                  <a:pt x="30403" y="297726"/>
                </a:lnTo>
                <a:lnTo>
                  <a:pt x="381" y="314706"/>
                </a:lnTo>
                <a:lnTo>
                  <a:pt x="3937" y="326263"/>
                </a:lnTo>
                <a:lnTo>
                  <a:pt x="42443" y="308190"/>
                </a:lnTo>
                <a:lnTo>
                  <a:pt x="70739" y="276860"/>
                </a:lnTo>
                <a:lnTo>
                  <a:pt x="88176" y="235013"/>
                </a:lnTo>
                <a:lnTo>
                  <a:pt x="93980" y="185166"/>
                </a:lnTo>
                <a:close/>
              </a:path>
              <a:path w="231140" h="368300" extrusionOk="0">
                <a:moveTo>
                  <a:pt x="230898" y="184023"/>
                </a:moveTo>
                <a:lnTo>
                  <a:pt x="216750" y="89941"/>
                </a:lnTo>
                <a:lnTo>
                  <a:pt x="191846" y="40157"/>
                </a:lnTo>
                <a:lnTo>
                  <a:pt x="156032" y="8534"/>
                </a:lnTo>
                <a:lnTo>
                  <a:pt x="134124" y="0"/>
                </a:lnTo>
                <a:lnTo>
                  <a:pt x="130441" y="12192"/>
                </a:lnTo>
                <a:lnTo>
                  <a:pt x="147345" y="20955"/>
                </a:lnTo>
                <a:lnTo>
                  <a:pt x="162077" y="33718"/>
                </a:lnTo>
                <a:lnTo>
                  <a:pt x="185051" y="71247"/>
                </a:lnTo>
                <a:lnTo>
                  <a:pt x="198932" y="122288"/>
                </a:lnTo>
                <a:lnTo>
                  <a:pt x="203593" y="184277"/>
                </a:lnTo>
                <a:lnTo>
                  <a:pt x="202425" y="216547"/>
                </a:lnTo>
                <a:lnTo>
                  <a:pt x="193141" y="272884"/>
                </a:lnTo>
                <a:lnTo>
                  <a:pt x="174637" y="317690"/>
                </a:lnTo>
                <a:lnTo>
                  <a:pt x="147345" y="347218"/>
                </a:lnTo>
                <a:lnTo>
                  <a:pt x="130441" y="355981"/>
                </a:lnTo>
                <a:lnTo>
                  <a:pt x="134124" y="368173"/>
                </a:lnTo>
                <a:lnTo>
                  <a:pt x="175272" y="346265"/>
                </a:lnTo>
                <a:lnTo>
                  <a:pt x="205752" y="304927"/>
                </a:lnTo>
                <a:lnTo>
                  <a:pt x="224612" y="249199"/>
                </a:lnTo>
                <a:lnTo>
                  <a:pt x="230898" y="184023"/>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69" name="Google Shape;3469;p144"/>
          <p:cNvSpPr/>
          <p:nvPr/>
        </p:nvSpPr>
        <p:spPr>
          <a:xfrm>
            <a:off x="7570596" y="3623945"/>
            <a:ext cx="94615" cy="282575"/>
          </a:xfrm>
          <a:custGeom>
            <a:avLst/>
            <a:gdLst/>
            <a:ahLst/>
            <a:cxnLst/>
            <a:rect l="l" t="t" r="r" b="b"/>
            <a:pathLst>
              <a:path w="94615" h="282575" extrusionOk="0">
                <a:moveTo>
                  <a:pt x="90042" y="0"/>
                </a:moveTo>
                <a:lnTo>
                  <a:pt x="51640" y="18080"/>
                </a:lnTo>
                <a:lnTo>
                  <a:pt x="23240" y="49401"/>
                </a:lnTo>
                <a:lnTo>
                  <a:pt x="5810" y="91408"/>
                </a:lnTo>
                <a:lnTo>
                  <a:pt x="0" y="141222"/>
                </a:lnTo>
                <a:lnTo>
                  <a:pt x="1451" y="167158"/>
                </a:lnTo>
                <a:lnTo>
                  <a:pt x="13073" y="212981"/>
                </a:lnTo>
                <a:lnTo>
                  <a:pt x="36125" y="250226"/>
                </a:lnTo>
                <a:lnTo>
                  <a:pt x="69513" y="274941"/>
                </a:lnTo>
                <a:lnTo>
                  <a:pt x="90042" y="282319"/>
                </a:lnTo>
                <a:lnTo>
                  <a:pt x="93599" y="270762"/>
                </a:lnTo>
                <a:lnTo>
                  <a:pt x="77530" y="263663"/>
                </a:lnTo>
                <a:lnTo>
                  <a:pt x="63642" y="253776"/>
                </a:lnTo>
                <a:lnTo>
                  <a:pt x="35209" y="207529"/>
                </a:lnTo>
                <a:lnTo>
                  <a:pt x="26827" y="164580"/>
                </a:lnTo>
                <a:lnTo>
                  <a:pt x="25779" y="139698"/>
                </a:lnTo>
                <a:lnTo>
                  <a:pt x="26827" y="115623"/>
                </a:lnTo>
                <a:lnTo>
                  <a:pt x="35209" y="73851"/>
                </a:lnTo>
                <a:lnTo>
                  <a:pt x="63752" y="28304"/>
                </a:lnTo>
                <a:lnTo>
                  <a:pt x="94105" y="11428"/>
                </a:lnTo>
                <a:lnTo>
                  <a:pt x="9004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70" name="Google Shape;3470;p144"/>
          <p:cNvSpPr txBox="1"/>
          <p:nvPr/>
        </p:nvSpPr>
        <p:spPr>
          <a:xfrm>
            <a:off x="6044691" y="3404108"/>
            <a:ext cx="509270" cy="39116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3600" baseline="-25000">
                <a:latin typeface="Arial"/>
                <a:ea typeface="Arial"/>
                <a:cs typeface="Arial"/>
                <a:sym typeface="Arial"/>
              </a:rPr>
              <a:t>𝑥	</a:t>
            </a:r>
            <a:r>
              <a:rPr lang="en-US" sz="1800">
                <a:latin typeface="Arial"/>
                <a:ea typeface="Arial"/>
                <a:cs typeface="Arial"/>
                <a:sym typeface="Arial"/>
              </a:rPr>
              <a:t>𝑦</a:t>
            </a:r>
            <a:endParaRPr sz="1800">
              <a:latin typeface="Arial"/>
              <a:ea typeface="Arial"/>
              <a:cs typeface="Arial"/>
              <a:sym typeface="Arial"/>
            </a:endParaRPr>
          </a:p>
        </p:txBody>
      </p:sp>
      <p:sp>
        <p:nvSpPr>
          <p:cNvPr id="3471" name="Google Shape;3471;p144"/>
          <p:cNvSpPr txBox="1"/>
          <p:nvPr/>
        </p:nvSpPr>
        <p:spPr>
          <a:xfrm>
            <a:off x="3579114" y="3507740"/>
            <a:ext cx="4305300" cy="391160"/>
          </a:xfrm>
          <a:prstGeom prst="rect">
            <a:avLst/>
          </a:prstGeom>
          <a:noFill/>
          <a:ln>
            <a:noFill/>
          </a:ln>
        </p:spPr>
        <p:txBody>
          <a:bodyPr spcFirstLastPara="1" wrap="square" lIns="0" tIns="12700" rIns="0" bIns="0" anchor="t" anchorCtr="0">
            <a:spAutoFit/>
          </a:bodyPr>
          <a:lstStyle/>
          <a:p>
            <a:pPr marL="63500" lvl="0" indent="0" algn="l" rtl="0">
              <a:lnSpc>
                <a:spcPct val="100000"/>
              </a:lnSpc>
              <a:spcBef>
                <a:spcPts val="0"/>
              </a:spcBef>
              <a:spcAft>
                <a:spcPts val="0"/>
              </a:spcAft>
              <a:buNone/>
            </a:pPr>
            <a:r>
              <a:rPr lang="en-US" sz="2400">
                <a:latin typeface="Arial"/>
                <a:ea typeface="Arial"/>
                <a:cs typeface="Arial"/>
                <a:sym typeface="Arial"/>
              </a:rPr>
              <a:t>𝑝	𝑦	ℎ</a:t>
            </a:r>
            <a:r>
              <a:rPr lang="en-US" sz="2700" baseline="-25000">
                <a:latin typeface="Arial"/>
                <a:ea typeface="Arial"/>
                <a:cs typeface="Arial"/>
                <a:sym typeface="Arial"/>
              </a:rPr>
              <a:t>𝜃	</a:t>
            </a:r>
            <a:r>
              <a:rPr lang="en-US" sz="2400">
                <a:latin typeface="Arial"/>
                <a:ea typeface="Arial"/>
                <a:cs typeface="Arial"/>
                <a:sym typeface="Arial"/>
              </a:rPr>
              <a:t>𝑥	= ℎ</a:t>
            </a:r>
            <a:r>
              <a:rPr lang="en-US" sz="2700" baseline="-25000">
                <a:latin typeface="Arial"/>
                <a:ea typeface="Arial"/>
                <a:cs typeface="Arial"/>
                <a:sym typeface="Arial"/>
              </a:rPr>
              <a:t>𝜃	</a:t>
            </a:r>
            <a:r>
              <a:rPr lang="en-US" sz="2400">
                <a:latin typeface="Arial"/>
                <a:ea typeface="Arial"/>
                <a:cs typeface="Arial"/>
                <a:sym typeface="Arial"/>
              </a:rPr>
              <a:t>1 − ℎ</a:t>
            </a:r>
            <a:r>
              <a:rPr lang="en-US" sz="2700" baseline="-25000">
                <a:latin typeface="Arial"/>
                <a:ea typeface="Arial"/>
                <a:cs typeface="Arial"/>
                <a:sym typeface="Arial"/>
              </a:rPr>
              <a:t>𝜃	</a:t>
            </a:r>
            <a:r>
              <a:rPr lang="en-US" sz="2400">
                <a:latin typeface="Arial"/>
                <a:ea typeface="Arial"/>
                <a:cs typeface="Arial"/>
                <a:sym typeface="Arial"/>
              </a:rPr>
              <a:t>𝑥</a:t>
            </a:r>
            <a:endParaRPr sz="2400">
              <a:latin typeface="Arial"/>
              <a:ea typeface="Arial"/>
              <a:cs typeface="Arial"/>
              <a:sym typeface="Arial"/>
            </a:endParaRPr>
          </a:p>
        </p:txBody>
      </p:sp>
      <p:sp>
        <p:nvSpPr>
          <p:cNvPr id="3472" name="Google Shape;3472;p144"/>
          <p:cNvSpPr txBox="1"/>
          <p:nvPr/>
        </p:nvSpPr>
        <p:spPr>
          <a:xfrm>
            <a:off x="8086725" y="3388867"/>
            <a:ext cx="446405"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Arial"/>
                <a:ea typeface="Arial"/>
                <a:cs typeface="Arial"/>
                <a:sym typeface="Arial"/>
              </a:rPr>
              <a:t>1−𝑦</a:t>
            </a:r>
            <a:endParaRPr sz="1800">
              <a:latin typeface="Arial"/>
              <a:ea typeface="Arial"/>
              <a:cs typeface="Arial"/>
              <a:sym typeface="Arial"/>
            </a:endParaRPr>
          </a:p>
        </p:txBody>
      </p:sp>
      <p:sp>
        <p:nvSpPr>
          <p:cNvPr id="3473" name="Google Shape;3473;p144"/>
          <p:cNvSpPr/>
          <p:nvPr/>
        </p:nvSpPr>
        <p:spPr>
          <a:xfrm>
            <a:off x="3134232" y="5105271"/>
            <a:ext cx="94615" cy="282575"/>
          </a:xfrm>
          <a:custGeom>
            <a:avLst/>
            <a:gdLst/>
            <a:ahLst/>
            <a:cxnLst/>
            <a:rect l="l" t="t" r="r" b="b"/>
            <a:pathLst>
              <a:path w="94614" h="282575" extrusionOk="0">
                <a:moveTo>
                  <a:pt x="90043" y="0"/>
                </a:moveTo>
                <a:lnTo>
                  <a:pt x="51638" y="18083"/>
                </a:lnTo>
                <a:lnTo>
                  <a:pt x="23241" y="49403"/>
                </a:lnTo>
                <a:lnTo>
                  <a:pt x="5802" y="91414"/>
                </a:lnTo>
                <a:lnTo>
                  <a:pt x="0" y="141224"/>
                </a:lnTo>
                <a:lnTo>
                  <a:pt x="1446" y="167170"/>
                </a:lnTo>
                <a:lnTo>
                  <a:pt x="13068" y="212991"/>
                </a:lnTo>
                <a:lnTo>
                  <a:pt x="36117" y="250228"/>
                </a:lnTo>
                <a:lnTo>
                  <a:pt x="69507" y="274942"/>
                </a:lnTo>
                <a:lnTo>
                  <a:pt x="90043" y="282321"/>
                </a:lnTo>
                <a:lnTo>
                  <a:pt x="93599" y="270764"/>
                </a:lnTo>
                <a:lnTo>
                  <a:pt x="77519" y="263664"/>
                </a:lnTo>
                <a:lnTo>
                  <a:pt x="63638" y="253784"/>
                </a:lnTo>
                <a:lnTo>
                  <a:pt x="35204" y="207530"/>
                </a:lnTo>
                <a:lnTo>
                  <a:pt x="26822" y="164592"/>
                </a:lnTo>
                <a:lnTo>
                  <a:pt x="25781" y="139700"/>
                </a:lnTo>
                <a:lnTo>
                  <a:pt x="26822" y="115633"/>
                </a:lnTo>
                <a:lnTo>
                  <a:pt x="35204" y="73863"/>
                </a:lnTo>
                <a:lnTo>
                  <a:pt x="63741" y="28308"/>
                </a:lnTo>
                <a:lnTo>
                  <a:pt x="77786" y="18516"/>
                </a:lnTo>
                <a:lnTo>
                  <a:pt x="94106" y="11430"/>
                </a:lnTo>
                <a:lnTo>
                  <a:pt x="90043"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74" name="Google Shape;3474;p144"/>
          <p:cNvSpPr/>
          <p:nvPr/>
        </p:nvSpPr>
        <p:spPr>
          <a:xfrm>
            <a:off x="3589909" y="5105271"/>
            <a:ext cx="94615" cy="282575"/>
          </a:xfrm>
          <a:custGeom>
            <a:avLst/>
            <a:gdLst/>
            <a:ahLst/>
            <a:cxnLst/>
            <a:rect l="l" t="t" r="r" b="b"/>
            <a:pathLst>
              <a:path w="94614" h="282575" extrusionOk="0">
                <a:moveTo>
                  <a:pt x="90042" y="0"/>
                </a:moveTo>
                <a:lnTo>
                  <a:pt x="51638" y="18083"/>
                </a:lnTo>
                <a:lnTo>
                  <a:pt x="23240" y="49403"/>
                </a:lnTo>
                <a:lnTo>
                  <a:pt x="5802" y="91414"/>
                </a:lnTo>
                <a:lnTo>
                  <a:pt x="0" y="141224"/>
                </a:lnTo>
                <a:lnTo>
                  <a:pt x="1446" y="167170"/>
                </a:lnTo>
                <a:lnTo>
                  <a:pt x="13068" y="212991"/>
                </a:lnTo>
                <a:lnTo>
                  <a:pt x="36117" y="250228"/>
                </a:lnTo>
                <a:lnTo>
                  <a:pt x="69507" y="274942"/>
                </a:lnTo>
                <a:lnTo>
                  <a:pt x="90042" y="282321"/>
                </a:lnTo>
                <a:lnTo>
                  <a:pt x="93599" y="270764"/>
                </a:lnTo>
                <a:lnTo>
                  <a:pt x="77519" y="263664"/>
                </a:lnTo>
                <a:lnTo>
                  <a:pt x="63638" y="253784"/>
                </a:lnTo>
                <a:lnTo>
                  <a:pt x="35204" y="207530"/>
                </a:lnTo>
                <a:lnTo>
                  <a:pt x="26822" y="164592"/>
                </a:lnTo>
                <a:lnTo>
                  <a:pt x="25780" y="139700"/>
                </a:lnTo>
                <a:lnTo>
                  <a:pt x="26822" y="115633"/>
                </a:lnTo>
                <a:lnTo>
                  <a:pt x="35204" y="73863"/>
                </a:lnTo>
                <a:lnTo>
                  <a:pt x="63753" y="28308"/>
                </a:lnTo>
                <a:lnTo>
                  <a:pt x="77786" y="18516"/>
                </a:lnTo>
                <a:lnTo>
                  <a:pt x="94106" y="11430"/>
                </a:lnTo>
                <a:lnTo>
                  <a:pt x="9004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75" name="Google Shape;3475;p144"/>
          <p:cNvSpPr/>
          <p:nvPr/>
        </p:nvSpPr>
        <p:spPr>
          <a:xfrm>
            <a:off x="3866007" y="5105271"/>
            <a:ext cx="93980" cy="282575"/>
          </a:xfrm>
          <a:custGeom>
            <a:avLst/>
            <a:gdLst/>
            <a:ahLst/>
            <a:cxnLst/>
            <a:rect l="l" t="t" r="r" b="b"/>
            <a:pathLst>
              <a:path w="93979" h="282575" extrusionOk="0">
                <a:moveTo>
                  <a:pt x="3937" y="0"/>
                </a:moveTo>
                <a:lnTo>
                  <a:pt x="0" y="11430"/>
                </a:lnTo>
                <a:lnTo>
                  <a:pt x="16305" y="18516"/>
                </a:lnTo>
                <a:lnTo>
                  <a:pt x="30352" y="28308"/>
                </a:lnTo>
                <a:lnTo>
                  <a:pt x="58863" y="73863"/>
                </a:lnTo>
                <a:lnTo>
                  <a:pt x="67170" y="115633"/>
                </a:lnTo>
                <a:lnTo>
                  <a:pt x="68198" y="139700"/>
                </a:lnTo>
                <a:lnTo>
                  <a:pt x="67143" y="164592"/>
                </a:lnTo>
                <a:lnTo>
                  <a:pt x="58812" y="207530"/>
                </a:lnTo>
                <a:lnTo>
                  <a:pt x="30391" y="253784"/>
                </a:lnTo>
                <a:lnTo>
                  <a:pt x="380" y="270764"/>
                </a:lnTo>
                <a:lnTo>
                  <a:pt x="3937" y="282321"/>
                </a:lnTo>
                <a:lnTo>
                  <a:pt x="42429" y="264247"/>
                </a:lnTo>
                <a:lnTo>
                  <a:pt x="70738" y="232918"/>
                </a:lnTo>
                <a:lnTo>
                  <a:pt x="88163" y="191071"/>
                </a:lnTo>
                <a:lnTo>
                  <a:pt x="93979" y="141224"/>
                </a:lnTo>
                <a:lnTo>
                  <a:pt x="88163" y="91414"/>
                </a:lnTo>
                <a:lnTo>
                  <a:pt x="70738" y="49403"/>
                </a:lnTo>
                <a:lnTo>
                  <a:pt x="42329" y="18083"/>
                </a:lnTo>
                <a:lnTo>
                  <a:pt x="393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76" name="Google Shape;3476;p144"/>
          <p:cNvSpPr/>
          <p:nvPr/>
        </p:nvSpPr>
        <p:spPr>
          <a:xfrm>
            <a:off x="4282059" y="5105271"/>
            <a:ext cx="93980" cy="282575"/>
          </a:xfrm>
          <a:custGeom>
            <a:avLst/>
            <a:gdLst/>
            <a:ahLst/>
            <a:cxnLst/>
            <a:rect l="l" t="t" r="r" b="b"/>
            <a:pathLst>
              <a:path w="93979" h="282575" extrusionOk="0">
                <a:moveTo>
                  <a:pt x="3937" y="0"/>
                </a:moveTo>
                <a:lnTo>
                  <a:pt x="0" y="11430"/>
                </a:lnTo>
                <a:lnTo>
                  <a:pt x="16305" y="18516"/>
                </a:lnTo>
                <a:lnTo>
                  <a:pt x="30352" y="28308"/>
                </a:lnTo>
                <a:lnTo>
                  <a:pt x="58863" y="73863"/>
                </a:lnTo>
                <a:lnTo>
                  <a:pt x="67170" y="115633"/>
                </a:lnTo>
                <a:lnTo>
                  <a:pt x="68199" y="139700"/>
                </a:lnTo>
                <a:lnTo>
                  <a:pt x="67143" y="164592"/>
                </a:lnTo>
                <a:lnTo>
                  <a:pt x="58812" y="207530"/>
                </a:lnTo>
                <a:lnTo>
                  <a:pt x="30391" y="253784"/>
                </a:lnTo>
                <a:lnTo>
                  <a:pt x="380" y="270764"/>
                </a:lnTo>
                <a:lnTo>
                  <a:pt x="3937" y="282321"/>
                </a:lnTo>
                <a:lnTo>
                  <a:pt x="42429" y="264247"/>
                </a:lnTo>
                <a:lnTo>
                  <a:pt x="70738" y="232918"/>
                </a:lnTo>
                <a:lnTo>
                  <a:pt x="88163" y="191071"/>
                </a:lnTo>
                <a:lnTo>
                  <a:pt x="93979" y="141224"/>
                </a:lnTo>
                <a:lnTo>
                  <a:pt x="88163" y="91414"/>
                </a:lnTo>
                <a:lnTo>
                  <a:pt x="70738" y="49403"/>
                </a:lnTo>
                <a:lnTo>
                  <a:pt x="42329" y="18083"/>
                </a:lnTo>
                <a:lnTo>
                  <a:pt x="393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77" name="Google Shape;3477;p144"/>
          <p:cNvSpPr/>
          <p:nvPr/>
        </p:nvSpPr>
        <p:spPr>
          <a:xfrm>
            <a:off x="5721984" y="5105271"/>
            <a:ext cx="94615" cy="282575"/>
          </a:xfrm>
          <a:custGeom>
            <a:avLst/>
            <a:gdLst/>
            <a:ahLst/>
            <a:cxnLst/>
            <a:rect l="l" t="t" r="r" b="b"/>
            <a:pathLst>
              <a:path w="94614" h="282575" extrusionOk="0">
                <a:moveTo>
                  <a:pt x="90042" y="0"/>
                </a:moveTo>
                <a:lnTo>
                  <a:pt x="51638" y="18083"/>
                </a:lnTo>
                <a:lnTo>
                  <a:pt x="23240" y="49403"/>
                </a:lnTo>
                <a:lnTo>
                  <a:pt x="5802" y="91414"/>
                </a:lnTo>
                <a:lnTo>
                  <a:pt x="0" y="141224"/>
                </a:lnTo>
                <a:lnTo>
                  <a:pt x="1446" y="167170"/>
                </a:lnTo>
                <a:lnTo>
                  <a:pt x="13068" y="212991"/>
                </a:lnTo>
                <a:lnTo>
                  <a:pt x="36117" y="250228"/>
                </a:lnTo>
                <a:lnTo>
                  <a:pt x="69507" y="274942"/>
                </a:lnTo>
                <a:lnTo>
                  <a:pt x="90042" y="282321"/>
                </a:lnTo>
                <a:lnTo>
                  <a:pt x="93599" y="270764"/>
                </a:lnTo>
                <a:lnTo>
                  <a:pt x="77519" y="263664"/>
                </a:lnTo>
                <a:lnTo>
                  <a:pt x="63638" y="253784"/>
                </a:lnTo>
                <a:lnTo>
                  <a:pt x="35204" y="207530"/>
                </a:lnTo>
                <a:lnTo>
                  <a:pt x="26822" y="164592"/>
                </a:lnTo>
                <a:lnTo>
                  <a:pt x="25780" y="139700"/>
                </a:lnTo>
                <a:lnTo>
                  <a:pt x="26822" y="115633"/>
                </a:lnTo>
                <a:lnTo>
                  <a:pt x="35204" y="73863"/>
                </a:lnTo>
                <a:lnTo>
                  <a:pt x="63753" y="28308"/>
                </a:lnTo>
                <a:lnTo>
                  <a:pt x="77786" y="18516"/>
                </a:lnTo>
                <a:lnTo>
                  <a:pt x="94106" y="11430"/>
                </a:lnTo>
                <a:lnTo>
                  <a:pt x="9004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78" name="Google Shape;3478;p144"/>
          <p:cNvSpPr/>
          <p:nvPr/>
        </p:nvSpPr>
        <p:spPr>
          <a:xfrm>
            <a:off x="6100698" y="5107303"/>
            <a:ext cx="23495" cy="277495"/>
          </a:xfrm>
          <a:custGeom>
            <a:avLst/>
            <a:gdLst/>
            <a:ahLst/>
            <a:cxnLst/>
            <a:rect l="l" t="t" r="r" b="b"/>
            <a:pathLst>
              <a:path w="23495" h="277495" extrusionOk="0">
                <a:moveTo>
                  <a:pt x="22987" y="0"/>
                </a:moveTo>
                <a:lnTo>
                  <a:pt x="0" y="0"/>
                </a:lnTo>
                <a:lnTo>
                  <a:pt x="0" y="276987"/>
                </a:lnTo>
                <a:lnTo>
                  <a:pt x="22987" y="276987"/>
                </a:lnTo>
                <a:lnTo>
                  <a:pt x="2298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79" name="Google Shape;3479;p144"/>
          <p:cNvSpPr/>
          <p:nvPr/>
        </p:nvSpPr>
        <p:spPr>
          <a:xfrm>
            <a:off x="6584568" y="5105271"/>
            <a:ext cx="94615" cy="282575"/>
          </a:xfrm>
          <a:custGeom>
            <a:avLst/>
            <a:gdLst/>
            <a:ahLst/>
            <a:cxnLst/>
            <a:rect l="l" t="t" r="r" b="b"/>
            <a:pathLst>
              <a:path w="94615" h="282575" extrusionOk="0">
                <a:moveTo>
                  <a:pt x="90042" y="0"/>
                </a:moveTo>
                <a:lnTo>
                  <a:pt x="51638" y="18083"/>
                </a:lnTo>
                <a:lnTo>
                  <a:pt x="23228" y="49403"/>
                </a:lnTo>
                <a:lnTo>
                  <a:pt x="5803" y="91414"/>
                </a:lnTo>
                <a:lnTo>
                  <a:pt x="0" y="141224"/>
                </a:lnTo>
                <a:lnTo>
                  <a:pt x="1447" y="167170"/>
                </a:lnTo>
                <a:lnTo>
                  <a:pt x="13068" y="212991"/>
                </a:lnTo>
                <a:lnTo>
                  <a:pt x="36118" y="250228"/>
                </a:lnTo>
                <a:lnTo>
                  <a:pt x="69507" y="274942"/>
                </a:lnTo>
                <a:lnTo>
                  <a:pt x="90042" y="282321"/>
                </a:lnTo>
                <a:lnTo>
                  <a:pt x="93599" y="270764"/>
                </a:lnTo>
                <a:lnTo>
                  <a:pt x="77520" y="263664"/>
                </a:lnTo>
                <a:lnTo>
                  <a:pt x="63639" y="253784"/>
                </a:lnTo>
                <a:lnTo>
                  <a:pt x="35204" y="207530"/>
                </a:lnTo>
                <a:lnTo>
                  <a:pt x="26822" y="164592"/>
                </a:lnTo>
                <a:lnTo>
                  <a:pt x="25780" y="139700"/>
                </a:lnTo>
                <a:lnTo>
                  <a:pt x="26822" y="115633"/>
                </a:lnTo>
                <a:lnTo>
                  <a:pt x="35204" y="73863"/>
                </a:lnTo>
                <a:lnTo>
                  <a:pt x="63753" y="28308"/>
                </a:lnTo>
                <a:lnTo>
                  <a:pt x="77787" y="18516"/>
                </a:lnTo>
                <a:lnTo>
                  <a:pt x="94106" y="11430"/>
                </a:lnTo>
                <a:lnTo>
                  <a:pt x="9004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80" name="Google Shape;3480;p144"/>
          <p:cNvSpPr/>
          <p:nvPr/>
        </p:nvSpPr>
        <p:spPr>
          <a:xfrm>
            <a:off x="6860667" y="5105272"/>
            <a:ext cx="220979" cy="282575"/>
          </a:xfrm>
          <a:custGeom>
            <a:avLst/>
            <a:gdLst/>
            <a:ahLst/>
            <a:cxnLst/>
            <a:rect l="l" t="t" r="r" b="b"/>
            <a:pathLst>
              <a:path w="220979" h="282575" extrusionOk="0">
                <a:moveTo>
                  <a:pt x="93980" y="141224"/>
                </a:moveTo>
                <a:lnTo>
                  <a:pt x="88163" y="91414"/>
                </a:lnTo>
                <a:lnTo>
                  <a:pt x="70739" y="49403"/>
                </a:lnTo>
                <a:lnTo>
                  <a:pt x="42329" y="18084"/>
                </a:lnTo>
                <a:lnTo>
                  <a:pt x="3937" y="0"/>
                </a:lnTo>
                <a:lnTo>
                  <a:pt x="0" y="11430"/>
                </a:lnTo>
                <a:lnTo>
                  <a:pt x="16306" y="18516"/>
                </a:lnTo>
                <a:lnTo>
                  <a:pt x="30340" y="28308"/>
                </a:lnTo>
                <a:lnTo>
                  <a:pt x="58864" y="73863"/>
                </a:lnTo>
                <a:lnTo>
                  <a:pt x="67170" y="115633"/>
                </a:lnTo>
                <a:lnTo>
                  <a:pt x="68199" y="139700"/>
                </a:lnTo>
                <a:lnTo>
                  <a:pt x="67144" y="164592"/>
                </a:lnTo>
                <a:lnTo>
                  <a:pt x="58813" y="207530"/>
                </a:lnTo>
                <a:lnTo>
                  <a:pt x="30391" y="253784"/>
                </a:lnTo>
                <a:lnTo>
                  <a:pt x="381" y="270764"/>
                </a:lnTo>
                <a:lnTo>
                  <a:pt x="3937" y="282321"/>
                </a:lnTo>
                <a:lnTo>
                  <a:pt x="42430" y="264248"/>
                </a:lnTo>
                <a:lnTo>
                  <a:pt x="70739" y="232918"/>
                </a:lnTo>
                <a:lnTo>
                  <a:pt x="88163" y="191071"/>
                </a:lnTo>
                <a:lnTo>
                  <a:pt x="92519" y="167170"/>
                </a:lnTo>
                <a:lnTo>
                  <a:pt x="93980" y="141224"/>
                </a:lnTo>
                <a:close/>
              </a:path>
              <a:path w="220979" h="282575" extrusionOk="0">
                <a:moveTo>
                  <a:pt x="220472" y="141224"/>
                </a:moveTo>
                <a:lnTo>
                  <a:pt x="214655" y="91414"/>
                </a:lnTo>
                <a:lnTo>
                  <a:pt x="197231" y="49403"/>
                </a:lnTo>
                <a:lnTo>
                  <a:pt x="168821" y="18084"/>
                </a:lnTo>
                <a:lnTo>
                  <a:pt x="130429" y="0"/>
                </a:lnTo>
                <a:lnTo>
                  <a:pt x="126492" y="11430"/>
                </a:lnTo>
                <a:lnTo>
                  <a:pt x="142798" y="18516"/>
                </a:lnTo>
                <a:lnTo>
                  <a:pt x="156845" y="28308"/>
                </a:lnTo>
                <a:lnTo>
                  <a:pt x="185356" y="73863"/>
                </a:lnTo>
                <a:lnTo>
                  <a:pt x="193662" y="115633"/>
                </a:lnTo>
                <a:lnTo>
                  <a:pt x="194691" y="139700"/>
                </a:lnTo>
                <a:lnTo>
                  <a:pt x="193636" y="164592"/>
                </a:lnTo>
                <a:lnTo>
                  <a:pt x="185305" y="207530"/>
                </a:lnTo>
                <a:lnTo>
                  <a:pt x="156883" y="253784"/>
                </a:lnTo>
                <a:lnTo>
                  <a:pt x="126873" y="270764"/>
                </a:lnTo>
                <a:lnTo>
                  <a:pt x="130429" y="282321"/>
                </a:lnTo>
                <a:lnTo>
                  <a:pt x="168922" y="264248"/>
                </a:lnTo>
                <a:lnTo>
                  <a:pt x="197231" y="232918"/>
                </a:lnTo>
                <a:lnTo>
                  <a:pt x="214655" y="191071"/>
                </a:lnTo>
                <a:lnTo>
                  <a:pt x="219011" y="167170"/>
                </a:lnTo>
                <a:lnTo>
                  <a:pt x="220472" y="141224"/>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81" name="Google Shape;3481;p144"/>
          <p:cNvSpPr/>
          <p:nvPr/>
        </p:nvSpPr>
        <p:spPr>
          <a:xfrm>
            <a:off x="5793866" y="5490845"/>
            <a:ext cx="93980" cy="282575"/>
          </a:xfrm>
          <a:custGeom>
            <a:avLst/>
            <a:gdLst/>
            <a:ahLst/>
            <a:cxnLst/>
            <a:rect l="l" t="t" r="r" b="b"/>
            <a:pathLst>
              <a:path w="93979" h="282575" extrusionOk="0">
                <a:moveTo>
                  <a:pt x="3937" y="0"/>
                </a:moveTo>
                <a:lnTo>
                  <a:pt x="0" y="11428"/>
                </a:lnTo>
                <a:lnTo>
                  <a:pt x="16308" y="18503"/>
                </a:lnTo>
                <a:lnTo>
                  <a:pt x="30353" y="28304"/>
                </a:lnTo>
                <a:lnTo>
                  <a:pt x="58877" y="73851"/>
                </a:lnTo>
                <a:lnTo>
                  <a:pt x="67171" y="115623"/>
                </a:lnTo>
                <a:lnTo>
                  <a:pt x="68199" y="139698"/>
                </a:lnTo>
                <a:lnTo>
                  <a:pt x="67153" y="164604"/>
                </a:lnTo>
                <a:lnTo>
                  <a:pt x="58822" y="207543"/>
                </a:lnTo>
                <a:lnTo>
                  <a:pt x="30399" y="253784"/>
                </a:lnTo>
                <a:lnTo>
                  <a:pt x="381" y="270827"/>
                </a:lnTo>
                <a:lnTo>
                  <a:pt x="3937" y="282281"/>
                </a:lnTo>
                <a:lnTo>
                  <a:pt x="42433" y="264213"/>
                </a:lnTo>
                <a:lnTo>
                  <a:pt x="70738" y="232943"/>
                </a:lnTo>
                <a:lnTo>
                  <a:pt x="88169" y="191071"/>
                </a:lnTo>
                <a:lnTo>
                  <a:pt x="93980" y="141198"/>
                </a:lnTo>
                <a:lnTo>
                  <a:pt x="92527" y="115313"/>
                </a:lnTo>
                <a:lnTo>
                  <a:pt x="80906" y="69423"/>
                </a:lnTo>
                <a:lnTo>
                  <a:pt x="57783" y="32092"/>
                </a:lnTo>
                <a:lnTo>
                  <a:pt x="24394" y="7378"/>
                </a:lnTo>
                <a:lnTo>
                  <a:pt x="393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82" name="Google Shape;3482;p144"/>
          <p:cNvSpPr/>
          <p:nvPr/>
        </p:nvSpPr>
        <p:spPr>
          <a:xfrm>
            <a:off x="5517769" y="5490845"/>
            <a:ext cx="94615" cy="282575"/>
          </a:xfrm>
          <a:custGeom>
            <a:avLst/>
            <a:gdLst/>
            <a:ahLst/>
            <a:cxnLst/>
            <a:rect l="l" t="t" r="r" b="b"/>
            <a:pathLst>
              <a:path w="94614" h="282575" extrusionOk="0">
                <a:moveTo>
                  <a:pt x="90041" y="0"/>
                </a:moveTo>
                <a:lnTo>
                  <a:pt x="51640" y="18080"/>
                </a:lnTo>
                <a:lnTo>
                  <a:pt x="23239" y="49401"/>
                </a:lnTo>
                <a:lnTo>
                  <a:pt x="5810" y="91390"/>
                </a:lnTo>
                <a:lnTo>
                  <a:pt x="0" y="141198"/>
                </a:lnTo>
                <a:lnTo>
                  <a:pt x="1451" y="167134"/>
                </a:lnTo>
                <a:lnTo>
                  <a:pt x="13073" y="213006"/>
                </a:lnTo>
                <a:lnTo>
                  <a:pt x="36125" y="250228"/>
                </a:lnTo>
                <a:lnTo>
                  <a:pt x="69513" y="274897"/>
                </a:lnTo>
                <a:lnTo>
                  <a:pt x="90041" y="282281"/>
                </a:lnTo>
                <a:lnTo>
                  <a:pt x="93597" y="270827"/>
                </a:lnTo>
                <a:lnTo>
                  <a:pt x="77530" y="263700"/>
                </a:lnTo>
                <a:lnTo>
                  <a:pt x="63642" y="253784"/>
                </a:lnTo>
                <a:lnTo>
                  <a:pt x="35209" y="207543"/>
                </a:lnTo>
                <a:lnTo>
                  <a:pt x="26827" y="164604"/>
                </a:lnTo>
                <a:lnTo>
                  <a:pt x="25779" y="139698"/>
                </a:lnTo>
                <a:lnTo>
                  <a:pt x="26827" y="115623"/>
                </a:lnTo>
                <a:lnTo>
                  <a:pt x="35209" y="73851"/>
                </a:lnTo>
                <a:lnTo>
                  <a:pt x="63752" y="28304"/>
                </a:lnTo>
                <a:lnTo>
                  <a:pt x="94105" y="11428"/>
                </a:lnTo>
                <a:lnTo>
                  <a:pt x="90041"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83" name="Google Shape;3483;p144"/>
          <p:cNvSpPr/>
          <p:nvPr/>
        </p:nvSpPr>
        <p:spPr>
          <a:xfrm>
            <a:off x="7115176" y="5490845"/>
            <a:ext cx="93980" cy="282575"/>
          </a:xfrm>
          <a:custGeom>
            <a:avLst/>
            <a:gdLst/>
            <a:ahLst/>
            <a:cxnLst/>
            <a:rect l="l" t="t" r="r" b="b"/>
            <a:pathLst>
              <a:path w="93979" h="282575" extrusionOk="0">
                <a:moveTo>
                  <a:pt x="3935" y="0"/>
                </a:moveTo>
                <a:lnTo>
                  <a:pt x="0" y="11428"/>
                </a:lnTo>
                <a:lnTo>
                  <a:pt x="16306" y="18503"/>
                </a:lnTo>
                <a:lnTo>
                  <a:pt x="30352" y="28304"/>
                </a:lnTo>
                <a:lnTo>
                  <a:pt x="58875" y="73851"/>
                </a:lnTo>
                <a:lnTo>
                  <a:pt x="67170" y="115623"/>
                </a:lnTo>
                <a:lnTo>
                  <a:pt x="68199" y="139698"/>
                </a:lnTo>
                <a:lnTo>
                  <a:pt x="67152" y="164604"/>
                </a:lnTo>
                <a:lnTo>
                  <a:pt x="58821" y="207543"/>
                </a:lnTo>
                <a:lnTo>
                  <a:pt x="30399" y="253784"/>
                </a:lnTo>
                <a:lnTo>
                  <a:pt x="379" y="270827"/>
                </a:lnTo>
                <a:lnTo>
                  <a:pt x="3935" y="282281"/>
                </a:lnTo>
                <a:lnTo>
                  <a:pt x="42433" y="264213"/>
                </a:lnTo>
                <a:lnTo>
                  <a:pt x="70739" y="232943"/>
                </a:lnTo>
                <a:lnTo>
                  <a:pt x="88168" y="191071"/>
                </a:lnTo>
                <a:lnTo>
                  <a:pt x="93978" y="141198"/>
                </a:lnTo>
                <a:lnTo>
                  <a:pt x="92527" y="115313"/>
                </a:lnTo>
                <a:lnTo>
                  <a:pt x="80905" y="69423"/>
                </a:lnTo>
                <a:lnTo>
                  <a:pt x="57782" y="32092"/>
                </a:lnTo>
                <a:lnTo>
                  <a:pt x="24392" y="7378"/>
                </a:lnTo>
                <a:lnTo>
                  <a:pt x="3935"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84" name="Google Shape;3484;p144"/>
          <p:cNvSpPr/>
          <p:nvPr/>
        </p:nvSpPr>
        <p:spPr>
          <a:xfrm>
            <a:off x="6304153" y="5490845"/>
            <a:ext cx="94615" cy="282575"/>
          </a:xfrm>
          <a:custGeom>
            <a:avLst/>
            <a:gdLst/>
            <a:ahLst/>
            <a:cxnLst/>
            <a:rect l="l" t="t" r="r" b="b"/>
            <a:pathLst>
              <a:path w="94614" h="282575" extrusionOk="0">
                <a:moveTo>
                  <a:pt x="90043" y="0"/>
                </a:moveTo>
                <a:lnTo>
                  <a:pt x="51640" y="18080"/>
                </a:lnTo>
                <a:lnTo>
                  <a:pt x="23241" y="49401"/>
                </a:lnTo>
                <a:lnTo>
                  <a:pt x="5810" y="91390"/>
                </a:lnTo>
                <a:lnTo>
                  <a:pt x="0" y="141198"/>
                </a:lnTo>
                <a:lnTo>
                  <a:pt x="1451" y="167134"/>
                </a:lnTo>
                <a:lnTo>
                  <a:pt x="13073" y="213006"/>
                </a:lnTo>
                <a:lnTo>
                  <a:pt x="36125" y="250228"/>
                </a:lnTo>
                <a:lnTo>
                  <a:pt x="69514" y="274897"/>
                </a:lnTo>
                <a:lnTo>
                  <a:pt x="90043" y="282281"/>
                </a:lnTo>
                <a:lnTo>
                  <a:pt x="93599" y="270827"/>
                </a:lnTo>
                <a:lnTo>
                  <a:pt x="77530" y="263700"/>
                </a:lnTo>
                <a:lnTo>
                  <a:pt x="63642" y="253784"/>
                </a:lnTo>
                <a:lnTo>
                  <a:pt x="35210" y="207543"/>
                </a:lnTo>
                <a:lnTo>
                  <a:pt x="26828" y="164604"/>
                </a:lnTo>
                <a:lnTo>
                  <a:pt x="25781" y="139698"/>
                </a:lnTo>
                <a:lnTo>
                  <a:pt x="26828" y="115623"/>
                </a:lnTo>
                <a:lnTo>
                  <a:pt x="35210" y="73851"/>
                </a:lnTo>
                <a:lnTo>
                  <a:pt x="63754" y="28304"/>
                </a:lnTo>
                <a:lnTo>
                  <a:pt x="94107" y="11428"/>
                </a:lnTo>
                <a:lnTo>
                  <a:pt x="90043"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85" name="Google Shape;3485;p144"/>
          <p:cNvSpPr/>
          <p:nvPr/>
        </p:nvSpPr>
        <p:spPr>
          <a:xfrm>
            <a:off x="7709281" y="5446901"/>
            <a:ext cx="100965" cy="368300"/>
          </a:xfrm>
          <a:custGeom>
            <a:avLst/>
            <a:gdLst/>
            <a:ahLst/>
            <a:cxnLst/>
            <a:rect l="l" t="t" r="r" b="b"/>
            <a:pathLst>
              <a:path w="100965" h="368300" extrusionOk="0">
                <a:moveTo>
                  <a:pt x="96774" y="0"/>
                </a:moveTo>
                <a:lnTo>
                  <a:pt x="55625" y="21907"/>
                </a:lnTo>
                <a:lnTo>
                  <a:pt x="25146" y="63245"/>
                </a:lnTo>
                <a:lnTo>
                  <a:pt x="6286" y="118986"/>
                </a:lnTo>
                <a:lnTo>
                  <a:pt x="0" y="184086"/>
                </a:lnTo>
                <a:lnTo>
                  <a:pt x="1562" y="217817"/>
                </a:lnTo>
                <a:lnTo>
                  <a:pt x="14135" y="278244"/>
                </a:lnTo>
                <a:lnTo>
                  <a:pt x="39052" y="328028"/>
                </a:lnTo>
                <a:lnTo>
                  <a:pt x="74866" y="359663"/>
                </a:lnTo>
                <a:lnTo>
                  <a:pt x="96774" y="368185"/>
                </a:lnTo>
                <a:lnTo>
                  <a:pt x="100457" y="355980"/>
                </a:lnTo>
                <a:lnTo>
                  <a:pt x="83540" y="347217"/>
                </a:lnTo>
                <a:lnTo>
                  <a:pt x="68808" y="334467"/>
                </a:lnTo>
                <a:lnTo>
                  <a:pt x="45847" y="296964"/>
                </a:lnTo>
                <a:lnTo>
                  <a:pt x="32016" y="246062"/>
                </a:lnTo>
                <a:lnTo>
                  <a:pt x="27432" y="184086"/>
                </a:lnTo>
                <a:lnTo>
                  <a:pt x="28575" y="151904"/>
                </a:lnTo>
                <a:lnTo>
                  <a:pt x="37768" y="95402"/>
                </a:lnTo>
                <a:lnTo>
                  <a:pt x="56248" y="50482"/>
                </a:lnTo>
                <a:lnTo>
                  <a:pt x="83540" y="20954"/>
                </a:lnTo>
                <a:lnTo>
                  <a:pt x="100457" y="12191"/>
                </a:lnTo>
                <a:lnTo>
                  <a:pt x="9677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86" name="Google Shape;3486;p144"/>
          <p:cNvSpPr/>
          <p:nvPr/>
        </p:nvSpPr>
        <p:spPr>
          <a:xfrm>
            <a:off x="8707502" y="5490843"/>
            <a:ext cx="94615" cy="282575"/>
          </a:xfrm>
          <a:custGeom>
            <a:avLst/>
            <a:gdLst/>
            <a:ahLst/>
            <a:cxnLst/>
            <a:rect l="l" t="t" r="r" b="b"/>
            <a:pathLst>
              <a:path w="94615" h="282575" extrusionOk="0">
                <a:moveTo>
                  <a:pt x="90043" y="0"/>
                </a:moveTo>
                <a:lnTo>
                  <a:pt x="51636" y="18084"/>
                </a:lnTo>
                <a:lnTo>
                  <a:pt x="23241" y="49402"/>
                </a:lnTo>
                <a:lnTo>
                  <a:pt x="5802" y="91401"/>
                </a:lnTo>
                <a:lnTo>
                  <a:pt x="0" y="141198"/>
                </a:lnTo>
                <a:lnTo>
                  <a:pt x="1446" y="167144"/>
                </a:lnTo>
                <a:lnTo>
                  <a:pt x="13067" y="213017"/>
                </a:lnTo>
                <a:lnTo>
                  <a:pt x="36117" y="250240"/>
                </a:lnTo>
                <a:lnTo>
                  <a:pt x="69507" y="274904"/>
                </a:lnTo>
                <a:lnTo>
                  <a:pt x="90043" y="282282"/>
                </a:lnTo>
                <a:lnTo>
                  <a:pt x="93599" y="270827"/>
                </a:lnTo>
                <a:lnTo>
                  <a:pt x="77519" y="263702"/>
                </a:lnTo>
                <a:lnTo>
                  <a:pt x="63638" y="253784"/>
                </a:lnTo>
                <a:lnTo>
                  <a:pt x="35203" y="207556"/>
                </a:lnTo>
                <a:lnTo>
                  <a:pt x="26821" y="164617"/>
                </a:lnTo>
                <a:lnTo>
                  <a:pt x="25781" y="139700"/>
                </a:lnTo>
                <a:lnTo>
                  <a:pt x="26821" y="115633"/>
                </a:lnTo>
                <a:lnTo>
                  <a:pt x="35203" y="73863"/>
                </a:lnTo>
                <a:lnTo>
                  <a:pt x="63753" y="28308"/>
                </a:lnTo>
                <a:lnTo>
                  <a:pt x="77786" y="18516"/>
                </a:lnTo>
                <a:lnTo>
                  <a:pt x="94107" y="11430"/>
                </a:lnTo>
                <a:lnTo>
                  <a:pt x="90043"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87" name="Google Shape;3487;p144"/>
          <p:cNvSpPr/>
          <p:nvPr/>
        </p:nvSpPr>
        <p:spPr>
          <a:xfrm>
            <a:off x="8983599" y="5446902"/>
            <a:ext cx="231140" cy="368300"/>
          </a:xfrm>
          <a:custGeom>
            <a:avLst/>
            <a:gdLst/>
            <a:ahLst/>
            <a:cxnLst/>
            <a:rect l="l" t="t" r="r" b="b"/>
            <a:pathLst>
              <a:path w="231140" h="368300" extrusionOk="0">
                <a:moveTo>
                  <a:pt x="93980" y="185140"/>
                </a:moveTo>
                <a:lnTo>
                  <a:pt x="88163" y="135343"/>
                </a:lnTo>
                <a:lnTo>
                  <a:pt x="70739" y="93345"/>
                </a:lnTo>
                <a:lnTo>
                  <a:pt x="42329" y="62026"/>
                </a:lnTo>
                <a:lnTo>
                  <a:pt x="3937" y="43942"/>
                </a:lnTo>
                <a:lnTo>
                  <a:pt x="0" y="55372"/>
                </a:lnTo>
                <a:lnTo>
                  <a:pt x="16306" y="62458"/>
                </a:lnTo>
                <a:lnTo>
                  <a:pt x="30353" y="72250"/>
                </a:lnTo>
                <a:lnTo>
                  <a:pt x="58864" y="117805"/>
                </a:lnTo>
                <a:lnTo>
                  <a:pt x="67170" y="159575"/>
                </a:lnTo>
                <a:lnTo>
                  <a:pt x="68199" y="183642"/>
                </a:lnTo>
                <a:lnTo>
                  <a:pt x="67144" y="208559"/>
                </a:lnTo>
                <a:lnTo>
                  <a:pt x="58813" y="251498"/>
                </a:lnTo>
                <a:lnTo>
                  <a:pt x="30391" y="297726"/>
                </a:lnTo>
                <a:lnTo>
                  <a:pt x="381" y="314769"/>
                </a:lnTo>
                <a:lnTo>
                  <a:pt x="3937" y="326224"/>
                </a:lnTo>
                <a:lnTo>
                  <a:pt x="42430" y="308165"/>
                </a:lnTo>
                <a:lnTo>
                  <a:pt x="70739" y="276885"/>
                </a:lnTo>
                <a:lnTo>
                  <a:pt x="88163" y="235013"/>
                </a:lnTo>
                <a:lnTo>
                  <a:pt x="92519" y="211086"/>
                </a:lnTo>
                <a:lnTo>
                  <a:pt x="93980" y="185140"/>
                </a:lnTo>
                <a:close/>
              </a:path>
              <a:path w="231140" h="368300" extrusionOk="0">
                <a:moveTo>
                  <a:pt x="230886" y="184086"/>
                </a:moveTo>
                <a:lnTo>
                  <a:pt x="224599" y="118986"/>
                </a:lnTo>
                <a:lnTo>
                  <a:pt x="205740" y="63246"/>
                </a:lnTo>
                <a:lnTo>
                  <a:pt x="175260" y="21907"/>
                </a:lnTo>
                <a:lnTo>
                  <a:pt x="134112" y="0"/>
                </a:lnTo>
                <a:lnTo>
                  <a:pt x="130429" y="12192"/>
                </a:lnTo>
                <a:lnTo>
                  <a:pt x="147332" y="20955"/>
                </a:lnTo>
                <a:lnTo>
                  <a:pt x="162064" y="33718"/>
                </a:lnTo>
                <a:lnTo>
                  <a:pt x="185039" y="71247"/>
                </a:lnTo>
                <a:lnTo>
                  <a:pt x="198920" y="122288"/>
                </a:lnTo>
                <a:lnTo>
                  <a:pt x="203581" y="184226"/>
                </a:lnTo>
                <a:lnTo>
                  <a:pt x="202412" y="216509"/>
                </a:lnTo>
                <a:lnTo>
                  <a:pt x="193128" y="272884"/>
                </a:lnTo>
                <a:lnTo>
                  <a:pt x="174625" y="317715"/>
                </a:lnTo>
                <a:lnTo>
                  <a:pt x="147332" y="347218"/>
                </a:lnTo>
                <a:lnTo>
                  <a:pt x="130429" y="355981"/>
                </a:lnTo>
                <a:lnTo>
                  <a:pt x="134112" y="368185"/>
                </a:lnTo>
                <a:lnTo>
                  <a:pt x="175260" y="346278"/>
                </a:lnTo>
                <a:lnTo>
                  <a:pt x="205740" y="304927"/>
                </a:lnTo>
                <a:lnTo>
                  <a:pt x="224599" y="249199"/>
                </a:lnTo>
                <a:lnTo>
                  <a:pt x="229311" y="217817"/>
                </a:lnTo>
                <a:lnTo>
                  <a:pt x="230886" y="184086"/>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88" name="Google Shape;3488;p144"/>
          <p:cNvSpPr txBox="1"/>
          <p:nvPr/>
        </p:nvSpPr>
        <p:spPr>
          <a:xfrm>
            <a:off x="650240" y="4272788"/>
            <a:ext cx="10611485" cy="1503680"/>
          </a:xfrm>
          <a:prstGeom prst="rect">
            <a:avLst/>
          </a:prstGeom>
          <a:noFill/>
          <a:ln>
            <a:noFill/>
          </a:ln>
        </p:spPr>
        <p:txBody>
          <a:bodyPr spcFirstLastPara="1" wrap="square" lIns="0" tIns="12700" rIns="0" bIns="0" anchor="t" anchorCtr="0">
            <a:spAutoFit/>
          </a:bodyPr>
          <a:lstStyle/>
          <a:p>
            <a:pPr marL="50800" marR="43180" lvl="0" indent="0" algn="l" rtl="0">
              <a:lnSpc>
                <a:spcPct val="100000"/>
              </a:lnSpc>
              <a:spcBef>
                <a:spcPts val="0"/>
              </a:spcBef>
              <a:spcAft>
                <a:spcPts val="0"/>
              </a:spcAft>
              <a:buNone/>
            </a:pPr>
            <a:r>
              <a:rPr lang="en-US" sz="2400">
                <a:latin typeface="Arial Narrow"/>
                <a:ea typeface="Arial Narrow"/>
                <a:cs typeface="Arial Narrow"/>
                <a:sym typeface="Arial Narrow"/>
              </a:rPr>
              <a:t>The loss function is just the negative log probability of the output (like in maximum likelihood estimation)</a:t>
            </a:r>
            <a:endParaRPr sz="2400">
              <a:latin typeface="Arial Narrow"/>
              <a:ea typeface="Arial Narrow"/>
              <a:cs typeface="Arial Narrow"/>
              <a:sym typeface="Arial Narrow"/>
            </a:endParaRPr>
          </a:p>
          <a:p>
            <a:pPr marL="2298700" lvl="0" indent="0" algn="l" rtl="0">
              <a:lnSpc>
                <a:spcPct val="103148"/>
              </a:lnSpc>
              <a:spcBef>
                <a:spcPts val="0"/>
              </a:spcBef>
              <a:spcAft>
                <a:spcPts val="0"/>
              </a:spcAft>
              <a:buNone/>
            </a:pPr>
            <a:r>
              <a:rPr lang="en-US" sz="2400">
                <a:latin typeface="Arial"/>
                <a:ea typeface="Arial"/>
                <a:cs typeface="Arial"/>
                <a:sym typeface="Arial"/>
              </a:rPr>
              <a:t>ℓ ℎ</a:t>
            </a:r>
            <a:r>
              <a:rPr lang="en-US" sz="2700" baseline="-25000">
                <a:latin typeface="Arial"/>
                <a:ea typeface="Arial"/>
                <a:cs typeface="Arial"/>
                <a:sym typeface="Arial"/>
              </a:rPr>
              <a:t>𝜃	</a:t>
            </a:r>
            <a:r>
              <a:rPr lang="en-US" sz="2400">
                <a:latin typeface="Arial"/>
                <a:ea typeface="Arial"/>
                <a:cs typeface="Arial"/>
                <a:sym typeface="Arial"/>
              </a:rPr>
              <a:t>𝑥	, 𝑦	= − log 𝑝	𝑦	ℎ</a:t>
            </a:r>
            <a:r>
              <a:rPr lang="en-US" sz="2700" baseline="-25000">
                <a:latin typeface="Arial"/>
                <a:ea typeface="Arial"/>
                <a:cs typeface="Arial"/>
                <a:sym typeface="Arial"/>
              </a:rPr>
              <a:t>𝜃	</a:t>
            </a:r>
            <a:r>
              <a:rPr lang="en-US" sz="2400">
                <a:latin typeface="Arial"/>
                <a:ea typeface="Arial"/>
                <a:cs typeface="Arial"/>
                <a:sym typeface="Arial"/>
              </a:rPr>
              <a:t>𝑥</a:t>
            </a:r>
            <a:endParaRPr sz="2400">
              <a:latin typeface="Arial"/>
              <a:ea typeface="Arial"/>
              <a:cs typeface="Arial"/>
              <a:sym typeface="Arial"/>
            </a:endParaRPr>
          </a:p>
          <a:p>
            <a:pPr marL="3301365" lvl="0" indent="0" algn="l" rtl="0">
              <a:lnSpc>
                <a:spcPct val="100000"/>
              </a:lnSpc>
              <a:spcBef>
                <a:spcPts val="215"/>
              </a:spcBef>
              <a:spcAft>
                <a:spcPts val="0"/>
              </a:spcAft>
              <a:buNone/>
            </a:pPr>
            <a:r>
              <a:rPr lang="en-US" sz="2400">
                <a:latin typeface="Arial"/>
                <a:ea typeface="Arial"/>
                <a:cs typeface="Arial"/>
                <a:sym typeface="Arial"/>
              </a:rPr>
              <a:t>= −𝑦 log ℎ</a:t>
            </a:r>
            <a:r>
              <a:rPr lang="en-US" sz="2700" baseline="-25000">
                <a:latin typeface="Arial"/>
                <a:ea typeface="Arial"/>
                <a:cs typeface="Arial"/>
                <a:sym typeface="Arial"/>
              </a:rPr>
              <a:t>𝜃	</a:t>
            </a:r>
            <a:r>
              <a:rPr lang="en-US" sz="2400">
                <a:latin typeface="Arial"/>
                <a:ea typeface="Arial"/>
                <a:cs typeface="Arial"/>
                <a:sym typeface="Arial"/>
              </a:rPr>
              <a:t>𝑥	−	1 − 𝑦	log	1 − ℎ</a:t>
            </a:r>
            <a:r>
              <a:rPr lang="en-US" sz="2700" baseline="-25000">
                <a:latin typeface="Arial"/>
                <a:ea typeface="Arial"/>
                <a:cs typeface="Arial"/>
                <a:sym typeface="Arial"/>
              </a:rPr>
              <a:t>𝜃	</a:t>
            </a:r>
            <a:r>
              <a:rPr lang="en-US" sz="2400">
                <a:latin typeface="Arial"/>
                <a:ea typeface="Arial"/>
                <a:cs typeface="Arial"/>
                <a:sym typeface="Arial"/>
              </a:rPr>
              <a:t>𝑥</a:t>
            </a:r>
            <a:endParaRPr sz="2400">
              <a:latin typeface="Arial"/>
              <a:ea typeface="Arial"/>
              <a:cs typeface="Arial"/>
              <a:sym typeface="Arial"/>
            </a:endParaRPr>
          </a:p>
        </p:txBody>
      </p:sp>
      <p:sp>
        <p:nvSpPr>
          <p:cNvPr id="3489" name="Google Shape;3489;p144"/>
          <p:cNvSpPr txBox="1">
            <a:spLocks noGrp="1"/>
          </p:cNvSpPr>
          <p:nvPr>
            <p:ph type="sldNum" idx="12"/>
          </p:nvPr>
        </p:nvSpPr>
        <p:spPr>
          <a:xfrm>
            <a:off x="11282426" y="6440594"/>
            <a:ext cx="250825" cy="200659"/>
          </a:xfrm>
          <a:prstGeom prst="rect">
            <a:avLst/>
          </a:prstGeom>
          <a:noFill/>
          <a:ln>
            <a:noFill/>
          </a:ln>
        </p:spPr>
        <p:txBody>
          <a:bodyPr spcFirstLastPara="1" wrap="square" lIns="0" tIns="2525" rIns="0" bIns="0" anchor="t" anchorCtr="0">
            <a:spAutoFit/>
          </a:bodyPr>
          <a:lstStyle/>
          <a:p>
            <a:pPr marL="38100" lvl="0" indent="0" algn="l" rtl="0">
              <a:lnSpc>
                <a:spcPct val="100000"/>
              </a:lnSpc>
              <a:spcBef>
                <a:spcPts val="0"/>
              </a:spcBef>
              <a:spcAft>
                <a:spcPts val="0"/>
              </a:spcAft>
              <a:buNone/>
            </a:pPr>
            <a:r>
              <a:rPr lang="en-US"/>
              <a:t>19</a:t>
            </a:r>
            <a:endParaRPr/>
          </a:p>
        </p:txBody>
      </p:sp>
    </p:spTree>
    <p:extLst>
      <p:ext uri="{BB962C8B-B14F-4D97-AF65-F5344CB8AC3E}">
        <p14:creationId xmlns:p14="http://schemas.microsoft.com/office/powerpoint/2010/main" val="15925766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493"/>
        <p:cNvGrpSpPr/>
        <p:nvPr/>
      </p:nvGrpSpPr>
      <p:grpSpPr>
        <a:xfrm>
          <a:off x="0" y="0"/>
          <a:ext cx="0" cy="0"/>
          <a:chOff x="0" y="0"/>
          <a:chExt cx="0" cy="0"/>
        </a:xfrm>
      </p:grpSpPr>
      <p:sp>
        <p:nvSpPr>
          <p:cNvPr id="3494" name="Google Shape;3494;p145" descr="$PPTXTitle"/>
          <p:cNvSpPr txBox="1">
            <a:spLocks noGrp="1"/>
          </p:cNvSpPr>
          <p:nvPr>
            <p:ph type="title"/>
          </p:nvPr>
        </p:nvSpPr>
        <p:spPr>
          <a:xfrm>
            <a:off x="707542" y="494791"/>
            <a:ext cx="11589715" cy="985519"/>
          </a:xfrm>
          <a:prstGeom prst="rect">
            <a:avLst/>
          </a:prstGeom>
          <a:noFill/>
          <a:ln>
            <a:noFill/>
          </a:ln>
        </p:spPr>
        <p:txBody>
          <a:bodyPr spcFirstLastPara="1" wrap="square" lIns="0" tIns="12700" rIns="0" bIns="0" anchor="t" anchorCtr="0">
            <a:spAutoFit/>
          </a:bodyPr>
          <a:lstStyle/>
          <a:p>
            <a:pPr marL="1783079" lvl="0" indent="0" algn="l" rtl="0">
              <a:lnSpc>
                <a:spcPct val="100000"/>
              </a:lnSpc>
              <a:spcBef>
                <a:spcPts val="0"/>
              </a:spcBef>
              <a:spcAft>
                <a:spcPts val="0"/>
              </a:spcAft>
              <a:buNone/>
            </a:pPr>
            <a:r>
              <a:rPr lang="en-US"/>
              <a:t>Decision trees as ML algorithms</a:t>
            </a:r>
            <a:endParaRPr/>
          </a:p>
        </p:txBody>
      </p:sp>
      <p:sp>
        <p:nvSpPr>
          <p:cNvPr id="3495" name="Google Shape;3495;p145"/>
          <p:cNvSpPr/>
          <p:nvPr/>
        </p:nvSpPr>
        <p:spPr>
          <a:xfrm>
            <a:off x="5908166" y="2802507"/>
            <a:ext cx="93980" cy="282575"/>
          </a:xfrm>
          <a:custGeom>
            <a:avLst/>
            <a:gdLst/>
            <a:ahLst/>
            <a:cxnLst/>
            <a:rect l="l" t="t" r="r" b="b"/>
            <a:pathLst>
              <a:path w="93979" h="282575" extrusionOk="0">
                <a:moveTo>
                  <a:pt x="3937" y="0"/>
                </a:moveTo>
                <a:lnTo>
                  <a:pt x="0" y="11428"/>
                </a:lnTo>
                <a:lnTo>
                  <a:pt x="16308" y="18503"/>
                </a:lnTo>
                <a:lnTo>
                  <a:pt x="30353" y="28305"/>
                </a:lnTo>
                <a:lnTo>
                  <a:pt x="58877" y="73851"/>
                </a:lnTo>
                <a:lnTo>
                  <a:pt x="67171" y="115623"/>
                </a:lnTo>
                <a:lnTo>
                  <a:pt x="68199" y="139700"/>
                </a:lnTo>
                <a:lnTo>
                  <a:pt x="67153" y="164580"/>
                </a:lnTo>
                <a:lnTo>
                  <a:pt x="58822" y="207529"/>
                </a:lnTo>
                <a:lnTo>
                  <a:pt x="30399" y="253777"/>
                </a:lnTo>
                <a:lnTo>
                  <a:pt x="381" y="270762"/>
                </a:lnTo>
                <a:lnTo>
                  <a:pt x="3937" y="282319"/>
                </a:lnTo>
                <a:lnTo>
                  <a:pt x="42433" y="264238"/>
                </a:lnTo>
                <a:lnTo>
                  <a:pt x="70738" y="232916"/>
                </a:lnTo>
                <a:lnTo>
                  <a:pt x="88169" y="191071"/>
                </a:lnTo>
                <a:lnTo>
                  <a:pt x="93980" y="141224"/>
                </a:lnTo>
                <a:lnTo>
                  <a:pt x="92527" y="115338"/>
                </a:lnTo>
                <a:lnTo>
                  <a:pt x="80906" y="69429"/>
                </a:lnTo>
                <a:lnTo>
                  <a:pt x="57783" y="32092"/>
                </a:lnTo>
                <a:lnTo>
                  <a:pt x="24394" y="7378"/>
                </a:lnTo>
                <a:lnTo>
                  <a:pt x="393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96" name="Google Shape;3496;p145"/>
          <p:cNvSpPr/>
          <p:nvPr/>
        </p:nvSpPr>
        <p:spPr>
          <a:xfrm>
            <a:off x="5632069" y="2802507"/>
            <a:ext cx="94615" cy="282575"/>
          </a:xfrm>
          <a:custGeom>
            <a:avLst/>
            <a:gdLst/>
            <a:ahLst/>
            <a:cxnLst/>
            <a:rect l="l" t="t" r="r" b="b"/>
            <a:pathLst>
              <a:path w="94614" h="282575" extrusionOk="0">
                <a:moveTo>
                  <a:pt x="90041" y="0"/>
                </a:moveTo>
                <a:lnTo>
                  <a:pt x="51640" y="18080"/>
                </a:lnTo>
                <a:lnTo>
                  <a:pt x="23239" y="49401"/>
                </a:lnTo>
                <a:lnTo>
                  <a:pt x="5810" y="91408"/>
                </a:lnTo>
                <a:lnTo>
                  <a:pt x="0" y="141224"/>
                </a:lnTo>
                <a:lnTo>
                  <a:pt x="1451" y="167158"/>
                </a:lnTo>
                <a:lnTo>
                  <a:pt x="13073" y="212982"/>
                </a:lnTo>
                <a:lnTo>
                  <a:pt x="36125" y="250226"/>
                </a:lnTo>
                <a:lnTo>
                  <a:pt x="69513" y="274941"/>
                </a:lnTo>
                <a:lnTo>
                  <a:pt x="90041" y="282319"/>
                </a:lnTo>
                <a:lnTo>
                  <a:pt x="93597" y="270762"/>
                </a:lnTo>
                <a:lnTo>
                  <a:pt x="77530" y="263663"/>
                </a:lnTo>
                <a:lnTo>
                  <a:pt x="63642" y="253777"/>
                </a:lnTo>
                <a:lnTo>
                  <a:pt x="35209" y="207529"/>
                </a:lnTo>
                <a:lnTo>
                  <a:pt x="26827" y="164580"/>
                </a:lnTo>
                <a:lnTo>
                  <a:pt x="25779" y="139700"/>
                </a:lnTo>
                <a:lnTo>
                  <a:pt x="26827" y="115623"/>
                </a:lnTo>
                <a:lnTo>
                  <a:pt x="35209" y="73851"/>
                </a:lnTo>
                <a:lnTo>
                  <a:pt x="63752" y="28305"/>
                </a:lnTo>
                <a:lnTo>
                  <a:pt x="94105" y="11428"/>
                </a:lnTo>
                <a:lnTo>
                  <a:pt x="90041"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97" name="Google Shape;3497;p145"/>
          <p:cNvSpPr/>
          <p:nvPr/>
        </p:nvSpPr>
        <p:spPr>
          <a:xfrm>
            <a:off x="4575936" y="3524883"/>
            <a:ext cx="94615" cy="282575"/>
          </a:xfrm>
          <a:custGeom>
            <a:avLst/>
            <a:gdLst/>
            <a:ahLst/>
            <a:cxnLst/>
            <a:rect l="l" t="t" r="r" b="b"/>
            <a:pathLst>
              <a:path w="94614" h="282575" extrusionOk="0">
                <a:moveTo>
                  <a:pt x="90042" y="0"/>
                </a:moveTo>
                <a:lnTo>
                  <a:pt x="51638" y="18084"/>
                </a:lnTo>
                <a:lnTo>
                  <a:pt x="23240" y="49403"/>
                </a:lnTo>
                <a:lnTo>
                  <a:pt x="5802" y="91414"/>
                </a:lnTo>
                <a:lnTo>
                  <a:pt x="0" y="141224"/>
                </a:lnTo>
                <a:lnTo>
                  <a:pt x="1446" y="167170"/>
                </a:lnTo>
                <a:lnTo>
                  <a:pt x="13068" y="212991"/>
                </a:lnTo>
                <a:lnTo>
                  <a:pt x="36117" y="250228"/>
                </a:lnTo>
                <a:lnTo>
                  <a:pt x="69507" y="274942"/>
                </a:lnTo>
                <a:lnTo>
                  <a:pt x="90042" y="282321"/>
                </a:lnTo>
                <a:lnTo>
                  <a:pt x="93599" y="270763"/>
                </a:lnTo>
                <a:lnTo>
                  <a:pt x="77519" y="263664"/>
                </a:lnTo>
                <a:lnTo>
                  <a:pt x="63638" y="253784"/>
                </a:lnTo>
                <a:lnTo>
                  <a:pt x="35204" y="207530"/>
                </a:lnTo>
                <a:lnTo>
                  <a:pt x="26822" y="164592"/>
                </a:lnTo>
                <a:lnTo>
                  <a:pt x="25780" y="139700"/>
                </a:lnTo>
                <a:lnTo>
                  <a:pt x="26822" y="115633"/>
                </a:lnTo>
                <a:lnTo>
                  <a:pt x="35204" y="73863"/>
                </a:lnTo>
                <a:lnTo>
                  <a:pt x="63753" y="28308"/>
                </a:lnTo>
                <a:lnTo>
                  <a:pt x="77786" y="18516"/>
                </a:lnTo>
                <a:lnTo>
                  <a:pt x="94107" y="11430"/>
                </a:lnTo>
                <a:lnTo>
                  <a:pt x="9004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98" name="Google Shape;3498;p145"/>
          <p:cNvSpPr/>
          <p:nvPr/>
        </p:nvSpPr>
        <p:spPr>
          <a:xfrm>
            <a:off x="5031613" y="3524883"/>
            <a:ext cx="94615" cy="282575"/>
          </a:xfrm>
          <a:custGeom>
            <a:avLst/>
            <a:gdLst/>
            <a:ahLst/>
            <a:cxnLst/>
            <a:rect l="l" t="t" r="r" b="b"/>
            <a:pathLst>
              <a:path w="94614" h="282575" extrusionOk="0">
                <a:moveTo>
                  <a:pt x="90042" y="0"/>
                </a:moveTo>
                <a:lnTo>
                  <a:pt x="51638" y="18084"/>
                </a:lnTo>
                <a:lnTo>
                  <a:pt x="23240" y="49403"/>
                </a:lnTo>
                <a:lnTo>
                  <a:pt x="5802" y="91414"/>
                </a:lnTo>
                <a:lnTo>
                  <a:pt x="0" y="141224"/>
                </a:lnTo>
                <a:lnTo>
                  <a:pt x="1446" y="167170"/>
                </a:lnTo>
                <a:lnTo>
                  <a:pt x="13068" y="212991"/>
                </a:lnTo>
                <a:lnTo>
                  <a:pt x="36118" y="250228"/>
                </a:lnTo>
                <a:lnTo>
                  <a:pt x="69507" y="274942"/>
                </a:lnTo>
                <a:lnTo>
                  <a:pt x="90042" y="282321"/>
                </a:lnTo>
                <a:lnTo>
                  <a:pt x="93599" y="270763"/>
                </a:lnTo>
                <a:lnTo>
                  <a:pt x="77520" y="263664"/>
                </a:lnTo>
                <a:lnTo>
                  <a:pt x="63639" y="253784"/>
                </a:lnTo>
                <a:lnTo>
                  <a:pt x="35204" y="207530"/>
                </a:lnTo>
                <a:lnTo>
                  <a:pt x="26822" y="164592"/>
                </a:lnTo>
                <a:lnTo>
                  <a:pt x="25781" y="139700"/>
                </a:lnTo>
                <a:lnTo>
                  <a:pt x="26822" y="115633"/>
                </a:lnTo>
                <a:lnTo>
                  <a:pt x="35204" y="73863"/>
                </a:lnTo>
                <a:lnTo>
                  <a:pt x="63753" y="28308"/>
                </a:lnTo>
                <a:lnTo>
                  <a:pt x="77787" y="18516"/>
                </a:lnTo>
                <a:lnTo>
                  <a:pt x="94107" y="11430"/>
                </a:lnTo>
                <a:lnTo>
                  <a:pt x="9004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499" name="Google Shape;3499;p145"/>
          <p:cNvSpPr/>
          <p:nvPr/>
        </p:nvSpPr>
        <p:spPr>
          <a:xfrm>
            <a:off x="5307710" y="3524883"/>
            <a:ext cx="93980" cy="282575"/>
          </a:xfrm>
          <a:custGeom>
            <a:avLst/>
            <a:gdLst/>
            <a:ahLst/>
            <a:cxnLst/>
            <a:rect l="l" t="t" r="r" b="b"/>
            <a:pathLst>
              <a:path w="93979" h="282575" extrusionOk="0">
                <a:moveTo>
                  <a:pt x="3937" y="0"/>
                </a:moveTo>
                <a:lnTo>
                  <a:pt x="0" y="11430"/>
                </a:lnTo>
                <a:lnTo>
                  <a:pt x="16306" y="18516"/>
                </a:lnTo>
                <a:lnTo>
                  <a:pt x="30352" y="28308"/>
                </a:lnTo>
                <a:lnTo>
                  <a:pt x="58864" y="73863"/>
                </a:lnTo>
                <a:lnTo>
                  <a:pt x="67170" y="115633"/>
                </a:lnTo>
                <a:lnTo>
                  <a:pt x="68199" y="139700"/>
                </a:lnTo>
                <a:lnTo>
                  <a:pt x="67144" y="164592"/>
                </a:lnTo>
                <a:lnTo>
                  <a:pt x="58813" y="207530"/>
                </a:lnTo>
                <a:lnTo>
                  <a:pt x="30391" y="253784"/>
                </a:lnTo>
                <a:lnTo>
                  <a:pt x="380" y="270763"/>
                </a:lnTo>
                <a:lnTo>
                  <a:pt x="3937" y="282321"/>
                </a:lnTo>
                <a:lnTo>
                  <a:pt x="42430" y="264247"/>
                </a:lnTo>
                <a:lnTo>
                  <a:pt x="70738" y="232918"/>
                </a:lnTo>
                <a:lnTo>
                  <a:pt x="88163" y="191071"/>
                </a:lnTo>
                <a:lnTo>
                  <a:pt x="93979" y="141224"/>
                </a:lnTo>
                <a:lnTo>
                  <a:pt x="88163" y="91414"/>
                </a:lnTo>
                <a:lnTo>
                  <a:pt x="70738" y="49403"/>
                </a:lnTo>
                <a:lnTo>
                  <a:pt x="42329" y="18084"/>
                </a:lnTo>
                <a:lnTo>
                  <a:pt x="393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500" name="Google Shape;3500;p145"/>
          <p:cNvSpPr/>
          <p:nvPr/>
        </p:nvSpPr>
        <p:spPr>
          <a:xfrm>
            <a:off x="5722239" y="3524883"/>
            <a:ext cx="93980" cy="282575"/>
          </a:xfrm>
          <a:custGeom>
            <a:avLst/>
            <a:gdLst/>
            <a:ahLst/>
            <a:cxnLst/>
            <a:rect l="l" t="t" r="r" b="b"/>
            <a:pathLst>
              <a:path w="93979" h="282575" extrusionOk="0">
                <a:moveTo>
                  <a:pt x="3937" y="0"/>
                </a:moveTo>
                <a:lnTo>
                  <a:pt x="0" y="11430"/>
                </a:lnTo>
                <a:lnTo>
                  <a:pt x="16306" y="18516"/>
                </a:lnTo>
                <a:lnTo>
                  <a:pt x="30354" y="28308"/>
                </a:lnTo>
                <a:lnTo>
                  <a:pt x="58864" y="73863"/>
                </a:lnTo>
                <a:lnTo>
                  <a:pt x="67170" y="115633"/>
                </a:lnTo>
                <a:lnTo>
                  <a:pt x="68200" y="139700"/>
                </a:lnTo>
                <a:lnTo>
                  <a:pt x="67144" y="164592"/>
                </a:lnTo>
                <a:lnTo>
                  <a:pt x="58813" y="207530"/>
                </a:lnTo>
                <a:lnTo>
                  <a:pt x="30392" y="253784"/>
                </a:lnTo>
                <a:lnTo>
                  <a:pt x="381" y="270763"/>
                </a:lnTo>
                <a:lnTo>
                  <a:pt x="3937" y="282321"/>
                </a:lnTo>
                <a:lnTo>
                  <a:pt x="42430" y="264247"/>
                </a:lnTo>
                <a:lnTo>
                  <a:pt x="70740" y="232918"/>
                </a:lnTo>
                <a:lnTo>
                  <a:pt x="88163" y="191071"/>
                </a:lnTo>
                <a:lnTo>
                  <a:pt x="93981" y="141224"/>
                </a:lnTo>
                <a:lnTo>
                  <a:pt x="88163" y="91414"/>
                </a:lnTo>
                <a:lnTo>
                  <a:pt x="70740" y="49403"/>
                </a:lnTo>
                <a:lnTo>
                  <a:pt x="42330" y="18084"/>
                </a:lnTo>
                <a:lnTo>
                  <a:pt x="393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501" name="Google Shape;3501;p145"/>
          <p:cNvSpPr txBox="1"/>
          <p:nvPr/>
        </p:nvSpPr>
        <p:spPr>
          <a:xfrm>
            <a:off x="637540" y="1611883"/>
            <a:ext cx="9996805" cy="2207895"/>
          </a:xfrm>
          <a:prstGeom prst="rect">
            <a:avLst/>
          </a:prstGeom>
          <a:noFill/>
          <a:ln>
            <a:noFill/>
          </a:ln>
        </p:spPr>
        <p:txBody>
          <a:bodyPr spcFirstLastPara="1" wrap="square" lIns="0" tIns="9525" rIns="0" bIns="0" anchor="t" anchorCtr="0">
            <a:spAutoFit/>
          </a:bodyPr>
          <a:lstStyle/>
          <a:p>
            <a:pPr marL="63500" marR="30480" lvl="0" indent="0" algn="l" rtl="0">
              <a:lnSpc>
                <a:spcPct val="100800"/>
              </a:lnSpc>
              <a:spcBef>
                <a:spcPts val="0"/>
              </a:spcBef>
              <a:spcAft>
                <a:spcPts val="0"/>
              </a:spcAft>
              <a:buNone/>
            </a:pPr>
            <a:r>
              <a:rPr lang="en-US" sz="2400">
                <a:latin typeface="Arial Narrow"/>
                <a:ea typeface="Arial Narrow"/>
                <a:cs typeface="Arial Narrow"/>
                <a:sym typeface="Arial Narrow"/>
              </a:rPr>
              <a:t>To specify the decision trees from a machine learning standpoint, we need to specify</a:t>
            </a:r>
            <a:endParaRPr sz="2400">
              <a:latin typeface="Arial Narrow"/>
              <a:ea typeface="Arial Narrow"/>
              <a:cs typeface="Arial Narrow"/>
              <a:sym typeface="Arial Narrow"/>
            </a:endParaRPr>
          </a:p>
          <a:p>
            <a:pPr marL="0" lvl="0" indent="0" algn="l" rtl="0">
              <a:lnSpc>
                <a:spcPct val="100000"/>
              </a:lnSpc>
              <a:spcBef>
                <a:spcPts val="80"/>
              </a:spcBef>
              <a:spcAft>
                <a:spcPts val="0"/>
              </a:spcAft>
              <a:buNone/>
            </a:pPr>
            <a:endParaRPr sz="2400">
              <a:latin typeface="Arial Narrow"/>
              <a:ea typeface="Arial Narrow"/>
              <a:cs typeface="Arial Narrow"/>
              <a:sym typeface="Arial Narrow"/>
            </a:endParaRPr>
          </a:p>
          <a:p>
            <a:pPr marL="519430" lvl="0" indent="-455930" algn="l" rtl="0">
              <a:lnSpc>
                <a:spcPct val="100000"/>
              </a:lnSpc>
              <a:spcBef>
                <a:spcPts val="0"/>
              </a:spcBef>
              <a:spcAft>
                <a:spcPts val="0"/>
              </a:spcAft>
              <a:buSzPts val="2400"/>
              <a:buFont typeface="Arial Narrow"/>
              <a:buAutoNum type="arabicPeriod"/>
            </a:pPr>
            <a:r>
              <a:rPr lang="en-US" sz="2400">
                <a:latin typeface="Arial Narrow"/>
                <a:ea typeface="Arial Narrow"/>
                <a:cs typeface="Arial Narrow"/>
                <a:sym typeface="Arial Narrow"/>
              </a:rPr>
              <a:t>What is the hypothesis function </a:t>
            </a:r>
            <a:r>
              <a:rPr lang="en-US" sz="2400">
                <a:latin typeface="Arial"/>
                <a:ea typeface="Arial"/>
                <a:cs typeface="Arial"/>
                <a:sym typeface="Arial"/>
              </a:rPr>
              <a:t>ℎ</a:t>
            </a:r>
            <a:r>
              <a:rPr lang="en-US" sz="2700" baseline="-25000">
                <a:latin typeface="Arial"/>
                <a:ea typeface="Arial"/>
                <a:cs typeface="Arial"/>
                <a:sym typeface="Arial"/>
              </a:rPr>
              <a:t>𝜃	</a:t>
            </a:r>
            <a:r>
              <a:rPr lang="en-US" sz="2400">
                <a:latin typeface="Arial"/>
                <a:ea typeface="Arial"/>
                <a:cs typeface="Arial"/>
                <a:sym typeface="Arial"/>
              </a:rPr>
              <a:t>𝑥	</a:t>
            </a:r>
            <a:r>
              <a:rPr lang="en-US" sz="2400">
                <a:latin typeface="Arial Narrow"/>
                <a:ea typeface="Arial Narrow"/>
                <a:cs typeface="Arial Narrow"/>
                <a:sym typeface="Arial Narrow"/>
              </a:rPr>
              <a:t>?</a:t>
            </a:r>
            <a:endParaRPr sz="2400">
              <a:latin typeface="Arial Narrow"/>
              <a:ea typeface="Arial Narrow"/>
              <a:cs typeface="Arial Narrow"/>
              <a:sym typeface="Arial Narrow"/>
            </a:endParaRPr>
          </a:p>
          <a:p>
            <a:pPr marL="0" lvl="0" indent="0" algn="l" rtl="0">
              <a:lnSpc>
                <a:spcPct val="100000"/>
              </a:lnSpc>
              <a:spcBef>
                <a:spcPts val="50"/>
              </a:spcBef>
              <a:spcAft>
                <a:spcPts val="0"/>
              </a:spcAft>
              <a:buSzPts val="2400"/>
              <a:buFont typeface="Arial Narrow"/>
              <a:buNone/>
            </a:pPr>
            <a:endParaRPr sz="2400">
              <a:latin typeface="Arial Narrow"/>
              <a:ea typeface="Arial Narrow"/>
              <a:cs typeface="Arial Narrow"/>
              <a:sym typeface="Arial Narrow"/>
            </a:endParaRPr>
          </a:p>
          <a:p>
            <a:pPr marL="519430" lvl="0" indent="-455930" algn="l" rtl="0">
              <a:lnSpc>
                <a:spcPct val="100000"/>
              </a:lnSpc>
              <a:spcBef>
                <a:spcPts val="5"/>
              </a:spcBef>
              <a:spcAft>
                <a:spcPts val="0"/>
              </a:spcAft>
              <a:buSzPts val="2400"/>
              <a:buFont typeface="Arial Narrow"/>
              <a:buAutoNum type="arabicPeriod"/>
            </a:pPr>
            <a:r>
              <a:rPr lang="en-US" sz="2400">
                <a:latin typeface="Arial Narrow"/>
                <a:ea typeface="Arial Narrow"/>
                <a:cs typeface="Arial Narrow"/>
                <a:sym typeface="Arial Narrow"/>
              </a:rPr>
              <a:t>What is the loss function </a:t>
            </a:r>
            <a:r>
              <a:rPr lang="en-US" sz="2400">
                <a:latin typeface="Arial"/>
                <a:ea typeface="Arial"/>
                <a:cs typeface="Arial"/>
                <a:sym typeface="Arial"/>
              </a:rPr>
              <a:t>ℓ	ℎ</a:t>
            </a:r>
            <a:r>
              <a:rPr lang="en-US" sz="2700" baseline="-25000">
                <a:latin typeface="Arial"/>
                <a:ea typeface="Arial"/>
                <a:cs typeface="Arial"/>
                <a:sym typeface="Arial"/>
              </a:rPr>
              <a:t>𝜃	</a:t>
            </a:r>
            <a:r>
              <a:rPr lang="en-US" sz="2400">
                <a:latin typeface="Arial"/>
                <a:ea typeface="Arial"/>
                <a:cs typeface="Arial"/>
                <a:sym typeface="Arial"/>
              </a:rPr>
              <a:t>𝑥	, 𝑦	</a:t>
            </a:r>
            <a:r>
              <a:rPr lang="en-US" sz="2400">
                <a:latin typeface="Arial Narrow"/>
                <a:ea typeface="Arial Narrow"/>
                <a:cs typeface="Arial Narrow"/>
                <a:sym typeface="Arial Narrow"/>
              </a:rPr>
              <a:t>?</a:t>
            </a:r>
            <a:endParaRPr sz="2400">
              <a:latin typeface="Arial Narrow"/>
              <a:ea typeface="Arial Narrow"/>
              <a:cs typeface="Arial Narrow"/>
              <a:sym typeface="Arial Narrow"/>
            </a:endParaRPr>
          </a:p>
        </p:txBody>
      </p:sp>
      <p:sp>
        <p:nvSpPr>
          <p:cNvPr id="3502" name="Google Shape;3502;p145"/>
          <p:cNvSpPr txBox="1"/>
          <p:nvPr/>
        </p:nvSpPr>
        <p:spPr>
          <a:xfrm>
            <a:off x="4567553" y="5077459"/>
            <a:ext cx="161925"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Arial"/>
                <a:ea typeface="Arial"/>
                <a:cs typeface="Arial"/>
                <a:sym typeface="Arial"/>
              </a:rPr>
              <a:t>𝛉</a:t>
            </a:r>
            <a:endParaRPr sz="1800">
              <a:latin typeface="Arial"/>
              <a:ea typeface="Arial"/>
              <a:cs typeface="Arial"/>
              <a:sym typeface="Arial"/>
            </a:endParaRPr>
          </a:p>
        </p:txBody>
      </p:sp>
      <p:sp>
        <p:nvSpPr>
          <p:cNvPr id="3503" name="Google Shape;3503;p145"/>
          <p:cNvSpPr txBox="1"/>
          <p:nvPr/>
        </p:nvSpPr>
        <p:spPr>
          <a:xfrm>
            <a:off x="688340" y="4117340"/>
            <a:ext cx="6147435" cy="617220"/>
          </a:xfrm>
          <a:prstGeom prst="rect">
            <a:avLst/>
          </a:prstGeom>
          <a:noFill/>
          <a:ln>
            <a:noFill/>
          </a:ln>
        </p:spPr>
        <p:txBody>
          <a:bodyPr spcFirstLastPara="1" wrap="square" lIns="0" tIns="12700" rIns="0" bIns="0" anchor="t" anchorCtr="0">
            <a:spAutoFit/>
          </a:bodyPr>
          <a:lstStyle/>
          <a:p>
            <a:pPr marL="12700" lvl="0" indent="0" algn="l" rtl="0">
              <a:lnSpc>
                <a:spcPct val="112083"/>
              </a:lnSpc>
              <a:spcBef>
                <a:spcPts val="0"/>
              </a:spcBef>
              <a:spcAft>
                <a:spcPts val="0"/>
              </a:spcAft>
              <a:buNone/>
            </a:pPr>
            <a:r>
              <a:rPr lang="en-US" sz="2400" b="1">
                <a:latin typeface="Arial"/>
                <a:ea typeface="Arial"/>
                <a:cs typeface="Arial"/>
                <a:sym typeface="Arial"/>
              </a:rPr>
              <a:t>3.	How do we minimize the loss function?</a:t>
            </a:r>
            <a:endParaRPr sz="2400">
              <a:latin typeface="Arial"/>
              <a:ea typeface="Arial"/>
              <a:cs typeface="Arial"/>
              <a:sym typeface="Arial"/>
            </a:endParaRPr>
          </a:p>
          <a:p>
            <a:pPr marL="0" marR="791210" lvl="0" indent="0" algn="r" rtl="0">
              <a:lnSpc>
                <a:spcPct val="109444"/>
              </a:lnSpc>
              <a:spcBef>
                <a:spcPts val="0"/>
              </a:spcBef>
              <a:spcAft>
                <a:spcPts val="0"/>
              </a:spcAft>
              <a:buNone/>
            </a:pPr>
            <a:r>
              <a:rPr lang="en-US" sz="1800">
                <a:latin typeface="Arial"/>
                <a:ea typeface="Arial"/>
                <a:cs typeface="Arial"/>
                <a:sym typeface="Arial"/>
              </a:rPr>
              <a:t>𝒎</a:t>
            </a:r>
            <a:endParaRPr sz="1800">
              <a:latin typeface="Arial"/>
              <a:ea typeface="Arial"/>
              <a:cs typeface="Arial"/>
              <a:sym typeface="Arial"/>
            </a:endParaRPr>
          </a:p>
        </p:txBody>
      </p:sp>
      <p:sp>
        <p:nvSpPr>
          <p:cNvPr id="3504" name="Google Shape;3504;p145"/>
          <p:cNvSpPr txBox="1"/>
          <p:nvPr/>
        </p:nvSpPr>
        <p:spPr>
          <a:xfrm>
            <a:off x="5400992" y="4525771"/>
            <a:ext cx="208279" cy="3911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latin typeface="Arial"/>
                <a:ea typeface="Arial"/>
                <a:cs typeface="Arial"/>
                <a:sym typeface="Arial"/>
              </a:rPr>
              <a:t>𝟏</a:t>
            </a:r>
            <a:endParaRPr sz="2400">
              <a:latin typeface="Arial"/>
              <a:ea typeface="Arial"/>
              <a:cs typeface="Arial"/>
              <a:sym typeface="Arial"/>
            </a:endParaRPr>
          </a:p>
        </p:txBody>
      </p:sp>
      <p:sp>
        <p:nvSpPr>
          <p:cNvPr id="3505" name="Google Shape;3505;p145"/>
          <p:cNvSpPr txBox="1"/>
          <p:nvPr/>
        </p:nvSpPr>
        <p:spPr>
          <a:xfrm>
            <a:off x="4151121" y="4830571"/>
            <a:ext cx="1953260" cy="3911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latin typeface="Arial"/>
                <a:ea typeface="Arial"/>
                <a:cs typeface="Arial"/>
                <a:sym typeface="Arial"/>
              </a:rPr>
              <a:t>𝐦𝐢𝐧𝐢𝐦𝐢𝐳</a:t>
            </a:r>
            <a:r>
              <a:rPr lang="en-US" sz="2400" strike="sngStrike">
                <a:latin typeface="Arial"/>
                <a:ea typeface="Arial"/>
                <a:cs typeface="Arial"/>
                <a:sym typeface="Arial"/>
              </a:rPr>
              <a:t>𝐞	</a:t>
            </a:r>
            <a:r>
              <a:rPr lang="en-US" sz="2400" strike="noStrike">
                <a:latin typeface="Arial"/>
                <a:ea typeface="Arial"/>
                <a:cs typeface="Arial"/>
                <a:sym typeface="Arial"/>
              </a:rPr>
              <a:t>	121</a:t>
            </a:r>
            <a:endParaRPr sz="2400">
              <a:latin typeface="Arial"/>
              <a:ea typeface="Arial"/>
              <a:cs typeface="Arial"/>
              <a:sym typeface="Arial"/>
            </a:endParaRPr>
          </a:p>
        </p:txBody>
      </p:sp>
      <p:sp>
        <p:nvSpPr>
          <p:cNvPr id="3506" name="Google Shape;3506;p145"/>
          <p:cNvSpPr txBox="1"/>
          <p:nvPr/>
        </p:nvSpPr>
        <p:spPr>
          <a:xfrm>
            <a:off x="5211445" y="5078475"/>
            <a:ext cx="803910" cy="765175"/>
          </a:xfrm>
          <a:prstGeom prst="rect">
            <a:avLst/>
          </a:prstGeom>
          <a:noFill/>
          <a:ln>
            <a:noFill/>
          </a:ln>
        </p:spPr>
        <p:txBody>
          <a:bodyPr spcFirstLastPara="1" wrap="square" lIns="0" tIns="69200" rIns="0" bIns="0" anchor="t" anchorCtr="0">
            <a:spAutoFit/>
          </a:bodyPr>
          <a:lstStyle/>
          <a:p>
            <a:pPr marL="38100" lvl="0" indent="0" algn="l" rtl="0">
              <a:lnSpc>
                <a:spcPct val="100000"/>
              </a:lnSpc>
              <a:spcBef>
                <a:spcPts val="0"/>
              </a:spcBef>
              <a:spcAft>
                <a:spcPts val="0"/>
              </a:spcAft>
              <a:buNone/>
            </a:pPr>
            <a:r>
              <a:rPr lang="en-US" sz="2400">
                <a:latin typeface="Arial"/>
                <a:ea typeface="Arial"/>
                <a:cs typeface="Arial"/>
                <a:sym typeface="Arial"/>
              </a:rPr>
              <a:t>ℓ(</a:t>
            </a:r>
            <a:r>
              <a:rPr lang="en-US" sz="3600" baseline="30000">
                <a:latin typeface="Arial"/>
                <a:ea typeface="Arial"/>
                <a:cs typeface="Arial"/>
                <a:sym typeface="Arial"/>
              </a:rPr>
              <a:t>𝒎 </a:t>
            </a:r>
            <a:r>
              <a:rPr lang="en-US" sz="2700" baseline="-25000">
                <a:latin typeface="Arial"/>
                <a:ea typeface="Arial"/>
                <a:cs typeface="Arial"/>
                <a:sym typeface="Arial"/>
              </a:rPr>
              <a:t>𝒊=</a:t>
            </a:r>
            <a:endParaRPr sz="2700" baseline="-25000">
              <a:latin typeface="Arial"/>
              <a:ea typeface="Arial"/>
              <a:cs typeface="Arial"/>
              <a:sym typeface="Arial"/>
            </a:endParaRPr>
          </a:p>
          <a:p>
            <a:pPr marL="511175" lvl="0" indent="0" algn="l" rtl="0">
              <a:lnSpc>
                <a:spcPct val="100000"/>
              </a:lnSpc>
              <a:spcBef>
                <a:spcPts val="340"/>
              </a:spcBef>
              <a:spcAft>
                <a:spcPts val="0"/>
              </a:spcAft>
              <a:buNone/>
            </a:pPr>
            <a:r>
              <a:rPr lang="en-US" sz="1800">
                <a:latin typeface="Arial"/>
                <a:ea typeface="Arial"/>
                <a:cs typeface="Arial"/>
                <a:sym typeface="Arial"/>
              </a:rPr>
              <a:t>𝟏</a:t>
            </a:r>
            <a:endParaRPr sz="1800">
              <a:latin typeface="Arial"/>
              <a:ea typeface="Arial"/>
              <a:cs typeface="Arial"/>
              <a:sym typeface="Arial"/>
            </a:endParaRPr>
          </a:p>
        </p:txBody>
      </p:sp>
      <p:sp>
        <p:nvSpPr>
          <p:cNvPr id="3507" name="Google Shape;3507;p145"/>
          <p:cNvSpPr/>
          <p:nvPr/>
        </p:nvSpPr>
        <p:spPr>
          <a:xfrm>
            <a:off x="6819265" y="4876925"/>
            <a:ext cx="100965" cy="368300"/>
          </a:xfrm>
          <a:custGeom>
            <a:avLst/>
            <a:gdLst/>
            <a:ahLst/>
            <a:cxnLst/>
            <a:rect l="l" t="t" r="r" b="b"/>
            <a:pathLst>
              <a:path w="100965" h="368300" extrusionOk="0">
                <a:moveTo>
                  <a:pt x="96774" y="0"/>
                </a:moveTo>
                <a:lnTo>
                  <a:pt x="55624" y="21907"/>
                </a:lnTo>
                <a:lnTo>
                  <a:pt x="25144" y="63245"/>
                </a:lnTo>
                <a:lnTo>
                  <a:pt x="6286" y="118967"/>
                </a:lnTo>
                <a:lnTo>
                  <a:pt x="0" y="184023"/>
                </a:lnTo>
                <a:lnTo>
                  <a:pt x="1570" y="217791"/>
                </a:lnTo>
                <a:lnTo>
                  <a:pt x="14143" y="278231"/>
                </a:lnTo>
                <a:lnTo>
                  <a:pt x="39052" y="328025"/>
                </a:lnTo>
                <a:lnTo>
                  <a:pt x="74866" y="359648"/>
                </a:lnTo>
                <a:lnTo>
                  <a:pt x="96774" y="368173"/>
                </a:lnTo>
                <a:lnTo>
                  <a:pt x="100455" y="355980"/>
                </a:lnTo>
                <a:lnTo>
                  <a:pt x="83548" y="347217"/>
                </a:lnTo>
                <a:lnTo>
                  <a:pt x="68817" y="334454"/>
                </a:lnTo>
                <a:lnTo>
                  <a:pt x="45845" y="296924"/>
                </a:lnTo>
                <a:lnTo>
                  <a:pt x="32019" y="246077"/>
                </a:lnTo>
                <a:lnTo>
                  <a:pt x="27430" y="184276"/>
                </a:lnTo>
                <a:lnTo>
                  <a:pt x="28576" y="151917"/>
                </a:lnTo>
                <a:lnTo>
                  <a:pt x="37772" y="95389"/>
                </a:lnTo>
                <a:lnTo>
                  <a:pt x="56254" y="50482"/>
                </a:lnTo>
                <a:lnTo>
                  <a:pt x="83548" y="20954"/>
                </a:lnTo>
                <a:lnTo>
                  <a:pt x="100455" y="12191"/>
                </a:lnTo>
                <a:lnTo>
                  <a:pt x="9677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nvGrpSpPr>
          <p:cNvPr id="3508" name="Google Shape;3508;p145"/>
          <p:cNvGrpSpPr/>
          <p:nvPr/>
        </p:nvGrpSpPr>
        <p:grpSpPr>
          <a:xfrm>
            <a:off x="7124445" y="4870702"/>
            <a:ext cx="371474" cy="374523"/>
            <a:chOff x="7124445" y="4870702"/>
            <a:chExt cx="371474" cy="374523"/>
          </a:xfrm>
        </p:grpSpPr>
        <p:sp>
          <p:nvSpPr>
            <p:cNvPr id="3509" name="Google Shape;3509;p145"/>
            <p:cNvSpPr/>
            <p:nvPr/>
          </p:nvSpPr>
          <p:spPr>
            <a:xfrm>
              <a:off x="7394954" y="4876925"/>
              <a:ext cx="100965" cy="368300"/>
            </a:xfrm>
            <a:custGeom>
              <a:avLst/>
              <a:gdLst/>
              <a:ahLst/>
              <a:cxnLst/>
              <a:rect l="l" t="t" r="r" b="b"/>
              <a:pathLst>
                <a:path w="100965" h="368300" extrusionOk="0">
                  <a:moveTo>
                    <a:pt x="3684" y="0"/>
                  </a:moveTo>
                  <a:lnTo>
                    <a:pt x="0" y="12191"/>
                  </a:lnTo>
                  <a:lnTo>
                    <a:pt x="16908" y="20954"/>
                  </a:lnTo>
                  <a:lnTo>
                    <a:pt x="31639" y="33718"/>
                  </a:lnTo>
                  <a:lnTo>
                    <a:pt x="54611" y="71246"/>
                  </a:lnTo>
                  <a:lnTo>
                    <a:pt x="68501" y="122285"/>
                  </a:lnTo>
                  <a:lnTo>
                    <a:pt x="73151" y="184276"/>
                  </a:lnTo>
                  <a:lnTo>
                    <a:pt x="71988" y="216540"/>
                  </a:lnTo>
                  <a:lnTo>
                    <a:pt x="62704" y="272877"/>
                  </a:lnTo>
                  <a:lnTo>
                    <a:pt x="44202" y="317690"/>
                  </a:lnTo>
                  <a:lnTo>
                    <a:pt x="16908" y="347217"/>
                  </a:lnTo>
                  <a:lnTo>
                    <a:pt x="0" y="355980"/>
                  </a:lnTo>
                  <a:lnTo>
                    <a:pt x="3684" y="368173"/>
                  </a:lnTo>
                  <a:lnTo>
                    <a:pt x="44830" y="346265"/>
                  </a:lnTo>
                  <a:lnTo>
                    <a:pt x="75310" y="304926"/>
                  </a:lnTo>
                  <a:lnTo>
                    <a:pt x="94171" y="249189"/>
                  </a:lnTo>
                  <a:lnTo>
                    <a:pt x="100458" y="184023"/>
                  </a:lnTo>
                  <a:lnTo>
                    <a:pt x="98886" y="150328"/>
                  </a:lnTo>
                  <a:lnTo>
                    <a:pt x="86313" y="89938"/>
                  </a:lnTo>
                  <a:lnTo>
                    <a:pt x="61405" y="40147"/>
                  </a:lnTo>
                  <a:lnTo>
                    <a:pt x="25591" y="8524"/>
                  </a:lnTo>
                  <a:lnTo>
                    <a:pt x="368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510" name="Google Shape;3510;p145"/>
            <p:cNvPicPr preferRelativeResize="0"/>
            <p:nvPr/>
          </p:nvPicPr>
          <p:blipFill rotWithShape="1">
            <a:blip r:embed="rId3">
              <a:alphaModFix/>
            </a:blip>
            <a:srcRect/>
            <a:stretch/>
          </p:blipFill>
          <p:spPr>
            <a:xfrm>
              <a:off x="7124445" y="4870702"/>
              <a:ext cx="228473" cy="206119"/>
            </a:xfrm>
            <a:prstGeom prst="rect">
              <a:avLst/>
            </a:prstGeom>
            <a:noFill/>
            <a:ln>
              <a:noFill/>
            </a:ln>
          </p:spPr>
        </p:pic>
      </p:grpSp>
      <p:sp>
        <p:nvSpPr>
          <p:cNvPr id="3511" name="Google Shape;3511;p145"/>
          <p:cNvSpPr txBox="1"/>
          <p:nvPr/>
        </p:nvSpPr>
        <p:spPr>
          <a:xfrm>
            <a:off x="6604381" y="4696459"/>
            <a:ext cx="708025" cy="39116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2700" baseline="-25000">
                <a:latin typeface="Arial"/>
                <a:ea typeface="Arial"/>
                <a:cs typeface="Arial"/>
                <a:sym typeface="Arial"/>
              </a:rPr>
              <a:t>𝜽	</a:t>
            </a:r>
            <a:r>
              <a:rPr lang="en-US" sz="3600" baseline="-25000">
                <a:latin typeface="Arial"/>
                <a:ea typeface="Arial"/>
                <a:cs typeface="Arial"/>
                <a:sym typeface="Arial"/>
              </a:rPr>
              <a:t>𝒙 </a:t>
            </a:r>
            <a:r>
              <a:rPr lang="en-US" sz="1800">
                <a:latin typeface="Arial"/>
                <a:ea typeface="Arial"/>
                <a:cs typeface="Arial"/>
                <a:sym typeface="Arial"/>
              </a:rPr>
              <a:t>𝒊</a:t>
            </a:r>
            <a:endParaRPr sz="1800">
              <a:latin typeface="Arial"/>
              <a:ea typeface="Arial"/>
              <a:cs typeface="Arial"/>
              <a:sym typeface="Arial"/>
            </a:endParaRPr>
          </a:p>
        </p:txBody>
      </p:sp>
      <p:pic>
        <p:nvPicPr>
          <p:cNvPr id="3512" name="Google Shape;3512;p145"/>
          <p:cNvPicPr preferRelativeResize="0"/>
          <p:nvPr/>
        </p:nvPicPr>
        <p:blipFill rotWithShape="1">
          <a:blip r:embed="rId3">
            <a:alphaModFix/>
          </a:blip>
          <a:srcRect/>
          <a:stretch/>
        </p:blipFill>
        <p:spPr>
          <a:xfrm>
            <a:off x="7836154" y="4870702"/>
            <a:ext cx="228473" cy="206119"/>
          </a:xfrm>
          <a:prstGeom prst="rect">
            <a:avLst/>
          </a:prstGeom>
          <a:noFill/>
          <a:ln>
            <a:noFill/>
          </a:ln>
        </p:spPr>
      </p:pic>
      <p:sp>
        <p:nvSpPr>
          <p:cNvPr id="3513" name="Google Shape;3513;p145"/>
          <p:cNvSpPr txBox="1"/>
          <p:nvPr/>
        </p:nvSpPr>
        <p:spPr>
          <a:xfrm>
            <a:off x="7485253" y="4806188"/>
            <a:ext cx="750570" cy="39116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2400">
                <a:latin typeface="Arial"/>
                <a:ea typeface="Arial"/>
                <a:cs typeface="Arial"/>
                <a:sym typeface="Arial"/>
              </a:rPr>
              <a:t>, 𝒚 </a:t>
            </a:r>
            <a:r>
              <a:rPr lang="en-US" sz="2700" baseline="30000">
                <a:latin typeface="Arial"/>
                <a:ea typeface="Arial"/>
                <a:cs typeface="Arial"/>
                <a:sym typeface="Arial"/>
              </a:rPr>
              <a:t>𝒊 </a:t>
            </a:r>
            <a:r>
              <a:rPr lang="en-US" sz="2400">
                <a:latin typeface="Arial"/>
                <a:ea typeface="Arial"/>
                <a:cs typeface="Arial"/>
                <a:sym typeface="Arial"/>
              </a:rPr>
              <a:t>)</a:t>
            </a:r>
            <a:endParaRPr sz="2400">
              <a:latin typeface="Arial"/>
              <a:ea typeface="Arial"/>
              <a:cs typeface="Arial"/>
              <a:sym typeface="Arial"/>
            </a:endParaRPr>
          </a:p>
        </p:txBody>
      </p:sp>
      <p:sp>
        <p:nvSpPr>
          <p:cNvPr id="3514" name="Google Shape;3514;p145"/>
          <p:cNvSpPr txBox="1">
            <a:spLocks noGrp="1"/>
          </p:cNvSpPr>
          <p:nvPr>
            <p:ph type="sldNum" idx="12"/>
          </p:nvPr>
        </p:nvSpPr>
        <p:spPr>
          <a:xfrm>
            <a:off x="11282426" y="6440594"/>
            <a:ext cx="250825" cy="200659"/>
          </a:xfrm>
          <a:prstGeom prst="rect">
            <a:avLst/>
          </a:prstGeom>
          <a:noFill/>
          <a:ln>
            <a:noFill/>
          </a:ln>
        </p:spPr>
        <p:txBody>
          <a:bodyPr spcFirstLastPara="1" wrap="square" lIns="0" tIns="2525" rIns="0" bIns="0" anchor="t" anchorCtr="0">
            <a:spAutoFit/>
          </a:bodyPr>
          <a:lstStyle/>
          <a:p>
            <a:pPr marL="38100" lvl="0" indent="0" algn="l" rtl="0">
              <a:lnSpc>
                <a:spcPct val="100000"/>
              </a:lnSpc>
              <a:spcBef>
                <a:spcPts val="0"/>
              </a:spcBef>
              <a:spcAft>
                <a:spcPts val="0"/>
              </a:spcAft>
              <a:buNone/>
            </a:pPr>
            <a:r>
              <a:rPr lang="en-US"/>
              <a:t>20</a:t>
            </a:r>
            <a:endParaRPr/>
          </a:p>
        </p:txBody>
      </p:sp>
    </p:spTree>
    <p:extLst>
      <p:ext uri="{BB962C8B-B14F-4D97-AF65-F5344CB8AC3E}">
        <p14:creationId xmlns:p14="http://schemas.microsoft.com/office/powerpoint/2010/main" val="20180539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518"/>
        <p:cNvGrpSpPr/>
        <p:nvPr/>
      </p:nvGrpSpPr>
      <p:grpSpPr>
        <a:xfrm>
          <a:off x="0" y="0"/>
          <a:ext cx="0" cy="0"/>
          <a:chOff x="0" y="0"/>
          <a:chExt cx="0" cy="0"/>
        </a:xfrm>
      </p:grpSpPr>
      <p:sp>
        <p:nvSpPr>
          <p:cNvPr id="3519" name="Google Shape;3519;p146" descr="$PPTXTitle"/>
          <p:cNvSpPr txBox="1">
            <a:spLocks noGrp="1"/>
          </p:cNvSpPr>
          <p:nvPr>
            <p:ph type="title"/>
          </p:nvPr>
        </p:nvSpPr>
        <p:spPr>
          <a:xfrm>
            <a:off x="707542" y="494791"/>
            <a:ext cx="11589715" cy="985519"/>
          </a:xfrm>
          <a:prstGeom prst="rect">
            <a:avLst/>
          </a:prstGeom>
          <a:noFill/>
          <a:ln>
            <a:noFill/>
          </a:ln>
        </p:spPr>
        <p:txBody>
          <a:bodyPr spcFirstLastPara="1" wrap="square" lIns="0" tIns="12700" rIns="0" bIns="0" anchor="t" anchorCtr="0">
            <a:spAutoFit/>
          </a:bodyPr>
          <a:lstStyle/>
          <a:p>
            <a:pPr marL="2549525" lvl="0" indent="0" algn="l" rtl="0">
              <a:lnSpc>
                <a:spcPct val="100000"/>
              </a:lnSpc>
              <a:spcBef>
                <a:spcPts val="0"/>
              </a:spcBef>
              <a:spcAft>
                <a:spcPts val="0"/>
              </a:spcAft>
              <a:buNone/>
            </a:pPr>
            <a:r>
              <a:rPr lang="en-US"/>
              <a:t>Optimizing decision trees</a:t>
            </a:r>
            <a:endParaRPr/>
          </a:p>
        </p:txBody>
      </p:sp>
      <p:sp>
        <p:nvSpPr>
          <p:cNvPr id="3520" name="Google Shape;3520;p146"/>
          <p:cNvSpPr/>
          <p:nvPr/>
        </p:nvSpPr>
        <p:spPr>
          <a:xfrm>
            <a:off x="8147048" y="2835400"/>
            <a:ext cx="95250" cy="283845"/>
          </a:xfrm>
          <a:custGeom>
            <a:avLst/>
            <a:gdLst/>
            <a:ahLst/>
            <a:cxnLst/>
            <a:rect l="l" t="t" r="r" b="b"/>
            <a:pathLst>
              <a:path w="95250" h="283844" extrusionOk="0">
                <a:moveTo>
                  <a:pt x="3936" y="0"/>
                </a:moveTo>
                <a:lnTo>
                  <a:pt x="0" y="0"/>
                </a:lnTo>
                <a:lnTo>
                  <a:pt x="0" y="11301"/>
                </a:lnTo>
                <a:lnTo>
                  <a:pt x="2285" y="11301"/>
                </a:lnTo>
                <a:lnTo>
                  <a:pt x="12476" y="12012"/>
                </a:lnTo>
                <a:lnTo>
                  <a:pt x="45213" y="37418"/>
                </a:lnTo>
                <a:lnTo>
                  <a:pt x="48259" y="59689"/>
                </a:lnTo>
                <a:lnTo>
                  <a:pt x="48072" y="65218"/>
                </a:lnTo>
                <a:lnTo>
                  <a:pt x="47514" y="71342"/>
                </a:lnTo>
                <a:lnTo>
                  <a:pt x="45340" y="85471"/>
                </a:lnTo>
                <a:lnTo>
                  <a:pt x="43306" y="95630"/>
                </a:lnTo>
                <a:lnTo>
                  <a:pt x="42292" y="102997"/>
                </a:lnTo>
                <a:lnTo>
                  <a:pt x="42292" y="115698"/>
                </a:lnTo>
                <a:lnTo>
                  <a:pt x="44830" y="122683"/>
                </a:lnTo>
                <a:lnTo>
                  <a:pt x="54736" y="133476"/>
                </a:lnTo>
                <a:lnTo>
                  <a:pt x="60578" y="137413"/>
                </a:lnTo>
                <a:lnTo>
                  <a:pt x="67436" y="140082"/>
                </a:lnTo>
                <a:lnTo>
                  <a:pt x="67436" y="142749"/>
                </a:lnTo>
                <a:lnTo>
                  <a:pt x="42292" y="167006"/>
                </a:lnTo>
                <a:lnTo>
                  <a:pt x="42292" y="179833"/>
                </a:lnTo>
                <a:lnTo>
                  <a:pt x="43306" y="187072"/>
                </a:lnTo>
                <a:lnTo>
                  <a:pt x="46600" y="204690"/>
                </a:lnTo>
                <a:lnTo>
                  <a:pt x="47514" y="211439"/>
                </a:lnTo>
                <a:lnTo>
                  <a:pt x="48072" y="217592"/>
                </a:lnTo>
                <a:lnTo>
                  <a:pt x="48259" y="223138"/>
                </a:lnTo>
                <a:lnTo>
                  <a:pt x="47498" y="235592"/>
                </a:lnTo>
                <a:lnTo>
                  <a:pt x="21511" y="269701"/>
                </a:lnTo>
                <a:lnTo>
                  <a:pt x="2285" y="272543"/>
                </a:lnTo>
                <a:lnTo>
                  <a:pt x="0" y="272543"/>
                </a:lnTo>
                <a:lnTo>
                  <a:pt x="0" y="283846"/>
                </a:lnTo>
                <a:lnTo>
                  <a:pt x="3936" y="283846"/>
                </a:lnTo>
                <a:lnTo>
                  <a:pt x="20293" y="282630"/>
                </a:lnTo>
                <a:lnTo>
                  <a:pt x="56260" y="267844"/>
                </a:lnTo>
                <a:lnTo>
                  <a:pt x="73532" y="220473"/>
                </a:lnTo>
                <a:lnTo>
                  <a:pt x="73319" y="214067"/>
                </a:lnTo>
                <a:lnTo>
                  <a:pt x="72675" y="207233"/>
                </a:lnTo>
                <a:lnTo>
                  <a:pt x="71605" y="199970"/>
                </a:lnTo>
                <a:lnTo>
                  <a:pt x="70103" y="192277"/>
                </a:lnTo>
                <a:lnTo>
                  <a:pt x="67692" y="181738"/>
                </a:lnTo>
                <a:lnTo>
                  <a:pt x="66549" y="174751"/>
                </a:lnTo>
                <a:lnTo>
                  <a:pt x="66549" y="164337"/>
                </a:lnTo>
                <a:lnTo>
                  <a:pt x="68960" y="158751"/>
                </a:lnTo>
                <a:lnTo>
                  <a:pt x="78358" y="150113"/>
                </a:lnTo>
                <a:lnTo>
                  <a:pt x="85472" y="147827"/>
                </a:lnTo>
                <a:lnTo>
                  <a:pt x="94997" y="147448"/>
                </a:lnTo>
                <a:lnTo>
                  <a:pt x="94997" y="135256"/>
                </a:lnTo>
                <a:lnTo>
                  <a:pt x="85472" y="135000"/>
                </a:lnTo>
                <a:lnTo>
                  <a:pt x="78358" y="132714"/>
                </a:lnTo>
                <a:lnTo>
                  <a:pt x="68960" y="124078"/>
                </a:lnTo>
                <a:lnTo>
                  <a:pt x="66549" y="118490"/>
                </a:lnTo>
                <a:lnTo>
                  <a:pt x="66549" y="108076"/>
                </a:lnTo>
                <a:lnTo>
                  <a:pt x="67692" y="100964"/>
                </a:lnTo>
                <a:lnTo>
                  <a:pt x="70103" y="90424"/>
                </a:lnTo>
                <a:lnTo>
                  <a:pt x="71605" y="82805"/>
                </a:lnTo>
                <a:lnTo>
                  <a:pt x="72675" y="75580"/>
                </a:lnTo>
                <a:lnTo>
                  <a:pt x="73319" y="68760"/>
                </a:lnTo>
                <a:lnTo>
                  <a:pt x="73532" y="62356"/>
                </a:lnTo>
                <a:lnTo>
                  <a:pt x="72459" y="47826"/>
                </a:lnTo>
                <a:lnTo>
                  <a:pt x="46479" y="9215"/>
                </a:lnTo>
                <a:lnTo>
                  <a:pt x="20293" y="1214"/>
                </a:lnTo>
                <a:lnTo>
                  <a:pt x="3936"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521" name="Google Shape;3521;p146"/>
          <p:cNvSpPr/>
          <p:nvPr/>
        </p:nvSpPr>
        <p:spPr>
          <a:xfrm>
            <a:off x="7634096" y="2835400"/>
            <a:ext cx="95250" cy="283845"/>
          </a:xfrm>
          <a:custGeom>
            <a:avLst/>
            <a:gdLst/>
            <a:ahLst/>
            <a:cxnLst/>
            <a:rect l="l" t="t" r="r" b="b"/>
            <a:pathLst>
              <a:path w="95250" h="283844" extrusionOk="0">
                <a:moveTo>
                  <a:pt x="94995" y="0"/>
                </a:moveTo>
                <a:lnTo>
                  <a:pt x="91185" y="0"/>
                </a:lnTo>
                <a:lnTo>
                  <a:pt x="74777" y="1214"/>
                </a:lnTo>
                <a:lnTo>
                  <a:pt x="38861" y="16000"/>
                </a:lnTo>
                <a:lnTo>
                  <a:pt x="21664" y="59562"/>
                </a:lnTo>
                <a:lnTo>
                  <a:pt x="21678" y="68615"/>
                </a:lnTo>
                <a:lnTo>
                  <a:pt x="22336" y="75406"/>
                </a:lnTo>
                <a:lnTo>
                  <a:pt x="23445" y="82624"/>
                </a:lnTo>
                <a:lnTo>
                  <a:pt x="27304" y="100837"/>
                </a:lnTo>
                <a:lnTo>
                  <a:pt x="28448" y="107951"/>
                </a:lnTo>
                <a:lnTo>
                  <a:pt x="28448" y="118363"/>
                </a:lnTo>
                <a:lnTo>
                  <a:pt x="26161" y="123951"/>
                </a:lnTo>
                <a:lnTo>
                  <a:pt x="16636" y="132587"/>
                </a:lnTo>
                <a:lnTo>
                  <a:pt x="9525" y="134875"/>
                </a:lnTo>
                <a:lnTo>
                  <a:pt x="0" y="135127"/>
                </a:lnTo>
                <a:lnTo>
                  <a:pt x="0" y="147321"/>
                </a:lnTo>
                <a:lnTo>
                  <a:pt x="9525" y="147575"/>
                </a:lnTo>
                <a:lnTo>
                  <a:pt x="16636" y="149988"/>
                </a:lnTo>
                <a:lnTo>
                  <a:pt x="26161" y="158624"/>
                </a:lnTo>
                <a:lnTo>
                  <a:pt x="28448" y="164212"/>
                </a:lnTo>
                <a:lnTo>
                  <a:pt x="28448" y="174626"/>
                </a:lnTo>
                <a:lnTo>
                  <a:pt x="27304" y="181611"/>
                </a:lnTo>
                <a:lnTo>
                  <a:pt x="23445" y="199823"/>
                </a:lnTo>
                <a:lnTo>
                  <a:pt x="22336" y="207041"/>
                </a:lnTo>
                <a:lnTo>
                  <a:pt x="21678" y="213832"/>
                </a:lnTo>
                <a:lnTo>
                  <a:pt x="21462" y="220219"/>
                </a:lnTo>
                <a:lnTo>
                  <a:pt x="22556" y="235267"/>
                </a:lnTo>
                <a:lnTo>
                  <a:pt x="48627" y="274629"/>
                </a:lnTo>
                <a:lnTo>
                  <a:pt x="91185" y="283846"/>
                </a:lnTo>
                <a:lnTo>
                  <a:pt x="94995" y="283846"/>
                </a:lnTo>
                <a:lnTo>
                  <a:pt x="94995" y="272543"/>
                </a:lnTo>
                <a:lnTo>
                  <a:pt x="92709" y="272543"/>
                </a:lnTo>
                <a:lnTo>
                  <a:pt x="82520" y="271830"/>
                </a:lnTo>
                <a:lnTo>
                  <a:pt x="49783" y="246062"/>
                </a:lnTo>
                <a:lnTo>
                  <a:pt x="46735" y="222886"/>
                </a:lnTo>
                <a:lnTo>
                  <a:pt x="46926" y="217412"/>
                </a:lnTo>
                <a:lnTo>
                  <a:pt x="47498" y="211297"/>
                </a:lnTo>
                <a:lnTo>
                  <a:pt x="48450" y="204561"/>
                </a:lnTo>
                <a:lnTo>
                  <a:pt x="51688" y="186945"/>
                </a:lnTo>
                <a:lnTo>
                  <a:pt x="52704" y="179706"/>
                </a:lnTo>
                <a:lnTo>
                  <a:pt x="52704" y="166877"/>
                </a:lnTo>
                <a:lnTo>
                  <a:pt x="50291" y="160021"/>
                </a:lnTo>
                <a:lnTo>
                  <a:pt x="40385" y="149099"/>
                </a:lnTo>
                <a:lnTo>
                  <a:pt x="34416" y="145162"/>
                </a:lnTo>
                <a:lnTo>
                  <a:pt x="27558" y="142622"/>
                </a:lnTo>
                <a:lnTo>
                  <a:pt x="27558" y="139953"/>
                </a:lnTo>
                <a:lnTo>
                  <a:pt x="34416" y="137288"/>
                </a:lnTo>
                <a:lnTo>
                  <a:pt x="40385" y="133351"/>
                </a:lnTo>
                <a:lnTo>
                  <a:pt x="50291" y="122556"/>
                </a:lnTo>
                <a:lnTo>
                  <a:pt x="52704" y="115571"/>
                </a:lnTo>
                <a:lnTo>
                  <a:pt x="52704" y="102743"/>
                </a:lnTo>
                <a:lnTo>
                  <a:pt x="51688" y="95503"/>
                </a:lnTo>
                <a:lnTo>
                  <a:pt x="48450" y="77886"/>
                </a:lnTo>
                <a:lnTo>
                  <a:pt x="47498" y="71151"/>
                </a:lnTo>
                <a:lnTo>
                  <a:pt x="46926" y="65035"/>
                </a:lnTo>
                <a:lnTo>
                  <a:pt x="46735" y="59562"/>
                </a:lnTo>
                <a:lnTo>
                  <a:pt x="47498" y="47589"/>
                </a:lnTo>
                <a:lnTo>
                  <a:pt x="73486" y="14128"/>
                </a:lnTo>
                <a:lnTo>
                  <a:pt x="92709" y="11301"/>
                </a:lnTo>
                <a:lnTo>
                  <a:pt x="94995" y="11301"/>
                </a:lnTo>
                <a:lnTo>
                  <a:pt x="94995"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522" name="Google Shape;3522;p146"/>
          <p:cNvSpPr txBox="1"/>
          <p:nvPr/>
        </p:nvSpPr>
        <p:spPr>
          <a:xfrm>
            <a:off x="688340" y="1611883"/>
            <a:ext cx="9517380" cy="760095"/>
          </a:xfrm>
          <a:prstGeom prst="rect">
            <a:avLst/>
          </a:prstGeom>
          <a:noFill/>
          <a:ln>
            <a:noFill/>
          </a:ln>
        </p:spPr>
        <p:txBody>
          <a:bodyPr spcFirstLastPara="1" wrap="square" lIns="0" tIns="9525" rIns="0" bIns="0" anchor="t" anchorCtr="0">
            <a:spAutoFit/>
          </a:bodyPr>
          <a:lstStyle/>
          <a:p>
            <a:pPr marL="12700" marR="5080" lvl="0" indent="0" algn="l" rtl="0">
              <a:lnSpc>
                <a:spcPct val="100800"/>
              </a:lnSpc>
              <a:spcBef>
                <a:spcPts val="0"/>
              </a:spcBef>
              <a:spcAft>
                <a:spcPts val="0"/>
              </a:spcAft>
              <a:buNone/>
            </a:pPr>
            <a:r>
              <a:rPr lang="en-US" sz="2400">
                <a:latin typeface="Arial Narrow"/>
                <a:ea typeface="Arial Narrow"/>
                <a:cs typeface="Arial Narrow"/>
                <a:sym typeface="Arial Narrow"/>
              </a:rPr>
              <a:t>Key challenge: unlike models we have considered previously, discrete tree structure means there are no gradients</a:t>
            </a:r>
            <a:endParaRPr sz="2400">
              <a:latin typeface="Arial Narrow"/>
              <a:ea typeface="Arial Narrow"/>
              <a:cs typeface="Arial Narrow"/>
              <a:sym typeface="Arial Narrow"/>
            </a:endParaRPr>
          </a:p>
        </p:txBody>
      </p:sp>
      <p:sp>
        <p:nvSpPr>
          <p:cNvPr id="3523" name="Google Shape;3523;p146"/>
          <p:cNvSpPr txBox="1">
            <a:spLocks noGrp="1"/>
          </p:cNvSpPr>
          <p:nvPr>
            <p:ph type="sldNum" idx="12"/>
          </p:nvPr>
        </p:nvSpPr>
        <p:spPr>
          <a:xfrm>
            <a:off x="11282426" y="6440594"/>
            <a:ext cx="250825" cy="200659"/>
          </a:xfrm>
          <a:prstGeom prst="rect">
            <a:avLst/>
          </a:prstGeom>
          <a:noFill/>
          <a:ln>
            <a:noFill/>
          </a:ln>
        </p:spPr>
        <p:txBody>
          <a:bodyPr spcFirstLastPara="1" wrap="square" lIns="0" tIns="2525" rIns="0" bIns="0" anchor="t" anchorCtr="0">
            <a:spAutoFit/>
          </a:bodyPr>
          <a:lstStyle/>
          <a:p>
            <a:pPr marL="38100" lvl="0" indent="0" algn="l" rtl="0">
              <a:lnSpc>
                <a:spcPct val="100000"/>
              </a:lnSpc>
              <a:spcBef>
                <a:spcPts val="0"/>
              </a:spcBef>
              <a:spcAft>
                <a:spcPts val="0"/>
              </a:spcAft>
              <a:buNone/>
            </a:pPr>
            <a:r>
              <a:rPr lang="en-US"/>
              <a:t>21</a:t>
            </a:r>
            <a:endParaRPr/>
          </a:p>
        </p:txBody>
      </p:sp>
      <p:sp>
        <p:nvSpPr>
          <p:cNvPr id="3524" name="Google Shape;3524;p146"/>
          <p:cNvSpPr txBox="1"/>
          <p:nvPr/>
        </p:nvSpPr>
        <p:spPr>
          <a:xfrm>
            <a:off x="662940" y="2742692"/>
            <a:ext cx="9596120" cy="760095"/>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2400">
                <a:latin typeface="Arial Narrow"/>
                <a:ea typeface="Arial Narrow"/>
                <a:cs typeface="Arial Narrow"/>
                <a:sym typeface="Arial Narrow"/>
              </a:rPr>
              <a:t>Additionally, even if we assume binary inputs i.e., </a:t>
            </a:r>
            <a:r>
              <a:rPr lang="en-US" sz="2400">
                <a:latin typeface="Arial"/>
                <a:ea typeface="Arial"/>
                <a:cs typeface="Arial"/>
                <a:sym typeface="Arial"/>
              </a:rPr>
              <a:t>𝑥 ∈	0,1 </a:t>
            </a:r>
            <a:r>
              <a:rPr lang="en-US" sz="2700" baseline="30000">
                <a:latin typeface="Arial"/>
                <a:ea typeface="Arial"/>
                <a:cs typeface="Arial"/>
                <a:sym typeface="Arial"/>
              </a:rPr>
              <a:t>𝑛</a:t>
            </a:r>
            <a:r>
              <a:rPr lang="en-US" sz="2400">
                <a:latin typeface="Arial Narrow"/>
                <a:ea typeface="Arial Narrow"/>
                <a:cs typeface="Arial Narrow"/>
                <a:sym typeface="Arial Narrow"/>
              </a:rPr>
              <a:t>, there are </a:t>
            </a:r>
            <a:r>
              <a:rPr lang="en-US" sz="2400">
                <a:latin typeface="Arial"/>
                <a:ea typeface="Arial"/>
                <a:cs typeface="Arial"/>
                <a:sym typeface="Arial"/>
              </a:rPr>
              <a:t>2</a:t>
            </a:r>
            <a:r>
              <a:rPr lang="en-US" sz="2700" baseline="30000">
                <a:latin typeface="Arial"/>
                <a:ea typeface="Arial"/>
                <a:cs typeface="Arial"/>
                <a:sym typeface="Arial"/>
              </a:rPr>
              <a:t>2</a:t>
            </a:r>
            <a:r>
              <a:rPr lang="en-US" sz="2100" baseline="30000">
                <a:latin typeface="Arial"/>
                <a:ea typeface="Arial"/>
                <a:cs typeface="Arial"/>
                <a:sym typeface="Arial"/>
              </a:rPr>
              <a:t>𝑛</a:t>
            </a:r>
            <a:endParaRPr sz="2100" baseline="30000">
              <a:latin typeface="Arial"/>
              <a:ea typeface="Arial"/>
              <a:cs typeface="Arial"/>
              <a:sym typeface="Arial"/>
            </a:endParaRPr>
          </a:p>
          <a:p>
            <a:pPr marL="38100" lvl="0" indent="0" algn="l" rtl="0">
              <a:lnSpc>
                <a:spcPct val="100000"/>
              </a:lnSpc>
              <a:spcBef>
                <a:spcPts val="20"/>
              </a:spcBef>
              <a:spcAft>
                <a:spcPts val="0"/>
              </a:spcAft>
              <a:buNone/>
            </a:pPr>
            <a:r>
              <a:rPr lang="en-US" sz="2400">
                <a:latin typeface="Arial Narrow"/>
                <a:ea typeface="Arial Narrow"/>
                <a:cs typeface="Arial Narrow"/>
                <a:sym typeface="Arial Narrow"/>
              </a:rPr>
              <a:t>decision trees: </a:t>
            </a:r>
            <a:r>
              <a:rPr lang="en-US" sz="2400">
                <a:latin typeface="Arial"/>
                <a:ea typeface="Arial"/>
                <a:cs typeface="Arial"/>
                <a:sym typeface="Arial"/>
              </a:rPr>
              <a:t>𝑛 = 7 </a:t>
            </a:r>
            <a:r>
              <a:rPr lang="en-US" sz="2400">
                <a:latin typeface="Arial Narrow"/>
                <a:ea typeface="Arial Narrow"/>
                <a:cs typeface="Arial Narrow"/>
                <a:sym typeface="Arial Narrow"/>
              </a:rPr>
              <a:t>means </a:t>
            </a:r>
            <a:r>
              <a:rPr lang="en-US" sz="2400">
                <a:latin typeface="Arial"/>
                <a:ea typeface="Arial"/>
                <a:cs typeface="Arial"/>
                <a:sym typeface="Arial"/>
              </a:rPr>
              <a:t>3.4 × 10</a:t>
            </a:r>
            <a:r>
              <a:rPr lang="en-US" sz="2700" baseline="30000">
                <a:latin typeface="Arial"/>
                <a:ea typeface="Arial"/>
                <a:cs typeface="Arial"/>
                <a:sym typeface="Arial"/>
              </a:rPr>
              <a:t>38 </a:t>
            </a:r>
            <a:r>
              <a:rPr lang="en-US" sz="2400">
                <a:latin typeface="Arial Narrow"/>
                <a:ea typeface="Arial Narrow"/>
                <a:cs typeface="Arial Narrow"/>
                <a:sym typeface="Arial Narrow"/>
              </a:rPr>
              <a:t>possible trees</a:t>
            </a:r>
            <a:endParaRPr sz="2400">
              <a:latin typeface="Arial Narrow"/>
              <a:ea typeface="Arial Narrow"/>
              <a:cs typeface="Arial Narrow"/>
              <a:sym typeface="Arial Narrow"/>
            </a:endParaRPr>
          </a:p>
        </p:txBody>
      </p:sp>
      <p:sp>
        <p:nvSpPr>
          <p:cNvPr id="3525" name="Google Shape;3525;p146"/>
          <p:cNvSpPr txBox="1"/>
          <p:nvPr/>
        </p:nvSpPr>
        <p:spPr>
          <a:xfrm>
            <a:off x="10332656" y="2742692"/>
            <a:ext cx="1061085" cy="3911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latin typeface="Arial Narrow"/>
                <a:ea typeface="Arial Narrow"/>
                <a:cs typeface="Arial Narrow"/>
                <a:sym typeface="Arial Narrow"/>
              </a:rPr>
              <a:t>possible</a:t>
            </a:r>
            <a:endParaRPr sz="2400">
              <a:latin typeface="Arial Narrow"/>
              <a:ea typeface="Arial Narrow"/>
              <a:cs typeface="Arial Narrow"/>
              <a:sym typeface="Arial Narrow"/>
            </a:endParaRPr>
          </a:p>
        </p:txBody>
      </p:sp>
      <p:sp>
        <p:nvSpPr>
          <p:cNvPr id="3526" name="Google Shape;3526;p146"/>
          <p:cNvSpPr txBox="1"/>
          <p:nvPr/>
        </p:nvSpPr>
        <p:spPr>
          <a:xfrm>
            <a:off x="688340" y="3861308"/>
            <a:ext cx="10206355" cy="760095"/>
          </a:xfrm>
          <a:prstGeom prst="rect">
            <a:avLst/>
          </a:prstGeom>
          <a:noFill/>
          <a:ln>
            <a:noFill/>
          </a:ln>
        </p:spPr>
        <p:txBody>
          <a:bodyPr spcFirstLastPara="1" wrap="square" lIns="0" tIns="9525" rIns="0" bIns="0" anchor="t" anchorCtr="0">
            <a:spAutoFit/>
          </a:bodyPr>
          <a:lstStyle/>
          <a:p>
            <a:pPr marL="12700" marR="5080" lvl="0" indent="0" algn="l" rtl="0">
              <a:lnSpc>
                <a:spcPct val="100800"/>
              </a:lnSpc>
              <a:spcBef>
                <a:spcPts val="0"/>
              </a:spcBef>
              <a:spcAft>
                <a:spcPts val="0"/>
              </a:spcAft>
              <a:buNone/>
            </a:pPr>
            <a:r>
              <a:rPr lang="en-US" sz="2400">
                <a:latin typeface="Arial Narrow"/>
                <a:ea typeface="Arial Narrow"/>
                <a:cs typeface="Arial Narrow"/>
                <a:sym typeface="Arial Narrow"/>
              </a:rPr>
              <a:t>Instead, we’re going to use </a:t>
            </a:r>
            <a:r>
              <a:rPr lang="en-US" sz="2400" i="1">
                <a:latin typeface="Arial Narrow"/>
                <a:ea typeface="Arial Narrow"/>
                <a:cs typeface="Arial Narrow"/>
                <a:sym typeface="Arial Narrow"/>
              </a:rPr>
              <a:t>greedy </a:t>
            </a:r>
            <a:r>
              <a:rPr lang="en-US" sz="2400">
                <a:latin typeface="Arial Narrow"/>
                <a:ea typeface="Arial Narrow"/>
                <a:cs typeface="Arial Narrow"/>
                <a:sym typeface="Arial Narrow"/>
              </a:rPr>
              <a:t>methods to incrementally build the tree (i.e., minimize the loss function) one node at a time</a:t>
            </a:r>
            <a:endParaRPr sz="2400">
              <a:latin typeface="Arial Narrow"/>
              <a:ea typeface="Arial Narrow"/>
              <a:cs typeface="Arial Narrow"/>
              <a:sym typeface="Arial Narrow"/>
            </a:endParaRPr>
          </a:p>
        </p:txBody>
      </p:sp>
    </p:spTree>
    <p:extLst>
      <p:ext uri="{BB962C8B-B14F-4D97-AF65-F5344CB8AC3E}">
        <p14:creationId xmlns:p14="http://schemas.microsoft.com/office/powerpoint/2010/main" val="14729770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530"/>
        <p:cNvGrpSpPr/>
        <p:nvPr/>
      </p:nvGrpSpPr>
      <p:grpSpPr>
        <a:xfrm>
          <a:off x="0" y="0"/>
          <a:ext cx="0" cy="0"/>
          <a:chOff x="0" y="0"/>
          <a:chExt cx="0" cy="0"/>
        </a:xfrm>
      </p:grpSpPr>
      <p:sp>
        <p:nvSpPr>
          <p:cNvPr id="3531" name="Google Shape;3531;p147" descr="$PPTXTitle"/>
          <p:cNvSpPr txBox="1">
            <a:spLocks noGrp="1"/>
          </p:cNvSpPr>
          <p:nvPr>
            <p:ph type="title"/>
          </p:nvPr>
        </p:nvSpPr>
        <p:spPr>
          <a:xfrm>
            <a:off x="1278294" y="488187"/>
            <a:ext cx="7408658" cy="635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dirty="0"/>
              <a:t>Optimizing a single leaf</a:t>
            </a:r>
            <a:endParaRPr dirty="0"/>
          </a:p>
        </p:txBody>
      </p:sp>
      <p:grpSp>
        <p:nvGrpSpPr>
          <p:cNvPr id="3532" name="Google Shape;3532;p147"/>
          <p:cNvGrpSpPr/>
          <p:nvPr/>
        </p:nvGrpSpPr>
        <p:grpSpPr>
          <a:xfrm>
            <a:off x="909065" y="2428492"/>
            <a:ext cx="10161011" cy="5850385"/>
            <a:chOff x="909066" y="2428492"/>
            <a:chExt cx="4208780" cy="3705225"/>
          </a:xfrm>
        </p:grpSpPr>
        <p:sp>
          <p:nvSpPr>
            <p:cNvPr id="3533" name="Google Shape;3533;p147"/>
            <p:cNvSpPr/>
            <p:nvPr/>
          </p:nvSpPr>
          <p:spPr>
            <a:xfrm>
              <a:off x="909066" y="2428492"/>
              <a:ext cx="4208780" cy="3705225"/>
            </a:xfrm>
            <a:custGeom>
              <a:avLst/>
              <a:gdLst/>
              <a:ahLst/>
              <a:cxnLst/>
              <a:rect l="l" t="t" r="r" b="b"/>
              <a:pathLst>
                <a:path w="4208780" h="3705225" extrusionOk="0">
                  <a:moveTo>
                    <a:pt x="312420" y="0"/>
                  </a:moveTo>
                  <a:lnTo>
                    <a:pt x="312420" y="3704793"/>
                  </a:lnTo>
                </a:path>
                <a:path w="4208780" h="3705225" extrusionOk="0">
                  <a:moveTo>
                    <a:pt x="4208653" y="3421379"/>
                  </a:moveTo>
                  <a:lnTo>
                    <a:pt x="0" y="3421379"/>
                  </a:lnTo>
                </a:path>
              </a:pathLst>
            </a:custGeom>
            <a:noFill/>
            <a:ln w="38100" cap="flat" cmpd="sng">
              <a:solidFill>
                <a:srgbClr val="A6A6A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534" name="Google Shape;3534;p147"/>
            <p:cNvPicPr preferRelativeResize="0"/>
            <p:nvPr/>
          </p:nvPicPr>
          <p:blipFill rotWithShape="1">
            <a:blip r:embed="rId3">
              <a:alphaModFix/>
            </a:blip>
            <a:srcRect/>
            <a:stretch/>
          </p:blipFill>
          <p:spPr>
            <a:xfrm>
              <a:off x="2348482" y="2910838"/>
              <a:ext cx="137159" cy="137159"/>
            </a:xfrm>
            <a:prstGeom prst="rect">
              <a:avLst/>
            </a:prstGeom>
            <a:noFill/>
            <a:ln>
              <a:noFill/>
            </a:ln>
          </p:spPr>
        </p:pic>
        <p:sp>
          <p:nvSpPr>
            <p:cNvPr id="3535" name="Google Shape;3535;p147"/>
            <p:cNvSpPr/>
            <p:nvPr/>
          </p:nvSpPr>
          <p:spPr>
            <a:xfrm>
              <a:off x="1883662" y="5041390"/>
              <a:ext cx="137160" cy="137160"/>
            </a:xfrm>
            <a:custGeom>
              <a:avLst/>
              <a:gdLst/>
              <a:ahLst/>
              <a:cxnLst/>
              <a:rect l="l" t="t" r="r" b="b"/>
              <a:pathLst>
                <a:path w="137160" h="137160" extrusionOk="0">
                  <a:moveTo>
                    <a:pt x="68580" y="0"/>
                  </a:moveTo>
                  <a:lnTo>
                    <a:pt x="41898" y="5392"/>
                  </a:lnTo>
                  <a:lnTo>
                    <a:pt x="20097" y="20096"/>
                  </a:lnTo>
                  <a:lnTo>
                    <a:pt x="5393" y="41898"/>
                  </a:lnTo>
                  <a:lnTo>
                    <a:pt x="0" y="68578"/>
                  </a:lnTo>
                  <a:lnTo>
                    <a:pt x="5393" y="95261"/>
                  </a:lnTo>
                  <a:lnTo>
                    <a:pt x="20097" y="117062"/>
                  </a:lnTo>
                  <a:lnTo>
                    <a:pt x="41898" y="131766"/>
                  </a:lnTo>
                  <a:lnTo>
                    <a:pt x="68580" y="137158"/>
                  </a:lnTo>
                  <a:lnTo>
                    <a:pt x="95261" y="131766"/>
                  </a:lnTo>
                  <a:lnTo>
                    <a:pt x="117062" y="117062"/>
                  </a:lnTo>
                  <a:lnTo>
                    <a:pt x="131766" y="95261"/>
                  </a:lnTo>
                  <a:lnTo>
                    <a:pt x="137160" y="68578"/>
                  </a:lnTo>
                  <a:lnTo>
                    <a:pt x="131766" y="41898"/>
                  </a:lnTo>
                  <a:lnTo>
                    <a:pt x="117062" y="20096"/>
                  </a:lnTo>
                  <a:lnTo>
                    <a:pt x="95261" y="5392"/>
                  </a:lnTo>
                  <a:lnTo>
                    <a:pt x="68580" y="0"/>
                  </a:lnTo>
                  <a:close/>
                </a:path>
              </a:pathLst>
            </a:custGeom>
            <a:solidFill>
              <a:srgbClr val="FF8B18"/>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536" name="Google Shape;3536;p147"/>
            <p:cNvPicPr preferRelativeResize="0"/>
            <p:nvPr/>
          </p:nvPicPr>
          <p:blipFill rotWithShape="1">
            <a:blip r:embed="rId4">
              <a:alphaModFix/>
            </a:blip>
            <a:srcRect/>
            <a:stretch/>
          </p:blipFill>
          <p:spPr>
            <a:xfrm>
              <a:off x="1597152" y="5245606"/>
              <a:ext cx="137158" cy="137158"/>
            </a:xfrm>
            <a:prstGeom prst="rect">
              <a:avLst/>
            </a:prstGeom>
            <a:noFill/>
            <a:ln>
              <a:noFill/>
            </a:ln>
          </p:spPr>
        </p:pic>
        <p:pic>
          <p:nvPicPr>
            <p:cNvPr id="3537" name="Google Shape;3537;p147"/>
            <p:cNvPicPr preferRelativeResize="0"/>
            <p:nvPr/>
          </p:nvPicPr>
          <p:blipFill rotWithShape="1">
            <a:blip r:embed="rId4">
              <a:alphaModFix/>
            </a:blip>
            <a:srcRect/>
            <a:stretch/>
          </p:blipFill>
          <p:spPr>
            <a:xfrm>
              <a:off x="2119882" y="4620766"/>
              <a:ext cx="137159" cy="137158"/>
            </a:xfrm>
            <a:prstGeom prst="rect">
              <a:avLst/>
            </a:prstGeom>
            <a:noFill/>
            <a:ln>
              <a:noFill/>
            </a:ln>
          </p:spPr>
        </p:pic>
        <p:pic>
          <p:nvPicPr>
            <p:cNvPr id="3538" name="Google Shape;3538;p147"/>
            <p:cNvPicPr preferRelativeResize="0"/>
            <p:nvPr/>
          </p:nvPicPr>
          <p:blipFill rotWithShape="1">
            <a:blip r:embed="rId4">
              <a:alphaModFix/>
            </a:blip>
            <a:srcRect/>
            <a:stretch/>
          </p:blipFill>
          <p:spPr>
            <a:xfrm>
              <a:off x="2438400" y="4936234"/>
              <a:ext cx="137160" cy="137158"/>
            </a:xfrm>
            <a:prstGeom prst="rect">
              <a:avLst/>
            </a:prstGeom>
            <a:noFill/>
            <a:ln>
              <a:noFill/>
            </a:ln>
          </p:spPr>
        </p:pic>
        <p:sp>
          <p:nvSpPr>
            <p:cNvPr id="3539" name="Google Shape;3539;p147"/>
            <p:cNvSpPr/>
            <p:nvPr/>
          </p:nvSpPr>
          <p:spPr>
            <a:xfrm>
              <a:off x="2279904" y="5483350"/>
              <a:ext cx="137160" cy="137160"/>
            </a:xfrm>
            <a:custGeom>
              <a:avLst/>
              <a:gdLst/>
              <a:ahLst/>
              <a:cxnLst/>
              <a:rect l="l" t="t" r="r" b="b"/>
              <a:pathLst>
                <a:path w="137160" h="137160" extrusionOk="0">
                  <a:moveTo>
                    <a:pt x="68578" y="0"/>
                  </a:moveTo>
                  <a:lnTo>
                    <a:pt x="41898" y="5392"/>
                  </a:lnTo>
                  <a:lnTo>
                    <a:pt x="20096" y="20096"/>
                  </a:lnTo>
                  <a:lnTo>
                    <a:pt x="5392" y="41898"/>
                  </a:lnTo>
                  <a:lnTo>
                    <a:pt x="0" y="68579"/>
                  </a:lnTo>
                  <a:lnTo>
                    <a:pt x="5392" y="95271"/>
                  </a:lnTo>
                  <a:lnTo>
                    <a:pt x="20096" y="117071"/>
                  </a:lnTo>
                  <a:lnTo>
                    <a:pt x="41898" y="131770"/>
                  </a:lnTo>
                  <a:lnTo>
                    <a:pt x="68578" y="137160"/>
                  </a:lnTo>
                  <a:lnTo>
                    <a:pt x="95261" y="131770"/>
                  </a:lnTo>
                  <a:lnTo>
                    <a:pt x="117062" y="117071"/>
                  </a:lnTo>
                  <a:lnTo>
                    <a:pt x="131766" y="95271"/>
                  </a:lnTo>
                  <a:lnTo>
                    <a:pt x="137158" y="68579"/>
                  </a:lnTo>
                  <a:lnTo>
                    <a:pt x="131766" y="41898"/>
                  </a:lnTo>
                  <a:lnTo>
                    <a:pt x="117062" y="20096"/>
                  </a:lnTo>
                  <a:lnTo>
                    <a:pt x="95261" y="5392"/>
                  </a:lnTo>
                  <a:lnTo>
                    <a:pt x="68578" y="0"/>
                  </a:lnTo>
                  <a:close/>
                </a:path>
              </a:pathLst>
            </a:custGeom>
            <a:solidFill>
              <a:srgbClr val="FF8B18"/>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540" name="Google Shape;3540;p147"/>
            <p:cNvPicPr preferRelativeResize="0"/>
            <p:nvPr/>
          </p:nvPicPr>
          <p:blipFill rotWithShape="1">
            <a:blip r:embed="rId4">
              <a:alphaModFix/>
            </a:blip>
            <a:srcRect/>
            <a:stretch/>
          </p:blipFill>
          <p:spPr>
            <a:xfrm>
              <a:off x="2638044" y="5314188"/>
              <a:ext cx="137160" cy="137158"/>
            </a:xfrm>
            <a:prstGeom prst="rect">
              <a:avLst/>
            </a:prstGeom>
            <a:noFill/>
            <a:ln>
              <a:noFill/>
            </a:ln>
          </p:spPr>
        </p:pic>
        <p:pic>
          <p:nvPicPr>
            <p:cNvPr id="3541" name="Google Shape;3541;p147"/>
            <p:cNvPicPr preferRelativeResize="0"/>
            <p:nvPr/>
          </p:nvPicPr>
          <p:blipFill rotWithShape="1">
            <a:blip r:embed="rId4">
              <a:alphaModFix/>
            </a:blip>
            <a:srcRect/>
            <a:stretch/>
          </p:blipFill>
          <p:spPr>
            <a:xfrm>
              <a:off x="3345180" y="3742942"/>
              <a:ext cx="137160" cy="137160"/>
            </a:xfrm>
            <a:prstGeom prst="rect">
              <a:avLst/>
            </a:prstGeom>
            <a:noFill/>
            <a:ln>
              <a:noFill/>
            </a:ln>
          </p:spPr>
        </p:pic>
        <p:sp>
          <p:nvSpPr>
            <p:cNvPr id="3542" name="Google Shape;3542;p147"/>
            <p:cNvSpPr/>
            <p:nvPr/>
          </p:nvSpPr>
          <p:spPr>
            <a:xfrm>
              <a:off x="1697736" y="4623816"/>
              <a:ext cx="137160" cy="137160"/>
            </a:xfrm>
            <a:custGeom>
              <a:avLst/>
              <a:gdLst/>
              <a:ahLst/>
              <a:cxnLst/>
              <a:rect l="l" t="t" r="r" b="b"/>
              <a:pathLst>
                <a:path w="137160" h="137160" extrusionOk="0">
                  <a:moveTo>
                    <a:pt x="68580" y="0"/>
                  </a:moveTo>
                  <a:lnTo>
                    <a:pt x="41898" y="5392"/>
                  </a:lnTo>
                  <a:lnTo>
                    <a:pt x="20096" y="20096"/>
                  </a:lnTo>
                  <a:lnTo>
                    <a:pt x="5392" y="41897"/>
                  </a:lnTo>
                  <a:lnTo>
                    <a:pt x="0" y="68578"/>
                  </a:lnTo>
                  <a:lnTo>
                    <a:pt x="5392" y="95261"/>
                  </a:lnTo>
                  <a:lnTo>
                    <a:pt x="20096" y="117062"/>
                  </a:lnTo>
                  <a:lnTo>
                    <a:pt x="41898" y="131766"/>
                  </a:lnTo>
                  <a:lnTo>
                    <a:pt x="68580" y="137158"/>
                  </a:lnTo>
                  <a:lnTo>
                    <a:pt x="95261" y="131766"/>
                  </a:lnTo>
                  <a:lnTo>
                    <a:pt x="117062" y="117062"/>
                  </a:lnTo>
                  <a:lnTo>
                    <a:pt x="131766" y="95261"/>
                  </a:lnTo>
                  <a:lnTo>
                    <a:pt x="137158" y="68578"/>
                  </a:lnTo>
                  <a:lnTo>
                    <a:pt x="131766" y="41897"/>
                  </a:lnTo>
                  <a:lnTo>
                    <a:pt x="117062" y="20096"/>
                  </a:lnTo>
                  <a:lnTo>
                    <a:pt x="95261" y="5392"/>
                  </a:lnTo>
                  <a:lnTo>
                    <a:pt x="68580" y="0"/>
                  </a:lnTo>
                  <a:close/>
                </a:path>
              </a:pathLst>
            </a:custGeom>
            <a:solidFill>
              <a:srgbClr val="6F2F9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543" name="Google Shape;3543;p147"/>
            <p:cNvPicPr preferRelativeResize="0"/>
            <p:nvPr/>
          </p:nvPicPr>
          <p:blipFill rotWithShape="1">
            <a:blip r:embed="rId3">
              <a:alphaModFix/>
            </a:blip>
            <a:srcRect/>
            <a:stretch/>
          </p:blipFill>
          <p:spPr>
            <a:xfrm>
              <a:off x="1787652" y="3724654"/>
              <a:ext cx="137160" cy="137160"/>
            </a:xfrm>
            <a:prstGeom prst="rect">
              <a:avLst/>
            </a:prstGeom>
            <a:noFill/>
            <a:ln>
              <a:noFill/>
            </a:ln>
          </p:spPr>
        </p:pic>
        <p:pic>
          <p:nvPicPr>
            <p:cNvPr id="3544" name="Google Shape;3544;p147"/>
            <p:cNvPicPr preferRelativeResize="0"/>
            <p:nvPr/>
          </p:nvPicPr>
          <p:blipFill rotWithShape="1">
            <a:blip r:embed="rId3">
              <a:alphaModFix/>
            </a:blip>
            <a:srcRect/>
            <a:stretch/>
          </p:blipFill>
          <p:spPr>
            <a:xfrm>
              <a:off x="2225040" y="3992878"/>
              <a:ext cx="137160" cy="137158"/>
            </a:xfrm>
            <a:prstGeom prst="rect">
              <a:avLst/>
            </a:prstGeom>
            <a:noFill/>
            <a:ln>
              <a:noFill/>
            </a:ln>
          </p:spPr>
        </p:pic>
        <p:pic>
          <p:nvPicPr>
            <p:cNvPr id="3545" name="Google Shape;3545;p147"/>
            <p:cNvPicPr preferRelativeResize="0"/>
            <p:nvPr/>
          </p:nvPicPr>
          <p:blipFill rotWithShape="1">
            <a:blip r:embed="rId5">
              <a:alphaModFix/>
            </a:blip>
            <a:srcRect/>
            <a:stretch/>
          </p:blipFill>
          <p:spPr>
            <a:xfrm>
              <a:off x="2903220" y="4936234"/>
              <a:ext cx="137160" cy="137158"/>
            </a:xfrm>
            <a:prstGeom prst="rect">
              <a:avLst/>
            </a:prstGeom>
            <a:noFill/>
            <a:ln>
              <a:noFill/>
            </a:ln>
          </p:spPr>
        </p:pic>
        <p:pic>
          <p:nvPicPr>
            <p:cNvPr id="3546" name="Google Shape;3546;p147"/>
            <p:cNvPicPr preferRelativeResize="0"/>
            <p:nvPr/>
          </p:nvPicPr>
          <p:blipFill rotWithShape="1">
            <a:blip r:embed="rId3">
              <a:alphaModFix/>
            </a:blip>
            <a:srcRect/>
            <a:stretch/>
          </p:blipFill>
          <p:spPr>
            <a:xfrm>
              <a:off x="2624326" y="3587494"/>
              <a:ext cx="137159" cy="137158"/>
            </a:xfrm>
            <a:prstGeom prst="rect">
              <a:avLst/>
            </a:prstGeom>
            <a:noFill/>
            <a:ln>
              <a:noFill/>
            </a:ln>
          </p:spPr>
        </p:pic>
        <p:pic>
          <p:nvPicPr>
            <p:cNvPr id="3547" name="Google Shape;3547;p147"/>
            <p:cNvPicPr preferRelativeResize="0"/>
            <p:nvPr/>
          </p:nvPicPr>
          <p:blipFill rotWithShape="1">
            <a:blip r:embed="rId3">
              <a:alphaModFix/>
            </a:blip>
            <a:srcRect/>
            <a:stretch/>
          </p:blipFill>
          <p:spPr>
            <a:xfrm>
              <a:off x="3444238" y="4539994"/>
              <a:ext cx="137160" cy="137160"/>
            </a:xfrm>
            <a:prstGeom prst="rect">
              <a:avLst/>
            </a:prstGeom>
            <a:noFill/>
            <a:ln>
              <a:noFill/>
            </a:ln>
          </p:spPr>
        </p:pic>
        <p:pic>
          <p:nvPicPr>
            <p:cNvPr id="3548" name="Google Shape;3548;p147"/>
            <p:cNvPicPr preferRelativeResize="0"/>
            <p:nvPr/>
          </p:nvPicPr>
          <p:blipFill rotWithShape="1">
            <a:blip r:embed="rId3">
              <a:alphaModFix/>
            </a:blip>
            <a:srcRect/>
            <a:stretch/>
          </p:blipFill>
          <p:spPr>
            <a:xfrm>
              <a:off x="3505200" y="3992878"/>
              <a:ext cx="137160" cy="137158"/>
            </a:xfrm>
            <a:prstGeom prst="rect">
              <a:avLst/>
            </a:prstGeom>
            <a:noFill/>
            <a:ln>
              <a:noFill/>
            </a:ln>
          </p:spPr>
        </p:pic>
        <p:pic>
          <p:nvPicPr>
            <p:cNvPr id="3549" name="Google Shape;3549;p147"/>
            <p:cNvPicPr preferRelativeResize="0"/>
            <p:nvPr/>
          </p:nvPicPr>
          <p:blipFill rotWithShape="1">
            <a:blip r:embed="rId3">
              <a:alphaModFix/>
            </a:blip>
            <a:srcRect/>
            <a:stretch/>
          </p:blipFill>
          <p:spPr>
            <a:xfrm>
              <a:off x="3834382" y="4468366"/>
              <a:ext cx="137160" cy="137158"/>
            </a:xfrm>
            <a:prstGeom prst="rect">
              <a:avLst/>
            </a:prstGeom>
            <a:noFill/>
            <a:ln>
              <a:noFill/>
            </a:ln>
          </p:spPr>
        </p:pic>
        <p:pic>
          <p:nvPicPr>
            <p:cNvPr id="3550" name="Google Shape;3550;p147"/>
            <p:cNvPicPr preferRelativeResize="0"/>
            <p:nvPr/>
          </p:nvPicPr>
          <p:blipFill rotWithShape="1">
            <a:blip r:embed="rId3">
              <a:alphaModFix/>
            </a:blip>
            <a:srcRect/>
            <a:stretch/>
          </p:blipFill>
          <p:spPr>
            <a:xfrm>
              <a:off x="3019044" y="4261104"/>
              <a:ext cx="137160" cy="137158"/>
            </a:xfrm>
            <a:prstGeom prst="rect">
              <a:avLst/>
            </a:prstGeom>
            <a:noFill/>
            <a:ln>
              <a:noFill/>
            </a:ln>
          </p:spPr>
        </p:pic>
        <p:pic>
          <p:nvPicPr>
            <p:cNvPr id="3551" name="Google Shape;3551;p147"/>
            <p:cNvPicPr preferRelativeResize="0"/>
            <p:nvPr/>
          </p:nvPicPr>
          <p:blipFill rotWithShape="1">
            <a:blip r:embed="rId3">
              <a:alphaModFix/>
            </a:blip>
            <a:srcRect/>
            <a:stretch/>
          </p:blipFill>
          <p:spPr>
            <a:xfrm>
              <a:off x="3505200" y="5414772"/>
              <a:ext cx="137160" cy="137158"/>
            </a:xfrm>
            <a:prstGeom prst="rect">
              <a:avLst/>
            </a:prstGeom>
            <a:noFill/>
            <a:ln>
              <a:noFill/>
            </a:ln>
          </p:spPr>
        </p:pic>
        <p:pic>
          <p:nvPicPr>
            <p:cNvPr id="3552" name="Google Shape;3552;p147"/>
            <p:cNvPicPr preferRelativeResize="0"/>
            <p:nvPr/>
          </p:nvPicPr>
          <p:blipFill rotWithShape="1">
            <a:blip r:embed="rId3">
              <a:alphaModFix/>
            </a:blip>
            <a:srcRect/>
            <a:stretch/>
          </p:blipFill>
          <p:spPr>
            <a:xfrm>
              <a:off x="3642360" y="5126734"/>
              <a:ext cx="137160" cy="137158"/>
            </a:xfrm>
            <a:prstGeom prst="rect">
              <a:avLst/>
            </a:prstGeom>
            <a:noFill/>
            <a:ln>
              <a:noFill/>
            </a:ln>
          </p:spPr>
        </p:pic>
        <p:pic>
          <p:nvPicPr>
            <p:cNvPr id="3553" name="Google Shape;3553;p147"/>
            <p:cNvPicPr preferRelativeResize="0"/>
            <p:nvPr/>
          </p:nvPicPr>
          <p:blipFill rotWithShape="1">
            <a:blip r:embed="rId6">
              <a:alphaModFix/>
            </a:blip>
            <a:srcRect/>
            <a:stretch/>
          </p:blipFill>
          <p:spPr>
            <a:xfrm>
              <a:off x="4047744" y="4055362"/>
              <a:ext cx="137158" cy="137159"/>
            </a:xfrm>
            <a:prstGeom prst="rect">
              <a:avLst/>
            </a:prstGeom>
            <a:noFill/>
            <a:ln>
              <a:noFill/>
            </a:ln>
          </p:spPr>
        </p:pic>
        <p:pic>
          <p:nvPicPr>
            <p:cNvPr id="3554" name="Google Shape;3554;p147"/>
            <p:cNvPicPr preferRelativeResize="0"/>
            <p:nvPr/>
          </p:nvPicPr>
          <p:blipFill rotWithShape="1">
            <a:blip r:embed="rId6">
              <a:alphaModFix/>
            </a:blip>
            <a:srcRect/>
            <a:stretch/>
          </p:blipFill>
          <p:spPr>
            <a:xfrm>
              <a:off x="4009644" y="4927090"/>
              <a:ext cx="137158" cy="137158"/>
            </a:xfrm>
            <a:prstGeom prst="rect">
              <a:avLst/>
            </a:prstGeom>
            <a:noFill/>
            <a:ln>
              <a:noFill/>
            </a:ln>
          </p:spPr>
        </p:pic>
        <p:pic>
          <p:nvPicPr>
            <p:cNvPr id="3555" name="Google Shape;3555;p147"/>
            <p:cNvPicPr preferRelativeResize="0"/>
            <p:nvPr/>
          </p:nvPicPr>
          <p:blipFill rotWithShape="1">
            <a:blip r:embed="rId3">
              <a:alphaModFix/>
            </a:blip>
            <a:srcRect/>
            <a:stretch/>
          </p:blipFill>
          <p:spPr>
            <a:xfrm>
              <a:off x="4264150" y="5396482"/>
              <a:ext cx="137160" cy="137158"/>
            </a:xfrm>
            <a:prstGeom prst="rect">
              <a:avLst/>
            </a:prstGeom>
            <a:noFill/>
            <a:ln>
              <a:noFill/>
            </a:ln>
          </p:spPr>
        </p:pic>
        <p:pic>
          <p:nvPicPr>
            <p:cNvPr id="3556" name="Google Shape;3556;p147"/>
            <p:cNvPicPr preferRelativeResize="0"/>
            <p:nvPr/>
          </p:nvPicPr>
          <p:blipFill rotWithShape="1">
            <a:blip r:embed="rId3">
              <a:alphaModFix/>
            </a:blip>
            <a:srcRect/>
            <a:stretch/>
          </p:blipFill>
          <p:spPr>
            <a:xfrm>
              <a:off x="3009900" y="2973322"/>
              <a:ext cx="137160" cy="137159"/>
            </a:xfrm>
            <a:prstGeom prst="rect">
              <a:avLst/>
            </a:prstGeom>
            <a:noFill/>
            <a:ln>
              <a:noFill/>
            </a:ln>
          </p:spPr>
        </p:pic>
        <p:pic>
          <p:nvPicPr>
            <p:cNvPr id="3557" name="Google Shape;3557;p147"/>
            <p:cNvPicPr preferRelativeResize="0"/>
            <p:nvPr/>
          </p:nvPicPr>
          <p:blipFill rotWithShape="1">
            <a:blip r:embed="rId3">
              <a:alphaModFix/>
            </a:blip>
            <a:srcRect/>
            <a:stretch/>
          </p:blipFill>
          <p:spPr>
            <a:xfrm>
              <a:off x="3552444" y="3070858"/>
              <a:ext cx="137158" cy="137159"/>
            </a:xfrm>
            <a:prstGeom prst="rect">
              <a:avLst/>
            </a:prstGeom>
            <a:noFill/>
            <a:ln>
              <a:noFill/>
            </a:ln>
          </p:spPr>
        </p:pic>
        <p:pic>
          <p:nvPicPr>
            <p:cNvPr id="3558" name="Google Shape;3558;p147"/>
            <p:cNvPicPr preferRelativeResize="0"/>
            <p:nvPr/>
          </p:nvPicPr>
          <p:blipFill rotWithShape="1">
            <a:blip r:embed="rId6">
              <a:alphaModFix/>
            </a:blip>
            <a:srcRect/>
            <a:stretch/>
          </p:blipFill>
          <p:spPr>
            <a:xfrm>
              <a:off x="3872482" y="3441190"/>
              <a:ext cx="137160" cy="137160"/>
            </a:xfrm>
            <a:prstGeom prst="rect">
              <a:avLst/>
            </a:prstGeom>
            <a:noFill/>
            <a:ln>
              <a:noFill/>
            </a:ln>
          </p:spPr>
        </p:pic>
        <p:sp>
          <p:nvSpPr>
            <p:cNvPr id="3559" name="Google Shape;3559;p147"/>
            <p:cNvSpPr/>
            <p:nvPr/>
          </p:nvSpPr>
          <p:spPr>
            <a:xfrm>
              <a:off x="1560576" y="4776216"/>
              <a:ext cx="137160" cy="137160"/>
            </a:xfrm>
            <a:custGeom>
              <a:avLst/>
              <a:gdLst/>
              <a:ahLst/>
              <a:cxnLst/>
              <a:rect l="l" t="t" r="r" b="b"/>
              <a:pathLst>
                <a:path w="137160" h="137160" extrusionOk="0">
                  <a:moveTo>
                    <a:pt x="68580" y="0"/>
                  </a:moveTo>
                  <a:lnTo>
                    <a:pt x="41898" y="5392"/>
                  </a:lnTo>
                  <a:lnTo>
                    <a:pt x="20096" y="20096"/>
                  </a:lnTo>
                  <a:lnTo>
                    <a:pt x="5392" y="41897"/>
                  </a:lnTo>
                  <a:lnTo>
                    <a:pt x="0" y="68578"/>
                  </a:lnTo>
                  <a:lnTo>
                    <a:pt x="5392" y="95261"/>
                  </a:lnTo>
                  <a:lnTo>
                    <a:pt x="20096" y="117062"/>
                  </a:lnTo>
                  <a:lnTo>
                    <a:pt x="41898" y="131766"/>
                  </a:lnTo>
                  <a:lnTo>
                    <a:pt x="68580" y="137158"/>
                  </a:lnTo>
                  <a:lnTo>
                    <a:pt x="95261" y="131766"/>
                  </a:lnTo>
                  <a:lnTo>
                    <a:pt x="117062" y="117062"/>
                  </a:lnTo>
                  <a:lnTo>
                    <a:pt x="131766" y="95261"/>
                  </a:lnTo>
                  <a:lnTo>
                    <a:pt x="137160" y="68578"/>
                  </a:lnTo>
                  <a:lnTo>
                    <a:pt x="131766" y="41897"/>
                  </a:lnTo>
                  <a:lnTo>
                    <a:pt x="117062" y="20096"/>
                  </a:lnTo>
                  <a:lnTo>
                    <a:pt x="95261" y="5392"/>
                  </a:lnTo>
                  <a:lnTo>
                    <a:pt x="68580" y="0"/>
                  </a:lnTo>
                  <a:close/>
                </a:path>
              </a:pathLst>
            </a:custGeom>
            <a:solidFill>
              <a:srgbClr val="6F2F9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560" name="Google Shape;3560;p147"/>
            <p:cNvPicPr preferRelativeResize="0"/>
            <p:nvPr/>
          </p:nvPicPr>
          <p:blipFill rotWithShape="1">
            <a:blip r:embed="rId7">
              <a:alphaModFix/>
            </a:blip>
            <a:srcRect/>
            <a:stretch/>
          </p:blipFill>
          <p:spPr>
            <a:xfrm>
              <a:off x="2142744" y="4913374"/>
              <a:ext cx="137160" cy="137159"/>
            </a:xfrm>
            <a:prstGeom prst="rect">
              <a:avLst/>
            </a:prstGeom>
            <a:noFill/>
            <a:ln>
              <a:noFill/>
            </a:ln>
          </p:spPr>
        </p:pic>
        <p:pic>
          <p:nvPicPr>
            <p:cNvPr id="3561" name="Google Shape;3561;p147"/>
            <p:cNvPicPr preferRelativeResize="0"/>
            <p:nvPr/>
          </p:nvPicPr>
          <p:blipFill rotWithShape="1">
            <a:blip r:embed="rId4">
              <a:alphaModFix/>
            </a:blip>
            <a:srcRect/>
            <a:stretch/>
          </p:blipFill>
          <p:spPr>
            <a:xfrm>
              <a:off x="2193036" y="5178550"/>
              <a:ext cx="137158" cy="137160"/>
            </a:xfrm>
            <a:prstGeom prst="rect">
              <a:avLst/>
            </a:prstGeom>
            <a:noFill/>
            <a:ln>
              <a:noFill/>
            </a:ln>
          </p:spPr>
        </p:pic>
        <p:pic>
          <p:nvPicPr>
            <p:cNvPr id="3562" name="Google Shape;3562;p147"/>
            <p:cNvPicPr preferRelativeResize="0"/>
            <p:nvPr/>
          </p:nvPicPr>
          <p:blipFill rotWithShape="1">
            <a:blip r:embed="rId4">
              <a:alphaModFix/>
            </a:blip>
            <a:srcRect/>
            <a:stretch/>
          </p:blipFill>
          <p:spPr>
            <a:xfrm>
              <a:off x="1766316" y="5320282"/>
              <a:ext cx="137158" cy="137158"/>
            </a:xfrm>
            <a:prstGeom prst="rect">
              <a:avLst/>
            </a:prstGeom>
            <a:noFill/>
            <a:ln>
              <a:noFill/>
            </a:ln>
          </p:spPr>
        </p:pic>
        <p:sp>
          <p:nvSpPr>
            <p:cNvPr id="3563" name="Google Shape;3563;p147"/>
            <p:cNvSpPr/>
            <p:nvPr/>
          </p:nvSpPr>
          <p:spPr>
            <a:xfrm>
              <a:off x="2071116" y="5273039"/>
              <a:ext cx="612775" cy="417830"/>
            </a:xfrm>
            <a:custGeom>
              <a:avLst/>
              <a:gdLst/>
              <a:ahLst/>
              <a:cxnLst/>
              <a:rect l="l" t="t" r="r" b="b"/>
              <a:pathLst>
                <a:path w="612775" h="417829" extrusionOk="0">
                  <a:moveTo>
                    <a:pt x="137160" y="272796"/>
                  </a:moveTo>
                  <a:lnTo>
                    <a:pt x="131762" y="246126"/>
                  </a:lnTo>
                  <a:lnTo>
                    <a:pt x="117043" y="224320"/>
                  </a:lnTo>
                  <a:lnTo>
                    <a:pt x="95250" y="209613"/>
                  </a:lnTo>
                  <a:lnTo>
                    <a:pt x="68580" y="204216"/>
                  </a:lnTo>
                  <a:lnTo>
                    <a:pt x="41897" y="209613"/>
                  </a:lnTo>
                  <a:lnTo>
                    <a:pt x="20091" y="224320"/>
                  </a:lnTo>
                  <a:lnTo>
                    <a:pt x="5372" y="246126"/>
                  </a:lnTo>
                  <a:lnTo>
                    <a:pt x="0" y="272796"/>
                  </a:lnTo>
                  <a:lnTo>
                    <a:pt x="5372" y="299478"/>
                  </a:lnTo>
                  <a:lnTo>
                    <a:pt x="20091" y="321284"/>
                  </a:lnTo>
                  <a:lnTo>
                    <a:pt x="41897" y="335991"/>
                  </a:lnTo>
                  <a:lnTo>
                    <a:pt x="68580" y="341376"/>
                  </a:lnTo>
                  <a:lnTo>
                    <a:pt x="95250" y="335991"/>
                  </a:lnTo>
                  <a:lnTo>
                    <a:pt x="117043" y="321284"/>
                  </a:lnTo>
                  <a:lnTo>
                    <a:pt x="131762" y="299478"/>
                  </a:lnTo>
                  <a:lnTo>
                    <a:pt x="137160" y="272796"/>
                  </a:lnTo>
                  <a:close/>
                </a:path>
                <a:path w="612775" h="417829" extrusionOk="0">
                  <a:moveTo>
                    <a:pt x="422148" y="68580"/>
                  </a:moveTo>
                  <a:lnTo>
                    <a:pt x="416750" y="41910"/>
                  </a:lnTo>
                  <a:lnTo>
                    <a:pt x="402031" y="20104"/>
                  </a:lnTo>
                  <a:lnTo>
                    <a:pt x="380238" y="5397"/>
                  </a:lnTo>
                  <a:lnTo>
                    <a:pt x="353568" y="0"/>
                  </a:lnTo>
                  <a:lnTo>
                    <a:pt x="326885" y="5397"/>
                  </a:lnTo>
                  <a:lnTo>
                    <a:pt x="305079" y="20104"/>
                  </a:lnTo>
                  <a:lnTo>
                    <a:pt x="290360" y="41910"/>
                  </a:lnTo>
                  <a:lnTo>
                    <a:pt x="284988" y="68580"/>
                  </a:lnTo>
                  <a:lnTo>
                    <a:pt x="290360" y="95262"/>
                  </a:lnTo>
                  <a:lnTo>
                    <a:pt x="305079" y="117068"/>
                  </a:lnTo>
                  <a:lnTo>
                    <a:pt x="326885" y="131775"/>
                  </a:lnTo>
                  <a:lnTo>
                    <a:pt x="353568" y="137160"/>
                  </a:lnTo>
                  <a:lnTo>
                    <a:pt x="380238" y="131775"/>
                  </a:lnTo>
                  <a:lnTo>
                    <a:pt x="402031" y="117068"/>
                  </a:lnTo>
                  <a:lnTo>
                    <a:pt x="416750" y="95262"/>
                  </a:lnTo>
                  <a:lnTo>
                    <a:pt x="422148" y="68580"/>
                  </a:lnTo>
                  <a:close/>
                </a:path>
                <a:path w="612775" h="417829" extrusionOk="0">
                  <a:moveTo>
                    <a:pt x="612648" y="348996"/>
                  </a:moveTo>
                  <a:lnTo>
                    <a:pt x="607250" y="322326"/>
                  </a:lnTo>
                  <a:lnTo>
                    <a:pt x="592531" y="300520"/>
                  </a:lnTo>
                  <a:lnTo>
                    <a:pt x="570738" y="285813"/>
                  </a:lnTo>
                  <a:lnTo>
                    <a:pt x="544068" y="280416"/>
                  </a:lnTo>
                  <a:lnTo>
                    <a:pt x="517385" y="285813"/>
                  </a:lnTo>
                  <a:lnTo>
                    <a:pt x="495579" y="300520"/>
                  </a:lnTo>
                  <a:lnTo>
                    <a:pt x="480860" y="322326"/>
                  </a:lnTo>
                  <a:lnTo>
                    <a:pt x="475488" y="348996"/>
                  </a:lnTo>
                  <a:lnTo>
                    <a:pt x="480860" y="375691"/>
                  </a:lnTo>
                  <a:lnTo>
                    <a:pt x="495579" y="397497"/>
                  </a:lnTo>
                  <a:lnTo>
                    <a:pt x="517385" y="412191"/>
                  </a:lnTo>
                  <a:lnTo>
                    <a:pt x="544068" y="417576"/>
                  </a:lnTo>
                  <a:lnTo>
                    <a:pt x="570738" y="412191"/>
                  </a:lnTo>
                  <a:lnTo>
                    <a:pt x="592531" y="397497"/>
                  </a:lnTo>
                  <a:lnTo>
                    <a:pt x="607250" y="375691"/>
                  </a:lnTo>
                  <a:lnTo>
                    <a:pt x="612648" y="348996"/>
                  </a:lnTo>
                  <a:close/>
                </a:path>
              </a:pathLst>
            </a:custGeom>
            <a:solidFill>
              <a:srgbClr val="FF8B18"/>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564" name="Google Shape;3564;p147"/>
            <p:cNvPicPr preferRelativeResize="0"/>
            <p:nvPr/>
          </p:nvPicPr>
          <p:blipFill rotWithShape="1">
            <a:blip r:embed="rId3">
              <a:alphaModFix/>
            </a:blip>
            <a:srcRect/>
            <a:stretch/>
          </p:blipFill>
          <p:spPr>
            <a:xfrm>
              <a:off x="2534412" y="3819142"/>
              <a:ext cx="137160" cy="137160"/>
            </a:xfrm>
            <a:prstGeom prst="rect">
              <a:avLst/>
            </a:prstGeom>
            <a:noFill/>
            <a:ln>
              <a:noFill/>
            </a:ln>
          </p:spPr>
        </p:pic>
        <p:pic>
          <p:nvPicPr>
            <p:cNvPr id="3565" name="Google Shape;3565;p147"/>
            <p:cNvPicPr preferRelativeResize="0"/>
            <p:nvPr/>
          </p:nvPicPr>
          <p:blipFill rotWithShape="1">
            <a:blip r:embed="rId3">
              <a:alphaModFix/>
            </a:blip>
            <a:srcRect/>
            <a:stretch/>
          </p:blipFill>
          <p:spPr>
            <a:xfrm>
              <a:off x="2595372" y="3272026"/>
              <a:ext cx="137158" cy="137160"/>
            </a:xfrm>
            <a:prstGeom prst="rect">
              <a:avLst/>
            </a:prstGeom>
            <a:noFill/>
            <a:ln>
              <a:noFill/>
            </a:ln>
          </p:spPr>
        </p:pic>
        <p:pic>
          <p:nvPicPr>
            <p:cNvPr id="3566" name="Google Shape;3566;p147"/>
            <p:cNvPicPr preferRelativeResize="0"/>
            <p:nvPr/>
          </p:nvPicPr>
          <p:blipFill rotWithShape="1">
            <a:blip r:embed="rId6">
              <a:alphaModFix/>
            </a:blip>
            <a:srcRect/>
            <a:stretch/>
          </p:blipFill>
          <p:spPr>
            <a:xfrm>
              <a:off x="2924554" y="3745990"/>
              <a:ext cx="137160" cy="137158"/>
            </a:xfrm>
            <a:prstGeom prst="rect">
              <a:avLst/>
            </a:prstGeom>
            <a:noFill/>
            <a:ln>
              <a:noFill/>
            </a:ln>
          </p:spPr>
        </p:pic>
        <p:pic>
          <p:nvPicPr>
            <p:cNvPr id="3567" name="Google Shape;3567;p147"/>
            <p:cNvPicPr preferRelativeResize="0"/>
            <p:nvPr/>
          </p:nvPicPr>
          <p:blipFill rotWithShape="1">
            <a:blip r:embed="rId3">
              <a:alphaModFix/>
            </a:blip>
            <a:srcRect/>
            <a:stretch/>
          </p:blipFill>
          <p:spPr>
            <a:xfrm>
              <a:off x="2109216" y="3540250"/>
              <a:ext cx="137158" cy="137160"/>
            </a:xfrm>
            <a:prstGeom prst="rect">
              <a:avLst/>
            </a:prstGeom>
            <a:noFill/>
            <a:ln>
              <a:noFill/>
            </a:ln>
          </p:spPr>
        </p:pic>
        <p:pic>
          <p:nvPicPr>
            <p:cNvPr id="3568" name="Google Shape;3568;p147"/>
            <p:cNvPicPr preferRelativeResize="0"/>
            <p:nvPr/>
          </p:nvPicPr>
          <p:blipFill rotWithShape="1">
            <a:blip r:embed="rId3">
              <a:alphaModFix/>
            </a:blip>
            <a:srcRect/>
            <a:stretch/>
          </p:blipFill>
          <p:spPr>
            <a:xfrm>
              <a:off x="3139438" y="3332986"/>
              <a:ext cx="137160" cy="137159"/>
            </a:xfrm>
            <a:prstGeom prst="rect">
              <a:avLst/>
            </a:prstGeom>
            <a:noFill/>
            <a:ln>
              <a:noFill/>
            </a:ln>
          </p:spPr>
        </p:pic>
        <p:pic>
          <p:nvPicPr>
            <p:cNvPr id="3569" name="Google Shape;3569;p147"/>
            <p:cNvPicPr preferRelativeResize="0"/>
            <p:nvPr/>
          </p:nvPicPr>
          <p:blipFill rotWithShape="1">
            <a:blip r:embed="rId6">
              <a:alphaModFix/>
            </a:blip>
            <a:srcRect/>
            <a:stretch/>
          </p:blipFill>
          <p:spPr>
            <a:xfrm>
              <a:off x="3899916" y="3732274"/>
              <a:ext cx="137160" cy="137159"/>
            </a:xfrm>
            <a:prstGeom prst="rect">
              <a:avLst/>
            </a:prstGeom>
            <a:noFill/>
            <a:ln>
              <a:noFill/>
            </a:ln>
          </p:spPr>
        </p:pic>
        <p:pic>
          <p:nvPicPr>
            <p:cNvPr id="3570" name="Google Shape;3570;p147"/>
            <p:cNvPicPr preferRelativeResize="0"/>
            <p:nvPr/>
          </p:nvPicPr>
          <p:blipFill rotWithShape="1">
            <a:blip r:embed="rId3">
              <a:alphaModFix/>
            </a:blip>
            <a:srcRect/>
            <a:stretch/>
          </p:blipFill>
          <p:spPr>
            <a:xfrm>
              <a:off x="3959350" y="3185158"/>
              <a:ext cx="137160" cy="137160"/>
            </a:xfrm>
            <a:prstGeom prst="rect">
              <a:avLst/>
            </a:prstGeom>
            <a:noFill/>
            <a:ln>
              <a:noFill/>
            </a:ln>
          </p:spPr>
        </p:pic>
        <p:pic>
          <p:nvPicPr>
            <p:cNvPr id="3571" name="Google Shape;3571;p147"/>
            <p:cNvPicPr preferRelativeResize="0"/>
            <p:nvPr/>
          </p:nvPicPr>
          <p:blipFill rotWithShape="1">
            <a:blip r:embed="rId3">
              <a:alphaModFix/>
            </a:blip>
            <a:srcRect/>
            <a:stretch/>
          </p:blipFill>
          <p:spPr>
            <a:xfrm>
              <a:off x="4288536" y="3659122"/>
              <a:ext cx="137160" cy="137158"/>
            </a:xfrm>
            <a:prstGeom prst="rect">
              <a:avLst/>
            </a:prstGeom>
            <a:noFill/>
            <a:ln>
              <a:noFill/>
            </a:ln>
          </p:spPr>
        </p:pic>
        <p:pic>
          <p:nvPicPr>
            <p:cNvPr id="3572" name="Google Shape;3572;p147"/>
            <p:cNvPicPr preferRelativeResize="0"/>
            <p:nvPr/>
          </p:nvPicPr>
          <p:blipFill rotWithShape="1">
            <a:blip r:embed="rId5">
              <a:alphaModFix/>
            </a:blip>
            <a:srcRect/>
            <a:stretch/>
          </p:blipFill>
          <p:spPr>
            <a:xfrm>
              <a:off x="3474720" y="3453382"/>
              <a:ext cx="137158" cy="137160"/>
            </a:xfrm>
            <a:prstGeom prst="rect">
              <a:avLst/>
            </a:prstGeom>
            <a:noFill/>
            <a:ln>
              <a:noFill/>
            </a:ln>
          </p:spPr>
        </p:pic>
        <p:pic>
          <p:nvPicPr>
            <p:cNvPr id="3573" name="Google Shape;3573;p147"/>
            <p:cNvPicPr preferRelativeResize="0"/>
            <p:nvPr/>
          </p:nvPicPr>
          <p:blipFill rotWithShape="1">
            <a:blip r:embed="rId8">
              <a:alphaModFix/>
            </a:blip>
            <a:srcRect/>
            <a:stretch/>
          </p:blipFill>
          <p:spPr>
            <a:xfrm>
              <a:off x="4503418" y="3246118"/>
              <a:ext cx="137158" cy="137158"/>
            </a:xfrm>
            <a:prstGeom prst="rect">
              <a:avLst/>
            </a:prstGeom>
            <a:noFill/>
            <a:ln>
              <a:noFill/>
            </a:ln>
          </p:spPr>
        </p:pic>
        <p:pic>
          <p:nvPicPr>
            <p:cNvPr id="3574" name="Google Shape;3574;p147"/>
            <p:cNvPicPr preferRelativeResize="0"/>
            <p:nvPr/>
          </p:nvPicPr>
          <p:blipFill rotWithShape="1">
            <a:blip r:embed="rId5">
              <a:alphaModFix/>
            </a:blip>
            <a:srcRect/>
            <a:stretch/>
          </p:blipFill>
          <p:spPr>
            <a:xfrm>
              <a:off x="1755648" y="4224526"/>
              <a:ext cx="137158" cy="137160"/>
            </a:xfrm>
            <a:prstGeom prst="rect">
              <a:avLst/>
            </a:prstGeom>
            <a:noFill/>
            <a:ln>
              <a:noFill/>
            </a:ln>
          </p:spPr>
        </p:pic>
        <p:pic>
          <p:nvPicPr>
            <p:cNvPr id="3575" name="Google Shape;3575;p147"/>
            <p:cNvPicPr preferRelativeResize="0"/>
            <p:nvPr/>
          </p:nvPicPr>
          <p:blipFill rotWithShape="1">
            <a:blip r:embed="rId5">
              <a:alphaModFix/>
            </a:blip>
            <a:srcRect/>
            <a:stretch/>
          </p:blipFill>
          <p:spPr>
            <a:xfrm>
              <a:off x="1450848" y="4142232"/>
              <a:ext cx="137159" cy="137159"/>
            </a:xfrm>
            <a:prstGeom prst="rect">
              <a:avLst/>
            </a:prstGeom>
            <a:noFill/>
            <a:ln>
              <a:noFill/>
            </a:ln>
          </p:spPr>
        </p:pic>
        <p:pic>
          <p:nvPicPr>
            <p:cNvPr id="3576" name="Google Shape;3576;p147"/>
            <p:cNvPicPr preferRelativeResize="0"/>
            <p:nvPr/>
          </p:nvPicPr>
          <p:blipFill rotWithShape="1">
            <a:blip r:embed="rId3">
              <a:alphaModFix/>
            </a:blip>
            <a:srcRect/>
            <a:stretch/>
          </p:blipFill>
          <p:spPr>
            <a:xfrm>
              <a:off x="2113788" y="4305300"/>
              <a:ext cx="137160" cy="137160"/>
            </a:xfrm>
            <a:prstGeom prst="rect">
              <a:avLst/>
            </a:prstGeom>
            <a:noFill/>
            <a:ln>
              <a:noFill/>
            </a:ln>
          </p:spPr>
        </p:pic>
        <p:pic>
          <p:nvPicPr>
            <p:cNvPr id="3577" name="Google Shape;3577;p147"/>
            <p:cNvPicPr preferRelativeResize="0"/>
            <p:nvPr/>
          </p:nvPicPr>
          <p:blipFill rotWithShape="1">
            <a:blip r:embed="rId6">
              <a:alphaModFix/>
            </a:blip>
            <a:srcRect/>
            <a:stretch/>
          </p:blipFill>
          <p:spPr>
            <a:xfrm>
              <a:off x="3337560" y="4837174"/>
              <a:ext cx="137160" cy="137159"/>
            </a:xfrm>
            <a:prstGeom prst="rect">
              <a:avLst/>
            </a:prstGeom>
            <a:noFill/>
            <a:ln>
              <a:noFill/>
            </a:ln>
          </p:spPr>
        </p:pic>
        <p:pic>
          <p:nvPicPr>
            <p:cNvPr id="3578" name="Google Shape;3578;p147"/>
            <p:cNvPicPr preferRelativeResize="0"/>
            <p:nvPr/>
          </p:nvPicPr>
          <p:blipFill rotWithShape="1">
            <a:blip r:embed="rId3">
              <a:alphaModFix/>
            </a:blip>
            <a:srcRect/>
            <a:stretch/>
          </p:blipFill>
          <p:spPr>
            <a:xfrm>
              <a:off x="3276600" y="5090160"/>
              <a:ext cx="137160" cy="137158"/>
            </a:xfrm>
            <a:prstGeom prst="rect">
              <a:avLst/>
            </a:prstGeom>
            <a:noFill/>
            <a:ln>
              <a:noFill/>
            </a:ln>
          </p:spPr>
        </p:pic>
        <p:pic>
          <p:nvPicPr>
            <p:cNvPr id="3579" name="Google Shape;3579;p147"/>
            <p:cNvPicPr preferRelativeResize="0"/>
            <p:nvPr/>
          </p:nvPicPr>
          <p:blipFill rotWithShape="1">
            <a:blip r:embed="rId3">
              <a:alphaModFix/>
            </a:blip>
            <a:srcRect/>
            <a:stretch/>
          </p:blipFill>
          <p:spPr>
            <a:xfrm>
              <a:off x="3142488" y="5352288"/>
              <a:ext cx="137160" cy="137158"/>
            </a:xfrm>
            <a:prstGeom prst="rect">
              <a:avLst/>
            </a:prstGeom>
            <a:noFill/>
            <a:ln>
              <a:noFill/>
            </a:ln>
          </p:spPr>
        </p:pic>
        <p:pic>
          <p:nvPicPr>
            <p:cNvPr id="3580" name="Google Shape;3580;p147"/>
            <p:cNvPicPr preferRelativeResize="0"/>
            <p:nvPr/>
          </p:nvPicPr>
          <p:blipFill rotWithShape="1">
            <a:blip r:embed="rId3">
              <a:alphaModFix/>
            </a:blip>
            <a:srcRect/>
            <a:stretch/>
          </p:blipFill>
          <p:spPr>
            <a:xfrm>
              <a:off x="3345180" y="3232402"/>
              <a:ext cx="137160" cy="137160"/>
            </a:xfrm>
            <a:prstGeom prst="rect">
              <a:avLst/>
            </a:prstGeom>
            <a:noFill/>
            <a:ln>
              <a:noFill/>
            </a:ln>
          </p:spPr>
        </p:pic>
        <p:pic>
          <p:nvPicPr>
            <p:cNvPr id="3581" name="Google Shape;3581;p147"/>
            <p:cNvPicPr preferRelativeResize="0"/>
            <p:nvPr/>
          </p:nvPicPr>
          <p:blipFill rotWithShape="1">
            <a:blip r:embed="rId3">
              <a:alphaModFix/>
            </a:blip>
            <a:srcRect/>
            <a:stretch/>
          </p:blipFill>
          <p:spPr>
            <a:xfrm>
              <a:off x="3063238" y="4518660"/>
              <a:ext cx="137159" cy="137158"/>
            </a:xfrm>
            <a:prstGeom prst="rect">
              <a:avLst/>
            </a:prstGeom>
            <a:noFill/>
            <a:ln>
              <a:noFill/>
            </a:ln>
          </p:spPr>
        </p:pic>
        <p:pic>
          <p:nvPicPr>
            <p:cNvPr id="3582" name="Google Shape;3582;p147"/>
            <p:cNvPicPr preferRelativeResize="0"/>
            <p:nvPr/>
          </p:nvPicPr>
          <p:blipFill rotWithShape="1">
            <a:blip r:embed="rId5">
              <a:alphaModFix/>
            </a:blip>
            <a:srcRect/>
            <a:stretch/>
          </p:blipFill>
          <p:spPr>
            <a:xfrm>
              <a:off x="3122676" y="3973066"/>
              <a:ext cx="137160" cy="137158"/>
            </a:xfrm>
            <a:prstGeom prst="rect">
              <a:avLst/>
            </a:prstGeom>
            <a:noFill/>
            <a:ln>
              <a:noFill/>
            </a:ln>
          </p:spPr>
        </p:pic>
        <p:pic>
          <p:nvPicPr>
            <p:cNvPr id="3583" name="Google Shape;3583;p147"/>
            <p:cNvPicPr preferRelativeResize="0"/>
            <p:nvPr/>
          </p:nvPicPr>
          <p:blipFill rotWithShape="1">
            <a:blip r:embed="rId5">
              <a:alphaModFix/>
            </a:blip>
            <a:srcRect/>
            <a:stretch/>
          </p:blipFill>
          <p:spPr>
            <a:xfrm>
              <a:off x="1789176" y="3235450"/>
              <a:ext cx="137160" cy="137160"/>
            </a:xfrm>
            <a:prstGeom prst="rect">
              <a:avLst/>
            </a:prstGeom>
            <a:noFill/>
            <a:ln>
              <a:noFill/>
            </a:ln>
          </p:spPr>
        </p:pic>
        <p:pic>
          <p:nvPicPr>
            <p:cNvPr id="3584" name="Google Shape;3584;p147"/>
            <p:cNvPicPr preferRelativeResize="0"/>
            <p:nvPr/>
          </p:nvPicPr>
          <p:blipFill rotWithShape="1">
            <a:blip r:embed="rId6">
              <a:alphaModFix/>
            </a:blip>
            <a:srcRect/>
            <a:stretch/>
          </p:blipFill>
          <p:spPr>
            <a:xfrm>
              <a:off x="2638044" y="4241290"/>
              <a:ext cx="137160" cy="137158"/>
            </a:xfrm>
            <a:prstGeom prst="rect">
              <a:avLst/>
            </a:prstGeom>
            <a:noFill/>
            <a:ln>
              <a:noFill/>
            </a:ln>
          </p:spPr>
        </p:pic>
        <p:pic>
          <p:nvPicPr>
            <p:cNvPr id="3585" name="Google Shape;3585;p147"/>
            <p:cNvPicPr preferRelativeResize="0"/>
            <p:nvPr/>
          </p:nvPicPr>
          <p:blipFill rotWithShape="1">
            <a:blip r:embed="rId5">
              <a:alphaModFix/>
            </a:blip>
            <a:srcRect/>
            <a:stretch/>
          </p:blipFill>
          <p:spPr>
            <a:xfrm>
              <a:off x="2641092" y="2982466"/>
              <a:ext cx="137158" cy="137159"/>
            </a:xfrm>
            <a:prstGeom prst="rect">
              <a:avLst/>
            </a:prstGeom>
            <a:noFill/>
            <a:ln>
              <a:noFill/>
            </a:ln>
          </p:spPr>
        </p:pic>
        <p:pic>
          <p:nvPicPr>
            <p:cNvPr id="3586" name="Google Shape;3586;p147"/>
            <p:cNvPicPr preferRelativeResize="0"/>
            <p:nvPr/>
          </p:nvPicPr>
          <p:blipFill rotWithShape="1">
            <a:blip r:embed="rId6">
              <a:alphaModFix/>
            </a:blip>
            <a:srcRect/>
            <a:stretch/>
          </p:blipFill>
          <p:spPr>
            <a:xfrm>
              <a:off x="2154936" y="3250690"/>
              <a:ext cx="137158" cy="137159"/>
            </a:xfrm>
            <a:prstGeom prst="rect">
              <a:avLst/>
            </a:prstGeom>
            <a:noFill/>
            <a:ln>
              <a:noFill/>
            </a:ln>
          </p:spPr>
        </p:pic>
        <p:sp>
          <p:nvSpPr>
            <p:cNvPr id="3587" name="Google Shape;3587;p147"/>
            <p:cNvSpPr/>
            <p:nvPr/>
          </p:nvSpPr>
          <p:spPr>
            <a:xfrm>
              <a:off x="1988820" y="5190743"/>
              <a:ext cx="611505" cy="571500"/>
            </a:xfrm>
            <a:custGeom>
              <a:avLst/>
              <a:gdLst/>
              <a:ahLst/>
              <a:cxnLst/>
              <a:rect l="l" t="t" r="r" b="b"/>
              <a:pathLst>
                <a:path w="611505" h="571500" extrusionOk="0">
                  <a:moveTo>
                    <a:pt x="137160" y="68580"/>
                  </a:moveTo>
                  <a:lnTo>
                    <a:pt x="131762" y="41910"/>
                  </a:lnTo>
                  <a:lnTo>
                    <a:pt x="117043" y="20104"/>
                  </a:lnTo>
                  <a:lnTo>
                    <a:pt x="95250" y="5397"/>
                  </a:lnTo>
                  <a:lnTo>
                    <a:pt x="68580" y="0"/>
                  </a:lnTo>
                  <a:lnTo>
                    <a:pt x="41897" y="5397"/>
                  </a:lnTo>
                  <a:lnTo>
                    <a:pt x="20091" y="20104"/>
                  </a:lnTo>
                  <a:lnTo>
                    <a:pt x="5372" y="41910"/>
                  </a:lnTo>
                  <a:lnTo>
                    <a:pt x="0" y="68580"/>
                  </a:lnTo>
                  <a:lnTo>
                    <a:pt x="5372" y="95262"/>
                  </a:lnTo>
                  <a:lnTo>
                    <a:pt x="20091" y="117068"/>
                  </a:lnTo>
                  <a:lnTo>
                    <a:pt x="41897" y="131775"/>
                  </a:lnTo>
                  <a:lnTo>
                    <a:pt x="68580" y="137160"/>
                  </a:lnTo>
                  <a:lnTo>
                    <a:pt x="95250" y="131775"/>
                  </a:lnTo>
                  <a:lnTo>
                    <a:pt x="117043" y="117068"/>
                  </a:lnTo>
                  <a:lnTo>
                    <a:pt x="131762" y="95262"/>
                  </a:lnTo>
                  <a:lnTo>
                    <a:pt x="137160" y="68580"/>
                  </a:lnTo>
                  <a:close/>
                </a:path>
                <a:path w="611505" h="571500" extrusionOk="0">
                  <a:moveTo>
                    <a:pt x="324612" y="502920"/>
                  </a:moveTo>
                  <a:lnTo>
                    <a:pt x="319214" y="476237"/>
                  </a:lnTo>
                  <a:lnTo>
                    <a:pt x="304495" y="454431"/>
                  </a:lnTo>
                  <a:lnTo>
                    <a:pt x="282702" y="439737"/>
                  </a:lnTo>
                  <a:lnTo>
                    <a:pt x="256032" y="434340"/>
                  </a:lnTo>
                  <a:lnTo>
                    <a:pt x="229349" y="439737"/>
                  </a:lnTo>
                  <a:lnTo>
                    <a:pt x="207543" y="454431"/>
                  </a:lnTo>
                  <a:lnTo>
                    <a:pt x="192824" y="476237"/>
                  </a:lnTo>
                  <a:lnTo>
                    <a:pt x="187452" y="502920"/>
                  </a:lnTo>
                  <a:lnTo>
                    <a:pt x="192824" y="529615"/>
                  </a:lnTo>
                  <a:lnTo>
                    <a:pt x="207543" y="551421"/>
                  </a:lnTo>
                  <a:lnTo>
                    <a:pt x="229349" y="566115"/>
                  </a:lnTo>
                  <a:lnTo>
                    <a:pt x="256032" y="571500"/>
                  </a:lnTo>
                  <a:lnTo>
                    <a:pt x="282702" y="566115"/>
                  </a:lnTo>
                  <a:lnTo>
                    <a:pt x="304495" y="551421"/>
                  </a:lnTo>
                  <a:lnTo>
                    <a:pt x="319214" y="529615"/>
                  </a:lnTo>
                  <a:lnTo>
                    <a:pt x="324612" y="502920"/>
                  </a:lnTo>
                  <a:close/>
                </a:path>
                <a:path w="611505" h="571500" extrusionOk="0">
                  <a:moveTo>
                    <a:pt x="611124" y="298704"/>
                  </a:moveTo>
                  <a:lnTo>
                    <a:pt x="605726" y="272034"/>
                  </a:lnTo>
                  <a:lnTo>
                    <a:pt x="591007" y="250228"/>
                  </a:lnTo>
                  <a:lnTo>
                    <a:pt x="569214" y="235521"/>
                  </a:lnTo>
                  <a:lnTo>
                    <a:pt x="542544" y="230124"/>
                  </a:lnTo>
                  <a:lnTo>
                    <a:pt x="515861" y="235521"/>
                  </a:lnTo>
                  <a:lnTo>
                    <a:pt x="494055" y="250228"/>
                  </a:lnTo>
                  <a:lnTo>
                    <a:pt x="479336" y="272034"/>
                  </a:lnTo>
                  <a:lnTo>
                    <a:pt x="473964" y="298704"/>
                  </a:lnTo>
                  <a:lnTo>
                    <a:pt x="479336" y="325386"/>
                  </a:lnTo>
                  <a:lnTo>
                    <a:pt x="494055" y="347192"/>
                  </a:lnTo>
                  <a:lnTo>
                    <a:pt x="515861" y="361899"/>
                  </a:lnTo>
                  <a:lnTo>
                    <a:pt x="542544" y="367284"/>
                  </a:lnTo>
                  <a:lnTo>
                    <a:pt x="569214" y="361899"/>
                  </a:lnTo>
                  <a:lnTo>
                    <a:pt x="591007" y="347192"/>
                  </a:lnTo>
                  <a:lnTo>
                    <a:pt x="605726" y="325386"/>
                  </a:lnTo>
                  <a:lnTo>
                    <a:pt x="611124" y="298704"/>
                  </a:lnTo>
                  <a:close/>
                </a:path>
              </a:pathLst>
            </a:custGeom>
            <a:solidFill>
              <a:srgbClr val="FF8B18"/>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588" name="Google Shape;3588;p147"/>
            <p:cNvPicPr preferRelativeResize="0"/>
            <p:nvPr/>
          </p:nvPicPr>
          <p:blipFill rotWithShape="1">
            <a:blip r:embed="rId3">
              <a:alphaModFix/>
            </a:blip>
            <a:srcRect/>
            <a:stretch/>
          </p:blipFill>
          <p:spPr>
            <a:xfrm>
              <a:off x="1382268" y="4587238"/>
              <a:ext cx="137158" cy="137160"/>
            </a:xfrm>
            <a:prstGeom prst="rect">
              <a:avLst/>
            </a:prstGeom>
            <a:noFill/>
            <a:ln>
              <a:noFill/>
            </a:ln>
          </p:spPr>
        </p:pic>
        <p:sp>
          <p:nvSpPr>
            <p:cNvPr id="3589" name="Google Shape;3589;p147"/>
            <p:cNvSpPr/>
            <p:nvPr/>
          </p:nvSpPr>
          <p:spPr>
            <a:xfrm>
              <a:off x="1116330" y="2434588"/>
              <a:ext cx="3388360" cy="3526154"/>
            </a:xfrm>
            <a:custGeom>
              <a:avLst/>
              <a:gdLst/>
              <a:ahLst/>
              <a:cxnLst/>
              <a:rect l="l" t="t" r="r" b="b"/>
              <a:pathLst>
                <a:path w="3388360" h="3526154" extrusionOk="0">
                  <a:moveTo>
                    <a:pt x="0" y="1676400"/>
                  </a:moveTo>
                  <a:lnTo>
                    <a:pt x="206120" y="1676400"/>
                  </a:lnTo>
                </a:path>
                <a:path w="3388360" h="3526154" extrusionOk="0">
                  <a:moveTo>
                    <a:pt x="4571" y="0"/>
                  </a:moveTo>
                  <a:lnTo>
                    <a:pt x="210692" y="0"/>
                  </a:lnTo>
                </a:path>
                <a:path w="3388360" h="3526154" extrusionOk="0">
                  <a:moveTo>
                    <a:pt x="1773936" y="3304032"/>
                  </a:moveTo>
                  <a:lnTo>
                    <a:pt x="1773936" y="3525748"/>
                  </a:lnTo>
                </a:path>
                <a:path w="3388360" h="3526154" extrusionOk="0">
                  <a:moveTo>
                    <a:pt x="3387852" y="3304032"/>
                  </a:moveTo>
                  <a:lnTo>
                    <a:pt x="3387852" y="3525748"/>
                  </a:lnTo>
                </a:path>
              </a:pathLst>
            </a:custGeom>
            <a:noFill/>
            <a:ln w="38100" cap="flat" cmpd="sng">
              <a:solidFill>
                <a:srgbClr val="A6A6A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3590" name="Google Shape;3590;p147"/>
          <p:cNvSpPr txBox="1"/>
          <p:nvPr/>
        </p:nvSpPr>
        <p:spPr>
          <a:xfrm>
            <a:off x="4606645" y="7892840"/>
            <a:ext cx="194945" cy="3911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solidFill>
                  <a:srgbClr val="A6A6A6"/>
                </a:solidFill>
                <a:latin typeface="Arial"/>
                <a:ea typeface="Arial"/>
                <a:cs typeface="Arial"/>
                <a:sym typeface="Arial"/>
              </a:rPr>
              <a:t>5</a:t>
            </a:r>
            <a:endParaRPr sz="2400">
              <a:latin typeface="Arial"/>
              <a:ea typeface="Arial"/>
              <a:cs typeface="Arial"/>
              <a:sym typeface="Arial"/>
            </a:endParaRPr>
          </a:p>
        </p:txBody>
      </p:sp>
      <p:sp>
        <p:nvSpPr>
          <p:cNvPr id="3591" name="Google Shape;3591;p147"/>
          <p:cNvSpPr txBox="1"/>
          <p:nvPr/>
        </p:nvSpPr>
        <p:spPr>
          <a:xfrm>
            <a:off x="6140934" y="7895888"/>
            <a:ext cx="339090" cy="3911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solidFill>
                  <a:srgbClr val="A6A6A6"/>
                </a:solidFill>
                <a:latin typeface="Arial"/>
                <a:ea typeface="Arial"/>
                <a:cs typeface="Arial"/>
                <a:sym typeface="Arial"/>
              </a:rPr>
              <a:t>10</a:t>
            </a:r>
            <a:endParaRPr sz="2400">
              <a:latin typeface="Arial"/>
              <a:ea typeface="Arial"/>
              <a:cs typeface="Arial"/>
              <a:sym typeface="Arial"/>
            </a:endParaRPr>
          </a:p>
        </p:txBody>
      </p:sp>
      <p:sp>
        <p:nvSpPr>
          <p:cNvPr id="3592" name="Google Shape;3592;p147"/>
          <p:cNvSpPr txBox="1"/>
          <p:nvPr/>
        </p:nvSpPr>
        <p:spPr>
          <a:xfrm>
            <a:off x="849578" y="3870452"/>
            <a:ext cx="194945" cy="3911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solidFill>
                  <a:srgbClr val="A6A6A6"/>
                </a:solidFill>
                <a:latin typeface="Arial"/>
                <a:ea typeface="Arial"/>
                <a:cs typeface="Arial"/>
                <a:sym typeface="Arial"/>
              </a:rPr>
              <a:t>5</a:t>
            </a:r>
            <a:endParaRPr sz="2400">
              <a:latin typeface="Arial"/>
              <a:ea typeface="Arial"/>
              <a:cs typeface="Arial"/>
              <a:sym typeface="Arial"/>
            </a:endParaRPr>
          </a:p>
        </p:txBody>
      </p:sp>
      <p:sp>
        <p:nvSpPr>
          <p:cNvPr id="3593" name="Google Shape;3593;p147"/>
          <p:cNvSpPr txBox="1"/>
          <p:nvPr/>
        </p:nvSpPr>
        <p:spPr>
          <a:xfrm>
            <a:off x="605636" y="1474723"/>
            <a:ext cx="4038600" cy="112903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2400">
                <a:latin typeface="Arial Narrow"/>
                <a:ea typeface="Arial Narrow"/>
                <a:cs typeface="Arial Narrow"/>
                <a:sym typeface="Arial Narrow"/>
              </a:rPr>
              <a:t>Consider input features </a:t>
            </a:r>
            <a:r>
              <a:rPr lang="en-US" sz="2400">
                <a:latin typeface="Arial"/>
                <a:ea typeface="Arial"/>
                <a:cs typeface="Arial"/>
                <a:sym typeface="Arial"/>
              </a:rPr>
              <a:t>𝑥 ∈ ℝ</a:t>
            </a:r>
            <a:r>
              <a:rPr lang="en-US" sz="2700" baseline="30000">
                <a:latin typeface="Arial"/>
                <a:ea typeface="Arial"/>
                <a:cs typeface="Arial"/>
                <a:sym typeface="Arial"/>
              </a:rPr>
              <a:t>2</a:t>
            </a:r>
            <a:endParaRPr sz="2700" baseline="30000">
              <a:latin typeface="Arial"/>
              <a:ea typeface="Arial"/>
              <a:cs typeface="Arial"/>
              <a:sym typeface="Arial"/>
            </a:endParaRPr>
          </a:p>
          <a:p>
            <a:pPr marL="378460" lvl="0" indent="0" algn="l" rtl="0">
              <a:lnSpc>
                <a:spcPct val="100000"/>
              </a:lnSpc>
              <a:spcBef>
                <a:spcPts val="20"/>
              </a:spcBef>
              <a:spcAft>
                <a:spcPts val="0"/>
              </a:spcAft>
              <a:buNone/>
            </a:pPr>
            <a:r>
              <a:rPr lang="en-US" sz="2400">
                <a:solidFill>
                  <a:srgbClr val="A6A6A6"/>
                </a:solidFill>
                <a:latin typeface="Arial"/>
                <a:ea typeface="Arial"/>
                <a:cs typeface="Arial"/>
                <a:sym typeface="Arial"/>
              </a:rPr>
              <a:t>𝑥</a:t>
            </a:r>
            <a:r>
              <a:rPr lang="en-US" sz="2700" baseline="-25000">
                <a:solidFill>
                  <a:srgbClr val="A6A6A6"/>
                </a:solidFill>
                <a:latin typeface="Arial"/>
                <a:ea typeface="Arial"/>
                <a:cs typeface="Arial"/>
                <a:sym typeface="Arial"/>
              </a:rPr>
              <a:t>2</a:t>
            </a:r>
            <a:endParaRPr sz="2700" baseline="-25000">
              <a:latin typeface="Arial"/>
              <a:ea typeface="Arial"/>
              <a:cs typeface="Arial"/>
              <a:sym typeface="Arial"/>
            </a:endParaRPr>
          </a:p>
          <a:p>
            <a:pPr marL="102870" lvl="0" indent="0" algn="l" rtl="0">
              <a:lnSpc>
                <a:spcPct val="100000"/>
              </a:lnSpc>
              <a:spcBef>
                <a:spcPts val="25"/>
              </a:spcBef>
              <a:spcAft>
                <a:spcPts val="0"/>
              </a:spcAft>
              <a:buNone/>
            </a:pPr>
            <a:r>
              <a:rPr lang="en-US" sz="2400">
                <a:solidFill>
                  <a:srgbClr val="A6A6A6"/>
                </a:solidFill>
                <a:latin typeface="Arial"/>
                <a:ea typeface="Arial"/>
                <a:cs typeface="Arial"/>
                <a:sym typeface="Arial"/>
              </a:rPr>
              <a:t>10</a:t>
            </a:r>
            <a:endParaRPr sz="2400">
              <a:latin typeface="Arial"/>
              <a:ea typeface="Arial"/>
              <a:cs typeface="Arial"/>
              <a:sym typeface="Arial"/>
            </a:endParaRPr>
          </a:p>
        </p:txBody>
      </p:sp>
      <p:sp>
        <p:nvSpPr>
          <p:cNvPr id="3594" name="Google Shape;3594;p147"/>
          <p:cNvSpPr txBox="1"/>
          <p:nvPr/>
        </p:nvSpPr>
        <p:spPr>
          <a:xfrm>
            <a:off x="6988149" y="7560608"/>
            <a:ext cx="348615" cy="39116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2400">
                <a:solidFill>
                  <a:srgbClr val="A6A6A6"/>
                </a:solidFill>
                <a:latin typeface="Arial"/>
                <a:ea typeface="Arial"/>
                <a:cs typeface="Arial"/>
                <a:sym typeface="Arial"/>
              </a:rPr>
              <a:t>𝑥</a:t>
            </a:r>
            <a:r>
              <a:rPr lang="en-US" sz="2700" baseline="-25000">
                <a:solidFill>
                  <a:srgbClr val="A6A6A6"/>
                </a:solidFill>
                <a:latin typeface="Arial"/>
                <a:ea typeface="Arial"/>
                <a:cs typeface="Arial"/>
                <a:sym typeface="Arial"/>
              </a:rPr>
              <a:t>1</a:t>
            </a:r>
            <a:endParaRPr sz="2700" baseline="-25000">
              <a:latin typeface="Arial"/>
              <a:ea typeface="Arial"/>
              <a:cs typeface="Arial"/>
              <a:sym typeface="Arial"/>
            </a:endParaRPr>
          </a:p>
        </p:txBody>
      </p:sp>
    </p:spTree>
    <p:extLst>
      <p:ext uri="{BB962C8B-B14F-4D97-AF65-F5344CB8AC3E}">
        <p14:creationId xmlns:p14="http://schemas.microsoft.com/office/powerpoint/2010/main" val="10165518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598"/>
        <p:cNvGrpSpPr/>
        <p:nvPr/>
      </p:nvGrpSpPr>
      <p:grpSpPr>
        <a:xfrm>
          <a:off x="0" y="0"/>
          <a:ext cx="0" cy="0"/>
          <a:chOff x="0" y="0"/>
          <a:chExt cx="0" cy="0"/>
        </a:xfrm>
      </p:grpSpPr>
      <p:sp>
        <p:nvSpPr>
          <p:cNvPr id="3599" name="Google Shape;3599;p148" descr="$PPTXTitle"/>
          <p:cNvSpPr txBox="1">
            <a:spLocks noGrp="1"/>
          </p:cNvSpPr>
          <p:nvPr>
            <p:ph type="title"/>
          </p:nvPr>
        </p:nvSpPr>
        <p:spPr>
          <a:xfrm>
            <a:off x="707542" y="494791"/>
            <a:ext cx="11589715" cy="985519"/>
          </a:xfrm>
          <a:prstGeom prst="rect">
            <a:avLst/>
          </a:prstGeom>
          <a:noFill/>
          <a:ln>
            <a:noFill/>
          </a:ln>
        </p:spPr>
        <p:txBody>
          <a:bodyPr spcFirstLastPara="1" wrap="square" lIns="0" tIns="12700" rIns="0" bIns="0" anchor="t" anchorCtr="0">
            <a:spAutoFit/>
          </a:bodyPr>
          <a:lstStyle/>
          <a:p>
            <a:pPr marL="2762250" lvl="0" indent="0" algn="l" rtl="0">
              <a:lnSpc>
                <a:spcPct val="100000"/>
              </a:lnSpc>
              <a:spcBef>
                <a:spcPts val="0"/>
              </a:spcBef>
              <a:spcAft>
                <a:spcPts val="0"/>
              </a:spcAft>
              <a:buNone/>
            </a:pPr>
            <a:r>
              <a:rPr lang="en-US"/>
              <a:t>Optimizing a single leaf</a:t>
            </a:r>
            <a:endParaRPr/>
          </a:p>
        </p:txBody>
      </p:sp>
      <p:sp>
        <p:nvSpPr>
          <p:cNvPr id="3600" name="Google Shape;3600;p148"/>
          <p:cNvSpPr txBox="1"/>
          <p:nvPr/>
        </p:nvSpPr>
        <p:spPr>
          <a:xfrm>
            <a:off x="688340" y="1545843"/>
            <a:ext cx="7912100" cy="3606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200">
                <a:latin typeface="Arial Narrow"/>
                <a:ea typeface="Arial Narrow"/>
                <a:cs typeface="Arial Narrow"/>
                <a:sym typeface="Arial Narrow"/>
              </a:rPr>
              <a:t>Consider a single leaf in a decision tree (could be root of initial tree)</a:t>
            </a:r>
            <a:endParaRPr sz="2200">
              <a:latin typeface="Arial Narrow"/>
              <a:ea typeface="Arial Narrow"/>
              <a:cs typeface="Arial Narrow"/>
              <a:sym typeface="Arial Narrow"/>
            </a:endParaRPr>
          </a:p>
        </p:txBody>
      </p:sp>
      <p:sp>
        <p:nvSpPr>
          <p:cNvPr id="3601" name="Google Shape;3601;p148"/>
          <p:cNvSpPr txBox="1"/>
          <p:nvPr/>
        </p:nvSpPr>
        <p:spPr>
          <a:xfrm>
            <a:off x="662940" y="2195068"/>
            <a:ext cx="9979660" cy="1214120"/>
          </a:xfrm>
          <a:prstGeom prst="rect">
            <a:avLst/>
          </a:prstGeom>
          <a:noFill/>
          <a:ln>
            <a:noFill/>
          </a:ln>
        </p:spPr>
        <p:txBody>
          <a:bodyPr spcFirstLastPara="1" wrap="square" lIns="0" tIns="82550" rIns="0" bIns="0" anchor="t" anchorCtr="0">
            <a:spAutoFit/>
          </a:bodyPr>
          <a:lstStyle/>
          <a:p>
            <a:pPr marL="38100" marR="30480" lvl="0" indent="0" algn="l" rtl="0">
              <a:lnSpc>
                <a:spcPct val="79100"/>
              </a:lnSpc>
              <a:spcBef>
                <a:spcPts val="0"/>
              </a:spcBef>
              <a:spcAft>
                <a:spcPts val="0"/>
              </a:spcAft>
              <a:buNone/>
            </a:pPr>
            <a:r>
              <a:rPr lang="en-US" sz="2200">
                <a:latin typeface="Arial Narrow"/>
                <a:ea typeface="Arial Narrow"/>
                <a:cs typeface="Arial Narrow"/>
                <a:sym typeface="Arial Narrow"/>
              </a:rPr>
              <a:t>Let </a:t>
            </a:r>
            <a:r>
              <a:rPr lang="en-US" sz="2200">
                <a:latin typeface="Arial"/>
                <a:ea typeface="Arial"/>
                <a:cs typeface="Arial"/>
                <a:sym typeface="Arial"/>
              </a:rPr>
              <a:t>𝒳 </a:t>
            </a:r>
            <a:r>
              <a:rPr lang="en-US" sz="2200">
                <a:latin typeface="Arial Narrow"/>
                <a:ea typeface="Arial Narrow"/>
                <a:cs typeface="Arial Narrow"/>
                <a:sym typeface="Arial Narrow"/>
              </a:rPr>
              <a:t>denote the examples at this leaf (e.g., in this partition), where </a:t>
            </a:r>
            <a:r>
              <a:rPr lang="en-US" sz="2200">
                <a:latin typeface="Arial"/>
                <a:ea typeface="Arial"/>
                <a:cs typeface="Arial"/>
                <a:sym typeface="Arial"/>
              </a:rPr>
              <a:t>𝒳</a:t>
            </a:r>
            <a:r>
              <a:rPr lang="en-US" sz="2400" baseline="30000">
                <a:latin typeface="Arial"/>
                <a:ea typeface="Arial"/>
                <a:cs typeface="Arial"/>
                <a:sym typeface="Arial"/>
              </a:rPr>
              <a:t>+ </a:t>
            </a:r>
            <a:r>
              <a:rPr lang="en-US" sz="2200">
                <a:latin typeface="Arial Narrow"/>
                <a:ea typeface="Arial Narrow"/>
                <a:cs typeface="Arial Narrow"/>
                <a:sym typeface="Arial Narrow"/>
              </a:rPr>
              <a:t>denotes the positive examples and </a:t>
            </a:r>
            <a:r>
              <a:rPr lang="en-US" sz="2200">
                <a:latin typeface="Arial"/>
                <a:ea typeface="Arial"/>
                <a:cs typeface="Arial"/>
                <a:sym typeface="Arial"/>
              </a:rPr>
              <a:t>𝒳</a:t>
            </a:r>
            <a:r>
              <a:rPr lang="en-US" sz="2400" baseline="30000">
                <a:latin typeface="Arial"/>
                <a:ea typeface="Arial"/>
                <a:cs typeface="Arial"/>
                <a:sym typeface="Arial"/>
              </a:rPr>
              <a:t>− </a:t>
            </a:r>
            <a:r>
              <a:rPr lang="en-US" sz="2200">
                <a:latin typeface="Arial Narrow"/>
                <a:ea typeface="Arial Narrow"/>
                <a:cs typeface="Arial Narrow"/>
                <a:sym typeface="Arial Narrow"/>
              </a:rPr>
              <a:t>denotes negative (zero) examples</a:t>
            </a:r>
            <a:endParaRPr sz="2200">
              <a:latin typeface="Arial Narrow"/>
              <a:ea typeface="Arial Narrow"/>
              <a:cs typeface="Arial Narrow"/>
              <a:sym typeface="Arial Narrow"/>
            </a:endParaRPr>
          </a:p>
          <a:p>
            <a:pPr marL="38100" lvl="0" indent="0" algn="l" rtl="0">
              <a:lnSpc>
                <a:spcPct val="100000"/>
              </a:lnSpc>
              <a:spcBef>
                <a:spcPts val="1989"/>
              </a:spcBef>
              <a:spcAft>
                <a:spcPts val="0"/>
              </a:spcAft>
              <a:buNone/>
            </a:pPr>
            <a:r>
              <a:rPr lang="en-US" sz="2200">
                <a:latin typeface="Arial Narrow"/>
                <a:ea typeface="Arial Narrow"/>
                <a:cs typeface="Arial Narrow"/>
                <a:sym typeface="Arial Narrow"/>
              </a:rPr>
              <a:t>What should we choose as the (constant) prediction </a:t>
            </a:r>
            <a:r>
              <a:rPr lang="en-US" sz="2200">
                <a:latin typeface="Arial"/>
                <a:ea typeface="Arial"/>
                <a:cs typeface="Arial"/>
                <a:sym typeface="Arial"/>
              </a:rPr>
              <a:t>ℎ </a:t>
            </a:r>
            <a:r>
              <a:rPr lang="en-US" sz="2200">
                <a:latin typeface="Arial Narrow"/>
                <a:ea typeface="Arial Narrow"/>
                <a:cs typeface="Arial Narrow"/>
                <a:sym typeface="Arial Narrow"/>
              </a:rPr>
              <a:t>at this leaf?</a:t>
            </a:r>
            <a:endParaRPr sz="2200">
              <a:latin typeface="Arial Narrow"/>
              <a:ea typeface="Arial Narrow"/>
              <a:cs typeface="Arial Narrow"/>
              <a:sym typeface="Arial Narrow"/>
            </a:endParaRPr>
          </a:p>
        </p:txBody>
      </p:sp>
      <p:sp>
        <p:nvSpPr>
          <p:cNvPr id="3602" name="Google Shape;3602;p148"/>
          <p:cNvSpPr/>
          <p:nvPr/>
        </p:nvSpPr>
        <p:spPr>
          <a:xfrm>
            <a:off x="5256909" y="3695571"/>
            <a:ext cx="86360" cy="258445"/>
          </a:xfrm>
          <a:custGeom>
            <a:avLst/>
            <a:gdLst/>
            <a:ahLst/>
            <a:cxnLst/>
            <a:rect l="l" t="t" r="r" b="b"/>
            <a:pathLst>
              <a:path w="86360" h="258445" extrusionOk="0">
                <a:moveTo>
                  <a:pt x="3684" y="0"/>
                </a:moveTo>
                <a:lnTo>
                  <a:pt x="0" y="10412"/>
                </a:lnTo>
                <a:lnTo>
                  <a:pt x="14955" y="16910"/>
                </a:lnTo>
                <a:lnTo>
                  <a:pt x="27814" y="25906"/>
                </a:lnTo>
                <a:lnTo>
                  <a:pt x="53911" y="67522"/>
                </a:lnTo>
                <a:lnTo>
                  <a:pt x="61531" y="105761"/>
                </a:lnTo>
                <a:lnTo>
                  <a:pt x="62485" y="127762"/>
                </a:lnTo>
                <a:lnTo>
                  <a:pt x="61530" y="150600"/>
                </a:lnTo>
                <a:lnTo>
                  <a:pt x="53858" y="189894"/>
                </a:lnTo>
                <a:lnTo>
                  <a:pt x="27797" y="232171"/>
                </a:lnTo>
                <a:lnTo>
                  <a:pt x="381" y="247775"/>
                </a:lnTo>
                <a:lnTo>
                  <a:pt x="3684" y="258318"/>
                </a:lnTo>
                <a:lnTo>
                  <a:pt x="38893" y="241759"/>
                </a:lnTo>
                <a:lnTo>
                  <a:pt x="64770" y="213106"/>
                </a:lnTo>
                <a:lnTo>
                  <a:pt x="80708" y="174798"/>
                </a:lnTo>
                <a:lnTo>
                  <a:pt x="85979" y="129157"/>
                </a:lnTo>
                <a:lnTo>
                  <a:pt x="84648" y="105487"/>
                </a:lnTo>
                <a:lnTo>
                  <a:pt x="74032" y="63525"/>
                </a:lnTo>
                <a:lnTo>
                  <a:pt x="52939" y="29325"/>
                </a:lnTo>
                <a:lnTo>
                  <a:pt x="22372" y="6742"/>
                </a:lnTo>
                <a:lnTo>
                  <a:pt x="368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03" name="Google Shape;3603;p148"/>
          <p:cNvSpPr/>
          <p:nvPr/>
        </p:nvSpPr>
        <p:spPr>
          <a:xfrm>
            <a:off x="4736719" y="3695571"/>
            <a:ext cx="86360" cy="258445"/>
          </a:xfrm>
          <a:custGeom>
            <a:avLst/>
            <a:gdLst/>
            <a:ahLst/>
            <a:cxnLst/>
            <a:rect l="l" t="t" r="r" b="b"/>
            <a:pathLst>
              <a:path w="86360" h="258445" extrusionOk="0">
                <a:moveTo>
                  <a:pt x="82421" y="0"/>
                </a:moveTo>
                <a:lnTo>
                  <a:pt x="47259" y="16508"/>
                </a:lnTo>
                <a:lnTo>
                  <a:pt x="21334" y="45212"/>
                </a:lnTo>
                <a:lnTo>
                  <a:pt x="5333" y="83612"/>
                </a:lnTo>
                <a:lnTo>
                  <a:pt x="0" y="129157"/>
                </a:lnTo>
                <a:lnTo>
                  <a:pt x="1330" y="152901"/>
                </a:lnTo>
                <a:lnTo>
                  <a:pt x="11946" y="194863"/>
                </a:lnTo>
                <a:lnTo>
                  <a:pt x="33022" y="228939"/>
                </a:lnTo>
                <a:lnTo>
                  <a:pt x="82421" y="258318"/>
                </a:lnTo>
                <a:lnTo>
                  <a:pt x="85596" y="247775"/>
                </a:lnTo>
                <a:lnTo>
                  <a:pt x="70900" y="241254"/>
                </a:lnTo>
                <a:lnTo>
                  <a:pt x="58228" y="232171"/>
                </a:lnTo>
                <a:lnTo>
                  <a:pt x="32193" y="189894"/>
                </a:lnTo>
                <a:lnTo>
                  <a:pt x="24573" y="150600"/>
                </a:lnTo>
                <a:lnTo>
                  <a:pt x="23620" y="127762"/>
                </a:lnTo>
                <a:lnTo>
                  <a:pt x="24573" y="105761"/>
                </a:lnTo>
                <a:lnTo>
                  <a:pt x="32193" y="67522"/>
                </a:lnTo>
                <a:lnTo>
                  <a:pt x="58339" y="25906"/>
                </a:lnTo>
                <a:lnTo>
                  <a:pt x="86104" y="10412"/>
                </a:lnTo>
                <a:lnTo>
                  <a:pt x="82421"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04" name="Google Shape;3604;p148"/>
          <p:cNvSpPr txBox="1"/>
          <p:nvPr/>
        </p:nvSpPr>
        <p:spPr>
          <a:xfrm>
            <a:off x="4554728" y="3548379"/>
            <a:ext cx="1450340" cy="3606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200">
                <a:latin typeface="Arial"/>
                <a:ea typeface="Arial"/>
                <a:cs typeface="Arial"/>
                <a:sym typeface="Arial"/>
              </a:rPr>
              <a:t>ℓ ℎ,	= −</a:t>
            </a:r>
            <a:endParaRPr sz="2200">
              <a:latin typeface="Arial"/>
              <a:ea typeface="Arial"/>
              <a:cs typeface="Arial"/>
              <a:sym typeface="Arial"/>
            </a:endParaRPr>
          </a:p>
        </p:txBody>
      </p:sp>
      <p:sp>
        <p:nvSpPr>
          <p:cNvPr id="3605" name="Google Shape;3605;p148"/>
          <p:cNvSpPr/>
          <p:nvPr/>
        </p:nvSpPr>
        <p:spPr>
          <a:xfrm>
            <a:off x="6047232" y="3814570"/>
            <a:ext cx="585470" cy="18415"/>
          </a:xfrm>
          <a:custGeom>
            <a:avLst/>
            <a:gdLst/>
            <a:ahLst/>
            <a:cxnLst/>
            <a:rect l="l" t="t" r="r" b="b"/>
            <a:pathLst>
              <a:path w="585470" h="18414" extrusionOk="0">
                <a:moveTo>
                  <a:pt x="585214" y="0"/>
                </a:moveTo>
                <a:lnTo>
                  <a:pt x="0" y="0"/>
                </a:lnTo>
                <a:lnTo>
                  <a:pt x="0" y="18287"/>
                </a:lnTo>
                <a:lnTo>
                  <a:pt x="585214" y="18287"/>
                </a:lnTo>
                <a:lnTo>
                  <a:pt x="58521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06" name="Google Shape;3606;p148"/>
          <p:cNvSpPr/>
          <p:nvPr/>
        </p:nvSpPr>
        <p:spPr>
          <a:xfrm>
            <a:off x="6579234" y="3485641"/>
            <a:ext cx="20955" cy="253365"/>
          </a:xfrm>
          <a:custGeom>
            <a:avLst/>
            <a:gdLst/>
            <a:ahLst/>
            <a:cxnLst/>
            <a:rect l="l" t="t" r="r" b="b"/>
            <a:pathLst>
              <a:path w="20954" h="253364" extrusionOk="0">
                <a:moveTo>
                  <a:pt x="20956" y="0"/>
                </a:moveTo>
                <a:lnTo>
                  <a:pt x="0" y="0"/>
                </a:lnTo>
                <a:lnTo>
                  <a:pt x="0" y="253366"/>
                </a:lnTo>
                <a:lnTo>
                  <a:pt x="20956" y="253366"/>
                </a:lnTo>
                <a:lnTo>
                  <a:pt x="20956"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07" name="Google Shape;3607;p148"/>
          <p:cNvSpPr/>
          <p:nvPr/>
        </p:nvSpPr>
        <p:spPr>
          <a:xfrm>
            <a:off x="6080885" y="3485641"/>
            <a:ext cx="20955" cy="253365"/>
          </a:xfrm>
          <a:custGeom>
            <a:avLst/>
            <a:gdLst/>
            <a:ahLst/>
            <a:cxnLst/>
            <a:rect l="l" t="t" r="r" b="b"/>
            <a:pathLst>
              <a:path w="20954" h="253364" extrusionOk="0">
                <a:moveTo>
                  <a:pt x="20954" y="0"/>
                </a:moveTo>
                <a:lnTo>
                  <a:pt x="0" y="0"/>
                </a:lnTo>
                <a:lnTo>
                  <a:pt x="0" y="253366"/>
                </a:lnTo>
                <a:lnTo>
                  <a:pt x="20954" y="253366"/>
                </a:lnTo>
                <a:lnTo>
                  <a:pt x="2095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08" name="Google Shape;3608;p148"/>
          <p:cNvSpPr/>
          <p:nvPr/>
        </p:nvSpPr>
        <p:spPr>
          <a:xfrm>
            <a:off x="6492365" y="3883404"/>
            <a:ext cx="20955" cy="253365"/>
          </a:xfrm>
          <a:custGeom>
            <a:avLst/>
            <a:gdLst/>
            <a:ahLst/>
            <a:cxnLst/>
            <a:rect l="l" t="t" r="r" b="b"/>
            <a:pathLst>
              <a:path w="20954" h="253364" extrusionOk="0">
                <a:moveTo>
                  <a:pt x="20956" y="0"/>
                </a:moveTo>
                <a:lnTo>
                  <a:pt x="0" y="0"/>
                </a:lnTo>
                <a:lnTo>
                  <a:pt x="0" y="253366"/>
                </a:lnTo>
                <a:lnTo>
                  <a:pt x="20956" y="253366"/>
                </a:lnTo>
                <a:lnTo>
                  <a:pt x="20956"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09" name="Google Shape;3609;p148"/>
          <p:cNvSpPr/>
          <p:nvPr/>
        </p:nvSpPr>
        <p:spPr>
          <a:xfrm>
            <a:off x="6164707" y="3883404"/>
            <a:ext cx="20955" cy="253365"/>
          </a:xfrm>
          <a:custGeom>
            <a:avLst/>
            <a:gdLst/>
            <a:ahLst/>
            <a:cxnLst/>
            <a:rect l="l" t="t" r="r" b="b"/>
            <a:pathLst>
              <a:path w="20954" h="253364" extrusionOk="0">
                <a:moveTo>
                  <a:pt x="20954" y="0"/>
                </a:moveTo>
                <a:lnTo>
                  <a:pt x="0" y="0"/>
                </a:lnTo>
                <a:lnTo>
                  <a:pt x="0" y="253366"/>
                </a:lnTo>
                <a:lnTo>
                  <a:pt x="20954" y="253366"/>
                </a:lnTo>
                <a:lnTo>
                  <a:pt x="2095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10" name="Google Shape;3610;p148"/>
          <p:cNvSpPr/>
          <p:nvPr/>
        </p:nvSpPr>
        <p:spPr>
          <a:xfrm>
            <a:off x="7580376" y="3814570"/>
            <a:ext cx="585470" cy="18415"/>
          </a:xfrm>
          <a:custGeom>
            <a:avLst/>
            <a:gdLst/>
            <a:ahLst/>
            <a:cxnLst/>
            <a:rect l="l" t="t" r="r" b="b"/>
            <a:pathLst>
              <a:path w="585470" h="18414" extrusionOk="0">
                <a:moveTo>
                  <a:pt x="585216" y="0"/>
                </a:moveTo>
                <a:lnTo>
                  <a:pt x="0" y="0"/>
                </a:lnTo>
                <a:lnTo>
                  <a:pt x="0" y="18287"/>
                </a:lnTo>
                <a:lnTo>
                  <a:pt x="585216" y="18287"/>
                </a:lnTo>
                <a:lnTo>
                  <a:pt x="585216"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11" name="Google Shape;3611;p148"/>
          <p:cNvSpPr/>
          <p:nvPr/>
        </p:nvSpPr>
        <p:spPr>
          <a:xfrm>
            <a:off x="8112379" y="3485641"/>
            <a:ext cx="20955" cy="253365"/>
          </a:xfrm>
          <a:custGeom>
            <a:avLst/>
            <a:gdLst/>
            <a:ahLst/>
            <a:cxnLst/>
            <a:rect l="l" t="t" r="r" b="b"/>
            <a:pathLst>
              <a:path w="20954" h="253364" extrusionOk="0">
                <a:moveTo>
                  <a:pt x="20954" y="0"/>
                </a:moveTo>
                <a:lnTo>
                  <a:pt x="0" y="0"/>
                </a:lnTo>
                <a:lnTo>
                  <a:pt x="0" y="253366"/>
                </a:lnTo>
                <a:lnTo>
                  <a:pt x="20954" y="253366"/>
                </a:lnTo>
                <a:lnTo>
                  <a:pt x="2095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12" name="Google Shape;3612;p148"/>
          <p:cNvSpPr/>
          <p:nvPr/>
        </p:nvSpPr>
        <p:spPr>
          <a:xfrm>
            <a:off x="7614031" y="3485641"/>
            <a:ext cx="20955" cy="253365"/>
          </a:xfrm>
          <a:custGeom>
            <a:avLst/>
            <a:gdLst/>
            <a:ahLst/>
            <a:cxnLst/>
            <a:rect l="l" t="t" r="r" b="b"/>
            <a:pathLst>
              <a:path w="20954" h="253364" extrusionOk="0">
                <a:moveTo>
                  <a:pt x="20954" y="0"/>
                </a:moveTo>
                <a:lnTo>
                  <a:pt x="0" y="0"/>
                </a:lnTo>
                <a:lnTo>
                  <a:pt x="0" y="253366"/>
                </a:lnTo>
                <a:lnTo>
                  <a:pt x="20954" y="253366"/>
                </a:lnTo>
                <a:lnTo>
                  <a:pt x="2095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13" name="Google Shape;3613;p148"/>
          <p:cNvSpPr txBox="1"/>
          <p:nvPr/>
        </p:nvSpPr>
        <p:spPr>
          <a:xfrm>
            <a:off x="6098159" y="3136900"/>
            <a:ext cx="466725" cy="995044"/>
          </a:xfrm>
          <a:prstGeom prst="rect">
            <a:avLst/>
          </a:prstGeom>
          <a:noFill/>
          <a:ln>
            <a:noFill/>
          </a:ln>
        </p:spPr>
        <p:txBody>
          <a:bodyPr spcFirstLastPara="1" wrap="square" lIns="0" tIns="161925" rIns="0" bIns="0" anchor="t" anchorCtr="0">
            <a:spAutoFit/>
          </a:bodyPr>
          <a:lstStyle/>
          <a:p>
            <a:pPr marL="38100" lvl="0" indent="0" algn="l" rtl="0">
              <a:lnSpc>
                <a:spcPct val="100000"/>
              </a:lnSpc>
              <a:spcBef>
                <a:spcPts val="0"/>
              </a:spcBef>
              <a:spcAft>
                <a:spcPts val="0"/>
              </a:spcAft>
              <a:buNone/>
            </a:pPr>
            <a:r>
              <a:rPr lang="en-US" sz="3300" baseline="-25000">
                <a:latin typeface="Arial"/>
                <a:ea typeface="Arial"/>
                <a:cs typeface="Arial"/>
                <a:sym typeface="Arial"/>
              </a:rPr>
              <a:t>𝒳</a:t>
            </a:r>
            <a:r>
              <a:rPr lang="en-US" sz="1600">
                <a:latin typeface="Arial"/>
                <a:ea typeface="Arial"/>
                <a:cs typeface="Arial"/>
                <a:sym typeface="Arial"/>
              </a:rPr>
              <a:t>+</a:t>
            </a:r>
            <a:endParaRPr sz="1600">
              <a:latin typeface="Arial"/>
              <a:ea typeface="Arial"/>
              <a:cs typeface="Arial"/>
              <a:sym typeface="Arial"/>
            </a:endParaRPr>
          </a:p>
          <a:p>
            <a:pPr marL="121285" lvl="0" indent="0" algn="l" rtl="0">
              <a:lnSpc>
                <a:spcPct val="100000"/>
              </a:lnSpc>
              <a:spcBef>
                <a:spcPts val="1175"/>
              </a:spcBef>
              <a:spcAft>
                <a:spcPts val="0"/>
              </a:spcAft>
              <a:buNone/>
            </a:pPr>
            <a:r>
              <a:rPr lang="en-US" sz="2200">
                <a:latin typeface="Arial"/>
                <a:ea typeface="Arial"/>
                <a:cs typeface="Arial"/>
                <a:sym typeface="Arial"/>
              </a:rPr>
              <a:t>𝒳</a:t>
            </a:r>
            <a:endParaRPr sz="2200">
              <a:latin typeface="Arial"/>
              <a:ea typeface="Arial"/>
              <a:cs typeface="Arial"/>
              <a:sym typeface="Arial"/>
            </a:endParaRPr>
          </a:p>
        </p:txBody>
      </p:sp>
      <p:sp>
        <p:nvSpPr>
          <p:cNvPr id="3614" name="Google Shape;3614;p148"/>
          <p:cNvSpPr/>
          <p:nvPr/>
        </p:nvSpPr>
        <p:spPr>
          <a:xfrm>
            <a:off x="8025509" y="3883404"/>
            <a:ext cx="20955" cy="253365"/>
          </a:xfrm>
          <a:custGeom>
            <a:avLst/>
            <a:gdLst/>
            <a:ahLst/>
            <a:cxnLst/>
            <a:rect l="l" t="t" r="r" b="b"/>
            <a:pathLst>
              <a:path w="20954" h="253364" extrusionOk="0">
                <a:moveTo>
                  <a:pt x="20956" y="0"/>
                </a:moveTo>
                <a:lnTo>
                  <a:pt x="0" y="0"/>
                </a:lnTo>
                <a:lnTo>
                  <a:pt x="0" y="253366"/>
                </a:lnTo>
                <a:lnTo>
                  <a:pt x="20956" y="253366"/>
                </a:lnTo>
                <a:lnTo>
                  <a:pt x="20956"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15" name="Google Shape;3615;p148"/>
          <p:cNvSpPr/>
          <p:nvPr/>
        </p:nvSpPr>
        <p:spPr>
          <a:xfrm>
            <a:off x="7697851" y="3883404"/>
            <a:ext cx="20955" cy="253365"/>
          </a:xfrm>
          <a:custGeom>
            <a:avLst/>
            <a:gdLst/>
            <a:ahLst/>
            <a:cxnLst/>
            <a:rect l="l" t="t" r="r" b="b"/>
            <a:pathLst>
              <a:path w="20954" h="253364" extrusionOk="0">
                <a:moveTo>
                  <a:pt x="20954" y="0"/>
                </a:moveTo>
                <a:lnTo>
                  <a:pt x="0" y="0"/>
                </a:lnTo>
                <a:lnTo>
                  <a:pt x="0" y="253366"/>
                </a:lnTo>
                <a:lnTo>
                  <a:pt x="20954" y="253366"/>
                </a:lnTo>
                <a:lnTo>
                  <a:pt x="2095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16" name="Google Shape;3616;p148"/>
          <p:cNvSpPr txBox="1"/>
          <p:nvPr/>
        </p:nvSpPr>
        <p:spPr>
          <a:xfrm>
            <a:off x="7631048" y="3136900"/>
            <a:ext cx="466725" cy="995044"/>
          </a:xfrm>
          <a:prstGeom prst="rect">
            <a:avLst/>
          </a:prstGeom>
          <a:noFill/>
          <a:ln>
            <a:noFill/>
          </a:ln>
        </p:spPr>
        <p:txBody>
          <a:bodyPr spcFirstLastPara="1" wrap="square" lIns="0" tIns="161925" rIns="0" bIns="0" anchor="t" anchorCtr="0">
            <a:spAutoFit/>
          </a:bodyPr>
          <a:lstStyle/>
          <a:p>
            <a:pPr marL="38100" lvl="0" indent="0" algn="l" rtl="0">
              <a:lnSpc>
                <a:spcPct val="100000"/>
              </a:lnSpc>
              <a:spcBef>
                <a:spcPts val="0"/>
              </a:spcBef>
              <a:spcAft>
                <a:spcPts val="0"/>
              </a:spcAft>
              <a:buNone/>
            </a:pPr>
            <a:r>
              <a:rPr lang="en-US" sz="3300" baseline="-25000">
                <a:latin typeface="Arial"/>
                <a:ea typeface="Arial"/>
                <a:cs typeface="Arial"/>
                <a:sym typeface="Arial"/>
              </a:rPr>
              <a:t>𝒳</a:t>
            </a:r>
            <a:r>
              <a:rPr lang="en-US" sz="1600">
                <a:latin typeface="Arial"/>
                <a:ea typeface="Arial"/>
                <a:cs typeface="Arial"/>
                <a:sym typeface="Arial"/>
              </a:rPr>
              <a:t>−</a:t>
            </a:r>
            <a:endParaRPr sz="1600">
              <a:latin typeface="Arial"/>
              <a:ea typeface="Arial"/>
              <a:cs typeface="Arial"/>
              <a:sym typeface="Arial"/>
            </a:endParaRPr>
          </a:p>
          <a:p>
            <a:pPr marL="121920" lvl="0" indent="0" algn="l" rtl="0">
              <a:lnSpc>
                <a:spcPct val="100000"/>
              </a:lnSpc>
              <a:spcBef>
                <a:spcPts val="1175"/>
              </a:spcBef>
              <a:spcAft>
                <a:spcPts val="0"/>
              </a:spcAft>
              <a:buNone/>
            </a:pPr>
            <a:r>
              <a:rPr lang="en-US" sz="2200">
                <a:latin typeface="Arial"/>
                <a:ea typeface="Arial"/>
                <a:cs typeface="Arial"/>
                <a:sym typeface="Arial"/>
              </a:rPr>
              <a:t>𝒳</a:t>
            </a:r>
            <a:endParaRPr sz="2200">
              <a:latin typeface="Arial"/>
              <a:ea typeface="Arial"/>
              <a:cs typeface="Arial"/>
              <a:sym typeface="Arial"/>
            </a:endParaRPr>
          </a:p>
        </p:txBody>
      </p:sp>
      <p:sp>
        <p:nvSpPr>
          <p:cNvPr id="3617" name="Google Shape;3617;p148"/>
          <p:cNvSpPr txBox="1"/>
          <p:nvPr/>
        </p:nvSpPr>
        <p:spPr>
          <a:xfrm>
            <a:off x="6667881" y="3584955"/>
            <a:ext cx="852169" cy="3606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200">
                <a:latin typeface="Arial"/>
                <a:ea typeface="Arial"/>
                <a:cs typeface="Arial"/>
                <a:sym typeface="Arial"/>
              </a:rPr>
              <a:t>log ℎ −</a:t>
            </a:r>
            <a:endParaRPr sz="2200">
              <a:latin typeface="Arial"/>
              <a:ea typeface="Arial"/>
              <a:cs typeface="Arial"/>
              <a:sym typeface="Arial"/>
            </a:endParaRPr>
          </a:p>
        </p:txBody>
      </p:sp>
      <p:sp>
        <p:nvSpPr>
          <p:cNvPr id="3618" name="Google Shape;3618;p148"/>
          <p:cNvSpPr txBox="1"/>
          <p:nvPr/>
        </p:nvSpPr>
        <p:spPr>
          <a:xfrm>
            <a:off x="8200770" y="3584955"/>
            <a:ext cx="1229995" cy="3606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200">
                <a:latin typeface="Arial"/>
                <a:ea typeface="Arial"/>
                <a:cs typeface="Arial"/>
                <a:sym typeface="Arial"/>
              </a:rPr>
              <a:t>log(1 − ℎ)</a:t>
            </a:r>
            <a:endParaRPr sz="2200">
              <a:latin typeface="Arial"/>
              <a:ea typeface="Arial"/>
              <a:cs typeface="Arial"/>
              <a:sym typeface="Arial"/>
            </a:endParaRPr>
          </a:p>
        </p:txBody>
      </p:sp>
      <p:sp>
        <p:nvSpPr>
          <p:cNvPr id="3619" name="Google Shape;3619;p148"/>
          <p:cNvSpPr/>
          <p:nvPr/>
        </p:nvSpPr>
        <p:spPr>
          <a:xfrm>
            <a:off x="3622546" y="4683252"/>
            <a:ext cx="585470" cy="18415"/>
          </a:xfrm>
          <a:custGeom>
            <a:avLst/>
            <a:gdLst/>
            <a:ahLst/>
            <a:cxnLst/>
            <a:rect l="l" t="t" r="r" b="b"/>
            <a:pathLst>
              <a:path w="585470" h="18414" extrusionOk="0">
                <a:moveTo>
                  <a:pt x="585214" y="0"/>
                </a:moveTo>
                <a:lnTo>
                  <a:pt x="0" y="0"/>
                </a:lnTo>
                <a:lnTo>
                  <a:pt x="0" y="18287"/>
                </a:lnTo>
                <a:lnTo>
                  <a:pt x="585214" y="18287"/>
                </a:lnTo>
                <a:lnTo>
                  <a:pt x="58521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20" name="Google Shape;3620;p148"/>
          <p:cNvSpPr/>
          <p:nvPr/>
        </p:nvSpPr>
        <p:spPr>
          <a:xfrm>
            <a:off x="4154551" y="4354320"/>
            <a:ext cx="20955" cy="253365"/>
          </a:xfrm>
          <a:custGeom>
            <a:avLst/>
            <a:gdLst/>
            <a:ahLst/>
            <a:cxnLst/>
            <a:rect l="l" t="t" r="r" b="b"/>
            <a:pathLst>
              <a:path w="20954" h="253364" extrusionOk="0">
                <a:moveTo>
                  <a:pt x="20954" y="0"/>
                </a:moveTo>
                <a:lnTo>
                  <a:pt x="0" y="0"/>
                </a:lnTo>
                <a:lnTo>
                  <a:pt x="0" y="253364"/>
                </a:lnTo>
                <a:lnTo>
                  <a:pt x="20954" y="253364"/>
                </a:lnTo>
                <a:lnTo>
                  <a:pt x="2095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21" name="Google Shape;3621;p148"/>
          <p:cNvSpPr/>
          <p:nvPr/>
        </p:nvSpPr>
        <p:spPr>
          <a:xfrm>
            <a:off x="3656203" y="4354320"/>
            <a:ext cx="20955" cy="253365"/>
          </a:xfrm>
          <a:custGeom>
            <a:avLst/>
            <a:gdLst/>
            <a:ahLst/>
            <a:cxnLst/>
            <a:rect l="l" t="t" r="r" b="b"/>
            <a:pathLst>
              <a:path w="20954" h="253364" extrusionOk="0">
                <a:moveTo>
                  <a:pt x="20956" y="0"/>
                </a:moveTo>
                <a:lnTo>
                  <a:pt x="0" y="0"/>
                </a:lnTo>
                <a:lnTo>
                  <a:pt x="0" y="253364"/>
                </a:lnTo>
                <a:lnTo>
                  <a:pt x="20956" y="253364"/>
                </a:lnTo>
                <a:lnTo>
                  <a:pt x="20956"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22" name="Google Shape;3622;p148"/>
          <p:cNvSpPr txBox="1"/>
          <p:nvPr/>
        </p:nvSpPr>
        <p:spPr>
          <a:xfrm>
            <a:off x="2653538" y="3548379"/>
            <a:ext cx="1876425" cy="967740"/>
          </a:xfrm>
          <a:prstGeom prst="rect">
            <a:avLst/>
          </a:prstGeom>
          <a:noFill/>
          <a:ln>
            <a:noFill/>
          </a:ln>
        </p:spPr>
        <p:txBody>
          <a:bodyPr spcFirstLastPara="1" wrap="square" lIns="0" tIns="12700" rIns="0" bIns="0" anchor="t" anchorCtr="0">
            <a:spAutoFit/>
          </a:bodyPr>
          <a:lstStyle/>
          <a:p>
            <a:pPr marL="38100" lvl="0" indent="0" algn="l" rtl="0">
              <a:lnSpc>
                <a:spcPct val="114545"/>
              </a:lnSpc>
              <a:spcBef>
                <a:spcPts val="0"/>
              </a:spcBef>
              <a:spcAft>
                <a:spcPts val="0"/>
              </a:spcAft>
              <a:buNone/>
            </a:pPr>
            <a:r>
              <a:rPr lang="en-US" sz="2200">
                <a:latin typeface="Arial"/>
                <a:ea typeface="Arial"/>
                <a:cs typeface="Arial"/>
                <a:sym typeface="Arial"/>
              </a:rPr>
              <a:t>minimize	11</a:t>
            </a:r>
            <a:endParaRPr sz="2200">
              <a:latin typeface="Arial"/>
              <a:ea typeface="Arial"/>
              <a:cs typeface="Arial"/>
              <a:sym typeface="Arial"/>
            </a:endParaRPr>
          </a:p>
          <a:p>
            <a:pPr marL="527685" lvl="0" indent="0" algn="l" rtl="0">
              <a:lnSpc>
                <a:spcPct val="95937"/>
              </a:lnSpc>
              <a:spcBef>
                <a:spcPts val="0"/>
              </a:spcBef>
              <a:spcAft>
                <a:spcPts val="0"/>
              </a:spcAft>
              <a:buNone/>
            </a:pPr>
            <a:r>
              <a:rPr lang="en-US" sz="1600">
                <a:latin typeface="Arial"/>
                <a:ea typeface="Arial"/>
                <a:cs typeface="Arial"/>
                <a:sym typeface="Arial"/>
              </a:rPr>
              <a:t>ℎ</a:t>
            </a:r>
            <a:endParaRPr sz="1600">
              <a:latin typeface="Arial"/>
              <a:ea typeface="Arial"/>
              <a:cs typeface="Arial"/>
              <a:sym typeface="Arial"/>
            </a:endParaRPr>
          </a:p>
          <a:p>
            <a:pPr marL="1263650" lvl="0" indent="0" algn="l" rtl="0">
              <a:lnSpc>
                <a:spcPct val="74375"/>
              </a:lnSpc>
              <a:spcBef>
                <a:spcPts val="0"/>
              </a:spcBef>
              <a:spcAft>
                <a:spcPts val="0"/>
              </a:spcAft>
              <a:buNone/>
            </a:pPr>
            <a:r>
              <a:rPr lang="en-US" sz="1600">
                <a:latin typeface="Arial"/>
                <a:ea typeface="Arial"/>
                <a:cs typeface="Arial"/>
                <a:sym typeface="Arial"/>
              </a:rPr>
              <a:t>𝑥,𝑦∈𝒳</a:t>
            </a:r>
            <a:endParaRPr sz="1600">
              <a:latin typeface="Arial"/>
              <a:ea typeface="Arial"/>
              <a:cs typeface="Arial"/>
              <a:sym typeface="Arial"/>
            </a:endParaRPr>
          </a:p>
          <a:p>
            <a:pPr marL="1057275" lvl="0" indent="0" algn="l" rtl="0">
              <a:lnSpc>
                <a:spcPct val="65757"/>
              </a:lnSpc>
              <a:spcBef>
                <a:spcPts val="0"/>
              </a:spcBef>
              <a:spcAft>
                <a:spcPts val="0"/>
              </a:spcAft>
              <a:buNone/>
            </a:pPr>
            <a:r>
              <a:rPr lang="en-US" sz="3300" baseline="-25000">
                <a:latin typeface="Arial"/>
                <a:ea typeface="Arial"/>
                <a:cs typeface="Arial"/>
                <a:sym typeface="Arial"/>
              </a:rPr>
              <a:t>𝒳</a:t>
            </a:r>
            <a:r>
              <a:rPr lang="en-US" sz="1600">
                <a:latin typeface="Arial"/>
                <a:ea typeface="Arial"/>
                <a:cs typeface="Arial"/>
                <a:sym typeface="Arial"/>
              </a:rPr>
              <a:t>+</a:t>
            </a:r>
            <a:endParaRPr sz="1600">
              <a:latin typeface="Arial"/>
              <a:ea typeface="Arial"/>
              <a:cs typeface="Arial"/>
              <a:sym typeface="Arial"/>
            </a:endParaRPr>
          </a:p>
        </p:txBody>
      </p:sp>
      <p:sp>
        <p:nvSpPr>
          <p:cNvPr id="3623" name="Google Shape;3623;p148"/>
          <p:cNvSpPr/>
          <p:nvPr/>
        </p:nvSpPr>
        <p:spPr>
          <a:xfrm>
            <a:off x="4069207" y="4752084"/>
            <a:ext cx="20955" cy="253365"/>
          </a:xfrm>
          <a:custGeom>
            <a:avLst/>
            <a:gdLst/>
            <a:ahLst/>
            <a:cxnLst/>
            <a:rect l="l" t="t" r="r" b="b"/>
            <a:pathLst>
              <a:path w="20954" h="253364" extrusionOk="0">
                <a:moveTo>
                  <a:pt x="20954" y="0"/>
                </a:moveTo>
                <a:lnTo>
                  <a:pt x="0" y="0"/>
                </a:lnTo>
                <a:lnTo>
                  <a:pt x="0" y="253364"/>
                </a:lnTo>
                <a:lnTo>
                  <a:pt x="20954" y="253364"/>
                </a:lnTo>
                <a:lnTo>
                  <a:pt x="2095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24" name="Google Shape;3624;p148"/>
          <p:cNvSpPr/>
          <p:nvPr/>
        </p:nvSpPr>
        <p:spPr>
          <a:xfrm>
            <a:off x="3740021" y="4752084"/>
            <a:ext cx="20955" cy="253365"/>
          </a:xfrm>
          <a:custGeom>
            <a:avLst/>
            <a:gdLst/>
            <a:ahLst/>
            <a:cxnLst/>
            <a:rect l="l" t="t" r="r" b="b"/>
            <a:pathLst>
              <a:path w="20954" h="253364" extrusionOk="0">
                <a:moveTo>
                  <a:pt x="20954" y="0"/>
                </a:moveTo>
                <a:lnTo>
                  <a:pt x="0" y="0"/>
                </a:lnTo>
                <a:lnTo>
                  <a:pt x="0" y="253364"/>
                </a:lnTo>
                <a:lnTo>
                  <a:pt x="20954" y="253364"/>
                </a:lnTo>
                <a:lnTo>
                  <a:pt x="2095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25" name="Google Shape;3625;p148"/>
          <p:cNvSpPr txBox="1"/>
          <p:nvPr/>
        </p:nvSpPr>
        <p:spPr>
          <a:xfrm>
            <a:off x="3782314" y="4639564"/>
            <a:ext cx="255270" cy="3606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200">
                <a:latin typeface="Arial"/>
                <a:ea typeface="Arial"/>
                <a:cs typeface="Arial"/>
                <a:sym typeface="Arial"/>
              </a:rPr>
              <a:t>𝒳</a:t>
            </a:r>
            <a:endParaRPr sz="2200">
              <a:latin typeface="Arial"/>
              <a:ea typeface="Arial"/>
              <a:cs typeface="Arial"/>
              <a:sym typeface="Arial"/>
            </a:endParaRPr>
          </a:p>
        </p:txBody>
      </p:sp>
      <p:sp>
        <p:nvSpPr>
          <p:cNvPr id="3626" name="Google Shape;3626;p148"/>
          <p:cNvSpPr txBox="1">
            <a:spLocks noGrp="1"/>
          </p:cNvSpPr>
          <p:nvPr>
            <p:ph type="sldNum" idx="12"/>
          </p:nvPr>
        </p:nvSpPr>
        <p:spPr>
          <a:xfrm>
            <a:off x="11282426" y="6440594"/>
            <a:ext cx="250825" cy="200659"/>
          </a:xfrm>
          <a:prstGeom prst="rect">
            <a:avLst/>
          </a:prstGeom>
          <a:noFill/>
          <a:ln>
            <a:noFill/>
          </a:ln>
        </p:spPr>
        <p:txBody>
          <a:bodyPr spcFirstLastPara="1" wrap="square" lIns="0" tIns="2525" rIns="0" bIns="0" anchor="t" anchorCtr="0">
            <a:spAutoFit/>
          </a:bodyPr>
          <a:lstStyle/>
          <a:p>
            <a:pPr marL="38100" lvl="0" indent="0" algn="l" rtl="0">
              <a:lnSpc>
                <a:spcPct val="100000"/>
              </a:lnSpc>
              <a:spcBef>
                <a:spcPts val="0"/>
              </a:spcBef>
              <a:spcAft>
                <a:spcPts val="0"/>
              </a:spcAft>
              <a:buNone/>
            </a:pPr>
            <a:r>
              <a:rPr lang="en-US"/>
              <a:t>23</a:t>
            </a:r>
            <a:endParaRPr/>
          </a:p>
        </p:txBody>
      </p:sp>
      <p:sp>
        <p:nvSpPr>
          <p:cNvPr id="3627" name="Google Shape;3627;p148"/>
          <p:cNvSpPr txBox="1"/>
          <p:nvPr/>
        </p:nvSpPr>
        <p:spPr>
          <a:xfrm>
            <a:off x="2678938" y="4453635"/>
            <a:ext cx="1657350" cy="3606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200">
                <a:latin typeface="Arial"/>
                <a:ea typeface="Arial"/>
                <a:cs typeface="Arial"/>
                <a:sym typeface="Arial"/>
              </a:rPr>
              <a:t>⟹ℎ =	,</a:t>
            </a:r>
            <a:endParaRPr sz="2200">
              <a:latin typeface="Arial"/>
              <a:ea typeface="Arial"/>
              <a:cs typeface="Arial"/>
              <a:sym typeface="Arial"/>
            </a:endParaRPr>
          </a:p>
        </p:txBody>
      </p:sp>
      <p:sp>
        <p:nvSpPr>
          <p:cNvPr id="3628" name="Google Shape;3628;p148"/>
          <p:cNvSpPr txBox="1"/>
          <p:nvPr/>
        </p:nvSpPr>
        <p:spPr>
          <a:xfrm>
            <a:off x="688340" y="5236971"/>
            <a:ext cx="7375525" cy="653415"/>
          </a:xfrm>
          <a:prstGeom prst="rect">
            <a:avLst/>
          </a:prstGeom>
          <a:noFill/>
          <a:ln>
            <a:noFill/>
          </a:ln>
        </p:spPr>
        <p:txBody>
          <a:bodyPr spcFirstLastPara="1" wrap="square" lIns="0" tIns="12700" rIns="0" bIns="0" anchor="t" anchorCtr="0">
            <a:spAutoFit/>
          </a:bodyPr>
          <a:lstStyle/>
          <a:p>
            <a:pPr marL="12700" lvl="0" indent="0" algn="l" rtl="0">
              <a:lnSpc>
                <a:spcPct val="112272"/>
              </a:lnSpc>
              <a:spcBef>
                <a:spcPts val="0"/>
              </a:spcBef>
              <a:spcAft>
                <a:spcPts val="0"/>
              </a:spcAft>
              <a:buNone/>
            </a:pPr>
            <a:r>
              <a:rPr lang="en-US" sz="2200">
                <a:latin typeface="Arial Narrow"/>
                <a:ea typeface="Arial Narrow"/>
                <a:cs typeface="Arial Narrow"/>
                <a:sym typeface="Arial Narrow"/>
              </a:rPr>
              <a:t>Which achieves loss:</a:t>
            </a:r>
            <a:endParaRPr sz="2200">
              <a:latin typeface="Arial Narrow"/>
              <a:ea typeface="Arial Narrow"/>
              <a:cs typeface="Arial Narrow"/>
              <a:sym typeface="Arial Narrow"/>
            </a:endParaRPr>
          </a:p>
          <a:p>
            <a:pPr marL="3413125" lvl="0" indent="0" algn="l" rtl="0">
              <a:lnSpc>
                <a:spcPct val="112272"/>
              </a:lnSpc>
              <a:spcBef>
                <a:spcPts val="0"/>
              </a:spcBef>
              <a:spcAft>
                <a:spcPts val="0"/>
              </a:spcAft>
              <a:buNone/>
            </a:pPr>
            <a:r>
              <a:rPr lang="en-US" sz="2200">
                <a:latin typeface="Arial"/>
                <a:ea typeface="Arial"/>
                <a:cs typeface="Arial"/>
                <a:sym typeface="Arial"/>
              </a:rPr>
              <a:t>ℓ = −ℎ log ℎ − (1 − ℎ) log(1 − ℎ)</a:t>
            </a:r>
            <a:endParaRPr sz="2200">
              <a:latin typeface="Arial"/>
              <a:ea typeface="Arial"/>
              <a:cs typeface="Arial"/>
              <a:sym typeface="Arial"/>
            </a:endParaRPr>
          </a:p>
        </p:txBody>
      </p:sp>
    </p:spTree>
    <p:extLst>
      <p:ext uri="{BB962C8B-B14F-4D97-AF65-F5344CB8AC3E}">
        <p14:creationId xmlns:p14="http://schemas.microsoft.com/office/powerpoint/2010/main" val="5421131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632"/>
        <p:cNvGrpSpPr/>
        <p:nvPr/>
      </p:nvGrpSpPr>
      <p:grpSpPr>
        <a:xfrm>
          <a:off x="0" y="0"/>
          <a:ext cx="0" cy="0"/>
          <a:chOff x="0" y="0"/>
          <a:chExt cx="0" cy="0"/>
        </a:xfrm>
      </p:grpSpPr>
      <p:sp>
        <p:nvSpPr>
          <p:cNvPr id="3633" name="Google Shape;3633;p149" descr="$PPTXTitle"/>
          <p:cNvSpPr txBox="1">
            <a:spLocks noGrp="1"/>
          </p:cNvSpPr>
          <p:nvPr>
            <p:ph type="title"/>
          </p:nvPr>
        </p:nvSpPr>
        <p:spPr>
          <a:xfrm>
            <a:off x="707542" y="494791"/>
            <a:ext cx="11589715" cy="985519"/>
          </a:xfrm>
          <a:prstGeom prst="rect">
            <a:avLst/>
          </a:prstGeom>
          <a:noFill/>
          <a:ln>
            <a:noFill/>
          </a:ln>
        </p:spPr>
        <p:txBody>
          <a:bodyPr spcFirstLastPara="1" wrap="square" lIns="0" tIns="12700" rIns="0" bIns="0" anchor="t" anchorCtr="0">
            <a:spAutoFit/>
          </a:bodyPr>
          <a:lstStyle/>
          <a:p>
            <a:pPr marL="3537584" lvl="0" indent="0" algn="l" rtl="0">
              <a:lnSpc>
                <a:spcPct val="100000"/>
              </a:lnSpc>
              <a:spcBef>
                <a:spcPts val="0"/>
              </a:spcBef>
              <a:spcAft>
                <a:spcPts val="0"/>
              </a:spcAft>
              <a:buNone/>
            </a:pPr>
            <a:r>
              <a:rPr lang="en-US"/>
              <a:t>Optimizing splits</a:t>
            </a:r>
            <a:endParaRPr/>
          </a:p>
        </p:txBody>
      </p:sp>
      <p:sp>
        <p:nvSpPr>
          <p:cNvPr id="3634" name="Google Shape;3634;p149"/>
          <p:cNvSpPr/>
          <p:nvPr/>
        </p:nvSpPr>
        <p:spPr>
          <a:xfrm>
            <a:off x="2337560" y="2081022"/>
            <a:ext cx="95250" cy="283845"/>
          </a:xfrm>
          <a:custGeom>
            <a:avLst/>
            <a:gdLst/>
            <a:ahLst/>
            <a:cxnLst/>
            <a:rect l="l" t="t" r="r" b="b"/>
            <a:pathLst>
              <a:path w="95250" h="283844" extrusionOk="0">
                <a:moveTo>
                  <a:pt x="3937" y="0"/>
                </a:moveTo>
                <a:lnTo>
                  <a:pt x="0" y="0"/>
                </a:lnTo>
                <a:lnTo>
                  <a:pt x="0" y="11301"/>
                </a:lnTo>
                <a:lnTo>
                  <a:pt x="2286" y="11301"/>
                </a:lnTo>
                <a:lnTo>
                  <a:pt x="12475" y="12012"/>
                </a:lnTo>
                <a:lnTo>
                  <a:pt x="45212" y="37416"/>
                </a:lnTo>
                <a:lnTo>
                  <a:pt x="48260" y="59688"/>
                </a:lnTo>
                <a:lnTo>
                  <a:pt x="48070" y="65218"/>
                </a:lnTo>
                <a:lnTo>
                  <a:pt x="47513" y="71342"/>
                </a:lnTo>
                <a:lnTo>
                  <a:pt x="45338" y="85469"/>
                </a:lnTo>
                <a:lnTo>
                  <a:pt x="43306" y="95629"/>
                </a:lnTo>
                <a:lnTo>
                  <a:pt x="42291" y="102997"/>
                </a:lnTo>
                <a:lnTo>
                  <a:pt x="42291" y="115697"/>
                </a:lnTo>
                <a:lnTo>
                  <a:pt x="44831" y="122681"/>
                </a:lnTo>
                <a:lnTo>
                  <a:pt x="54737" y="133476"/>
                </a:lnTo>
                <a:lnTo>
                  <a:pt x="60579" y="137413"/>
                </a:lnTo>
                <a:lnTo>
                  <a:pt x="67437" y="140080"/>
                </a:lnTo>
                <a:lnTo>
                  <a:pt x="67437" y="142748"/>
                </a:lnTo>
                <a:lnTo>
                  <a:pt x="42291" y="167004"/>
                </a:lnTo>
                <a:lnTo>
                  <a:pt x="42291" y="179831"/>
                </a:lnTo>
                <a:lnTo>
                  <a:pt x="43306" y="187071"/>
                </a:lnTo>
                <a:lnTo>
                  <a:pt x="46598" y="204690"/>
                </a:lnTo>
                <a:lnTo>
                  <a:pt x="47513" y="211439"/>
                </a:lnTo>
                <a:lnTo>
                  <a:pt x="48070" y="217592"/>
                </a:lnTo>
                <a:lnTo>
                  <a:pt x="48260" y="223138"/>
                </a:lnTo>
                <a:lnTo>
                  <a:pt x="47498" y="235592"/>
                </a:lnTo>
                <a:lnTo>
                  <a:pt x="21509" y="269701"/>
                </a:lnTo>
                <a:lnTo>
                  <a:pt x="2286" y="272542"/>
                </a:lnTo>
                <a:lnTo>
                  <a:pt x="0" y="272542"/>
                </a:lnTo>
                <a:lnTo>
                  <a:pt x="0" y="283845"/>
                </a:lnTo>
                <a:lnTo>
                  <a:pt x="3937" y="283845"/>
                </a:lnTo>
                <a:lnTo>
                  <a:pt x="20292" y="282630"/>
                </a:lnTo>
                <a:lnTo>
                  <a:pt x="56261" y="267843"/>
                </a:lnTo>
                <a:lnTo>
                  <a:pt x="73532" y="220473"/>
                </a:lnTo>
                <a:lnTo>
                  <a:pt x="73318" y="214066"/>
                </a:lnTo>
                <a:lnTo>
                  <a:pt x="72675" y="207232"/>
                </a:lnTo>
                <a:lnTo>
                  <a:pt x="71603" y="199969"/>
                </a:lnTo>
                <a:lnTo>
                  <a:pt x="70104" y="192277"/>
                </a:lnTo>
                <a:lnTo>
                  <a:pt x="67691" y="181736"/>
                </a:lnTo>
                <a:lnTo>
                  <a:pt x="66548" y="174751"/>
                </a:lnTo>
                <a:lnTo>
                  <a:pt x="66548" y="164337"/>
                </a:lnTo>
                <a:lnTo>
                  <a:pt x="68961" y="158750"/>
                </a:lnTo>
                <a:lnTo>
                  <a:pt x="78358" y="150113"/>
                </a:lnTo>
                <a:lnTo>
                  <a:pt x="85470" y="147827"/>
                </a:lnTo>
                <a:lnTo>
                  <a:pt x="94995" y="147447"/>
                </a:lnTo>
                <a:lnTo>
                  <a:pt x="94995" y="135254"/>
                </a:lnTo>
                <a:lnTo>
                  <a:pt x="85470" y="135000"/>
                </a:lnTo>
                <a:lnTo>
                  <a:pt x="78358" y="132714"/>
                </a:lnTo>
                <a:lnTo>
                  <a:pt x="68961" y="124078"/>
                </a:lnTo>
                <a:lnTo>
                  <a:pt x="66548" y="118489"/>
                </a:lnTo>
                <a:lnTo>
                  <a:pt x="66548" y="108075"/>
                </a:lnTo>
                <a:lnTo>
                  <a:pt x="67691" y="100963"/>
                </a:lnTo>
                <a:lnTo>
                  <a:pt x="70104" y="90424"/>
                </a:lnTo>
                <a:lnTo>
                  <a:pt x="71603" y="82805"/>
                </a:lnTo>
                <a:lnTo>
                  <a:pt x="72675" y="75580"/>
                </a:lnTo>
                <a:lnTo>
                  <a:pt x="73318" y="68760"/>
                </a:lnTo>
                <a:lnTo>
                  <a:pt x="73532" y="62355"/>
                </a:lnTo>
                <a:lnTo>
                  <a:pt x="72459" y="47826"/>
                </a:lnTo>
                <a:lnTo>
                  <a:pt x="46478" y="9215"/>
                </a:lnTo>
                <a:lnTo>
                  <a:pt x="20292" y="1214"/>
                </a:lnTo>
                <a:lnTo>
                  <a:pt x="393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35" name="Google Shape;3635;p149"/>
          <p:cNvSpPr/>
          <p:nvPr/>
        </p:nvSpPr>
        <p:spPr>
          <a:xfrm>
            <a:off x="1824607" y="2081022"/>
            <a:ext cx="95250" cy="283845"/>
          </a:xfrm>
          <a:custGeom>
            <a:avLst/>
            <a:gdLst/>
            <a:ahLst/>
            <a:cxnLst/>
            <a:rect l="l" t="t" r="r" b="b"/>
            <a:pathLst>
              <a:path w="95250" h="283844" extrusionOk="0">
                <a:moveTo>
                  <a:pt x="94995" y="0"/>
                </a:moveTo>
                <a:lnTo>
                  <a:pt x="91185" y="0"/>
                </a:lnTo>
                <a:lnTo>
                  <a:pt x="74777" y="1214"/>
                </a:lnTo>
                <a:lnTo>
                  <a:pt x="38861" y="16000"/>
                </a:lnTo>
                <a:lnTo>
                  <a:pt x="21664" y="59561"/>
                </a:lnTo>
                <a:lnTo>
                  <a:pt x="21678" y="68615"/>
                </a:lnTo>
                <a:lnTo>
                  <a:pt x="22336" y="75406"/>
                </a:lnTo>
                <a:lnTo>
                  <a:pt x="23445" y="82624"/>
                </a:lnTo>
                <a:lnTo>
                  <a:pt x="27304" y="100836"/>
                </a:lnTo>
                <a:lnTo>
                  <a:pt x="28447" y="107950"/>
                </a:lnTo>
                <a:lnTo>
                  <a:pt x="28447" y="118362"/>
                </a:lnTo>
                <a:lnTo>
                  <a:pt x="26161" y="123951"/>
                </a:lnTo>
                <a:lnTo>
                  <a:pt x="16636" y="132587"/>
                </a:lnTo>
                <a:lnTo>
                  <a:pt x="9525" y="134874"/>
                </a:lnTo>
                <a:lnTo>
                  <a:pt x="0" y="135127"/>
                </a:lnTo>
                <a:lnTo>
                  <a:pt x="0" y="147320"/>
                </a:lnTo>
                <a:lnTo>
                  <a:pt x="9525" y="147574"/>
                </a:lnTo>
                <a:lnTo>
                  <a:pt x="16636" y="149986"/>
                </a:lnTo>
                <a:lnTo>
                  <a:pt x="26161" y="158623"/>
                </a:lnTo>
                <a:lnTo>
                  <a:pt x="28447" y="164210"/>
                </a:lnTo>
                <a:lnTo>
                  <a:pt x="28447" y="174625"/>
                </a:lnTo>
                <a:lnTo>
                  <a:pt x="27304" y="181609"/>
                </a:lnTo>
                <a:lnTo>
                  <a:pt x="23445" y="199823"/>
                </a:lnTo>
                <a:lnTo>
                  <a:pt x="22336" y="207041"/>
                </a:lnTo>
                <a:lnTo>
                  <a:pt x="21678" y="213832"/>
                </a:lnTo>
                <a:lnTo>
                  <a:pt x="21462" y="220218"/>
                </a:lnTo>
                <a:lnTo>
                  <a:pt x="22556" y="235267"/>
                </a:lnTo>
                <a:lnTo>
                  <a:pt x="48627" y="274629"/>
                </a:lnTo>
                <a:lnTo>
                  <a:pt x="91185" y="283845"/>
                </a:lnTo>
                <a:lnTo>
                  <a:pt x="94995" y="283845"/>
                </a:lnTo>
                <a:lnTo>
                  <a:pt x="94995" y="272542"/>
                </a:lnTo>
                <a:lnTo>
                  <a:pt x="92709" y="272542"/>
                </a:lnTo>
                <a:lnTo>
                  <a:pt x="82520" y="271829"/>
                </a:lnTo>
                <a:lnTo>
                  <a:pt x="49783" y="246062"/>
                </a:lnTo>
                <a:lnTo>
                  <a:pt x="46735" y="222886"/>
                </a:lnTo>
                <a:lnTo>
                  <a:pt x="46926" y="217412"/>
                </a:lnTo>
                <a:lnTo>
                  <a:pt x="47497" y="211296"/>
                </a:lnTo>
                <a:lnTo>
                  <a:pt x="48450" y="204561"/>
                </a:lnTo>
                <a:lnTo>
                  <a:pt x="51688" y="186944"/>
                </a:lnTo>
                <a:lnTo>
                  <a:pt x="52704" y="179704"/>
                </a:lnTo>
                <a:lnTo>
                  <a:pt x="52704" y="166877"/>
                </a:lnTo>
                <a:lnTo>
                  <a:pt x="50291" y="160020"/>
                </a:lnTo>
                <a:lnTo>
                  <a:pt x="40385" y="149098"/>
                </a:lnTo>
                <a:lnTo>
                  <a:pt x="34416" y="145160"/>
                </a:lnTo>
                <a:lnTo>
                  <a:pt x="27558" y="142621"/>
                </a:lnTo>
                <a:lnTo>
                  <a:pt x="27558" y="139953"/>
                </a:lnTo>
                <a:lnTo>
                  <a:pt x="34416" y="137286"/>
                </a:lnTo>
                <a:lnTo>
                  <a:pt x="40385" y="133350"/>
                </a:lnTo>
                <a:lnTo>
                  <a:pt x="50291" y="122554"/>
                </a:lnTo>
                <a:lnTo>
                  <a:pt x="52704" y="115568"/>
                </a:lnTo>
                <a:lnTo>
                  <a:pt x="52704" y="102741"/>
                </a:lnTo>
                <a:lnTo>
                  <a:pt x="51688" y="95502"/>
                </a:lnTo>
                <a:lnTo>
                  <a:pt x="48450" y="77886"/>
                </a:lnTo>
                <a:lnTo>
                  <a:pt x="47497" y="71151"/>
                </a:lnTo>
                <a:lnTo>
                  <a:pt x="46926" y="65035"/>
                </a:lnTo>
                <a:lnTo>
                  <a:pt x="46735" y="59561"/>
                </a:lnTo>
                <a:lnTo>
                  <a:pt x="47496" y="47589"/>
                </a:lnTo>
                <a:lnTo>
                  <a:pt x="73484" y="14127"/>
                </a:lnTo>
                <a:lnTo>
                  <a:pt x="92709" y="11301"/>
                </a:lnTo>
                <a:lnTo>
                  <a:pt x="94995" y="11301"/>
                </a:lnTo>
                <a:lnTo>
                  <a:pt x="94995"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36" name="Google Shape;3636;p149"/>
          <p:cNvSpPr txBox="1"/>
          <p:nvPr/>
        </p:nvSpPr>
        <p:spPr>
          <a:xfrm>
            <a:off x="650240" y="1611883"/>
            <a:ext cx="10743565" cy="1485900"/>
          </a:xfrm>
          <a:prstGeom prst="rect">
            <a:avLst/>
          </a:prstGeom>
          <a:noFill/>
          <a:ln>
            <a:noFill/>
          </a:ln>
        </p:spPr>
        <p:txBody>
          <a:bodyPr spcFirstLastPara="1" wrap="square" lIns="0" tIns="31750" rIns="0" bIns="0" anchor="t" anchorCtr="0">
            <a:spAutoFit/>
          </a:bodyPr>
          <a:lstStyle/>
          <a:p>
            <a:pPr marL="50800" marR="43180" lvl="0" indent="0" algn="l" rtl="0">
              <a:lnSpc>
                <a:spcPct val="104074"/>
              </a:lnSpc>
              <a:spcBef>
                <a:spcPts val="0"/>
              </a:spcBef>
              <a:spcAft>
                <a:spcPts val="0"/>
              </a:spcAft>
              <a:buNone/>
            </a:pPr>
            <a:r>
              <a:rPr lang="en-US" sz="2400">
                <a:latin typeface="Arial Narrow"/>
                <a:ea typeface="Arial Narrow"/>
                <a:cs typeface="Arial Narrow"/>
                <a:sym typeface="Arial Narrow"/>
              </a:rPr>
              <a:t>Now suppose we want to split this leaf into two leaves, assuming for the time being that </a:t>
            </a:r>
            <a:r>
              <a:rPr lang="en-US" sz="2400">
                <a:latin typeface="Arial"/>
                <a:ea typeface="Arial"/>
                <a:cs typeface="Arial"/>
                <a:sym typeface="Arial"/>
              </a:rPr>
              <a:t>𝑥 ∈	0,1 </a:t>
            </a:r>
            <a:r>
              <a:rPr lang="en-US" sz="2700" baseline="30000">
                <a:latin typeface="Arial"/>
                <a:ea typeface="Arial"/>
                <a:cs typeface="Arial"/>
                <a:sym typeface="Arial"/>
              </a:rPr>
              <a:t>𝑛 </a:t>
            </a:r>
            <a:r>
              <a:rPr lang="en-US" sz="2400">
                <a:latin typeface="Arial Narrow"/>
                <a:ea typeface="Arial Narrow"/>
                <a:cs typeface="Arial Narrow"/>
                <a:sym typeface="Arial Narrow"/>
              </a:rPr>
              <a:t>is binary</a:t>
            </a:r>
            <a:endParaRPr sz="2400">
              <a:latin typeface="Arial Narrow"/>
              <a:ea typeface="Arial Narrow"/>
              <a:cs typeface="Arial Narrow"/>
              <a:sym typeface="Arial Narrow"/>
            </a:endParaRPr>
          </a:p>
          <a:p>
            <a:pPr marL="0" lvl="0" indent="0" algn="l" rtl="0">
              <a:lnSpc>
                <a:spcPct val="100000"/>
              </a:lnSpc>
              <a:spcBef>
                <a:spcPts val="90"/>
              </a:spcBef>
              <a:spcAft>
                <a:spcPts val="0"/>
              </a:spcAft>
              <a:buNone/>
            </a:pPr>
            <a:endParaRPr sz="2400">
              <a:latin typeface="Arial Narrow"/>
              <a:ea typeface="Arial Narrow"/>
              <a:cs typeface="Arial Narrow"/>
              <a:sym typeface="Arial Narrow"/>
            </a:endParaRPr>
          </a:p>
          <a:p>
            <a:pPr marL="50800" lvl="0" indent="0" algn="l" rtl="0">
              <a:lnSpc>
                <a:spcPct val="100000"/>
              </a:lnSpc>
              <a:spcBef>
                <a:spcPts val="0"/>
              </a:spcBef>
              <a:spcAft>
                <a:spcPts val="0"/>
              </a:spcAft>
              <a:buNone/>
            </a:pPr>
            <a:r>
              <a:rPr lang="en-US" sz="2400">
                <a:latin typeface="Arial Narrow"/>
                <a:ea typeface="Arial Narrow"/>
                <a:cs typeface="Arial Narrow"/>
                <a:sym typeface="Arial Narrow"/>
              </a:rPr>
              <a:t>If we split on a given feature </a:t>
            </a:r>
            <a:r>
              <a:rPr lang="en-US" sz="2400">
                <a:latin typeface="Arial"/>
                <a:ea typeface="Arial"/>
                <a:cs typeface="Arial"/>
                <a:sym typeface="Arial"/>
              </a:rPr>
              <a:t>𝑗</a:t>
            </a:r>
            <a:r>
              <a:rPr lang="en-US" sz="2400">
                <a:latin typeface="Arial Narrow"/>
                <a:ea typeface="Arial Narrow"/>
                <a:cs typeface="Arial Narrow"/>
                <a:sym typeface="Arial Narrow"/>
              </a:rPr>
              <a:t>, this will separate </a:t>
            </a:r>
            <a:r>
              <a:rPr lang="en-US" sz="2400">
                <a:latin typeface="Arial"/>
                <a:ea typeface="Arial"/>
                <a:cs typeface="Arial"/>
                <a:sym typeface="Arial"/>
              </a:rPr>
              <a:t>𝒳 </a:t>
            </a:r>
            <a:r>
              <a:rPr lang="en-US" sz="2400">
                <a:latin typeface="Arial Narrow"/>
                <a:ea typeface="Arial Narrow"/>
                <a:cs typeface="Arial Narrow"/>
                <a:sym typeface="Arial Narrow"/>
              </a:rPr>
              <a:t>into two sets: </a:t>
            </a:r>
            <a:r>
              <a:rPr lang="en-US" sz="2400">
                <a:latin typeface="Arial"/>
                <a:ea typeface="Arial"/>
                <a:cs typeface="Arial"/>
                <a:sym typeface="Arial"/>
              </a:rPr>
              <a:t>𝒳</a:t>
            </a:r>
            <a:r>
              <a:rPr lang="en-US" sz="2700" baseline="-25000">
                <a:latin typeface="Arial"/>
                <a:ea typeface="Arial"/>
                <a:cs typeface="Arial"/>
                <a:sym typeface="Arial"/>
              </a:rPr>
              <a:t>0 </a:t>
            </a:r>
            <a:r>
              <a:rPr lang="en-US" sz="2400">
                <a:latin typeface="Arial Narrow"/>
                <a:ea typeface="Arial Narrow"/>
                <a:cs typeface="Arial Narrow"/>
                <a:sym typeface="Arial Narrow"/>
              </a:rPr>
              <a:t>and </a:t>
            </a:r>
            <a:r>
              <a:rPr lang="en-US" sz="2400">
                <a:latin typeface="Arial"/>
                <a:ea typeface="Arial"/>
                <a:cs typeface="Arial"/>
                <a:sym typeface="Arial"/>
              </a:rPr>
              <a:t>𝒳</a:t>
            </a:r>
            <a:r>
              <a:rPr lang="en-US" sz="2700" baseline="-25000">
                <a:latin typeface="Arial"/>
                <a:ea typeface="Arial"/>
                <a:cs typeface="Arial"/>
                <a:sym typeface="Arial"/>
              </a:rPr>
              <a:t>1 </a:t>
            </a:r>
            <a:r>
              <a:rPr lang="en-US" sz="2400">
                <a:latin typeface="Arial Narrow"/>
                <a:ea typeface="Arial Narrow"/>
                <a:cs typeface="Arial Narrow"/>
                <a:sym typeface="Arial Narrow"/>
              </a:rPr>
              <a:t>(with</a:t>
            </a:r>
            <a:endParaRPr sz="2400">
              <a:latin typeface="Arial Narrow"/>
              <a:ea typeface="Arial Narrow"/>
              <a:cs typeface="Arial Narrow"/>
              <a:sym typeface="Arial Narrow"/>
            </a:endParaRPr>
          </a:p>
        </p:txBody>
      </p:sp>
      <p:sp>
        <p:nvSpPr>
          <p:cNvPr id="3637" name="Google Shape;3637;p149"/>
          <p:cNvSpPr txBox="1"/>
          <p:nvPr/>
        </p:nvSpPr>
        <p:spPr>
          <a:xfrm>
            <a:off x="662940" y="3129788"/>
            <a:ext cx="10186035" cy="39116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2400">
                <a:latin typeface="Arial"/>
                <a:ea typeface="Arial"/>
                <a:cs typeface="Arial"/>
                <a:sym typeface="Arial"/>
              </a:rPr>
              <a:t>𝒳</a:t>
            </a:r>
            <a:r>
              <a:rPr lang="en-US" sz="2700" baseline="30000">
                <a:latin typeface="Arial"/>
                <a:ea typeface="Arial"/>
                <a:cs typeface="Arial"/>
                <a:sym typeface="Arial"/>
              </a:rPr>
              <a:t>+/− </a:t>
            </a:r>
            <a:r>
              <a:rPr lang="en-US" sz="2400">
                <a:latin typeface="Arial Narrow"/>
                <a:ea typeface="Arial Narrow"/>
                <a:cs typeface="Arial Narrow"/>
                <a:sym typeface="Arial Narrow"/>
              </a:rPr>
              <a:t>and defined similarly to before), and we would choose optimal prediction</a:t>
            </a:r>
            <a:endParaRPr sz="2400">
              <a:latin typeface="Arial Narrow"/>
              <a:ea typeface="Arial Narrow"/>
              <a:cs typeface="Arial Narrow"/>
              <a:sym typeface="Arial Narrow"/>
            </a:endParaRPr>
          </a:p>
        </p:txBody>
      </p:sp>
      <p:sp>
        <p:nvSpPr>
          <p:cNvPr id="3638" name="Google Shape;3638;p149"/>
          <p:cNvSpPr/>
          <p:nvPr/>
        </p:nvSpPr>
        <p:spPr>
          <a:xfrm>
            <a:off x="1987423" y="3674744"/>
            <a:ext cx="23495" cy="277495"/>
          </a:xfrm>
          <a:custGeom>
            <a:avLst/>
            <a:gdLst/>
            <a:ahLst/>
            <a:cxnLst/>
            <a:rect l="l" t="t" r="r" b="b"/>
            <a:pathLst>
              <a:path w="23494" h="277495" extrusionOk="0">
                <a:moveTo>
                  <a:pt x="22987" y="0"/>
                </a:moveTo>
                <a:lnTo>
                  <a:pt x="0" y="0"/>
                </a:lnTo>
                <a:lnTo>
                  <a:pt x="0" y="276985"/>
                </a:lnTo>
                <a:lnTo>
                  <a:pt x="22987" y="276985"/>
                </a:lnTo>
                <a:lnTo>
                  <a:pt x="2298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39" name="Google Shape;3639;p149"/>
          <p:cNvSpPr/>
          <p:nvPr/>
        </p:nvSpPr>
        <p:spPr>
          <a:xfrm>
            <a:off x="1444877" y="3674744"/>
            <a:ext cx="23495" cy="277495"/>
          </a:xfrm>
          <a:custGeom>
            <a:avLst/>
            <a:gdLst/>
            <a:ahLst/>
            <a:cxnLst/>
            <a:rect l="l" t="t" r="r" b="b"/>
            <a:pathLst>
              <a:path w="23494" h="277495" extrusionOk="0">
                <a:moveTo>
                  <a:pt x="22987" y="0"/>
                </a:moveTo>
                <a:lnTo>
                  <a:pt x="0" y="0"/>
                </a:lnTo>
                <a:lnTo>
                  <a:pt x="0" y="276985"/>
                </a:lnTo>
                <a:lnTo>
                  <a:pt x="22987" y="276985"/>
                </a:lnTo>
                <a:lnTo>
                  <a:pt x="2298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40" name="Google Shape;3640;p149"/>
          <p:cNvSpPr/>
          <p:nvPr/>
        </p:nvSpPr>
        <p:spPr>
          <a:xfrm>
            <a:off x="2700653" y="3674744"/>
            <a:ext cx="23495" cy="277495"/>
          </a:xfrm>
          <a:custGeom>
            <a:avLst/>
            <a:gdLst/>
            <a:ahLst/>
            <a:cxnLst/>
            <a:rect l="l" t="t" r="r" b="b"/>
            <a:pathLst>
              <a:path w="23494" h="277495" extrusionOk="0">
                <a:moveTo>
                  <a:pt x="22987" y="0"/>
                </a:moveTo>
                <a:lnTo>
                  <a:pt x="0" y="0"/>
                </a:lnTo>
                <a:lnTo>
                  <a:pt x="0" y="276985"/>
                </a:lnTo>
                <a:lnTo>
                  <a:pt x="22987" y="276985"/>
                </a:lnTo>
                <a:lnTo>
                  <a:pt x="2298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41" name="Google Shape;3641;p149"/>
          <p:cNvSpPr/>
          <p:nvPr/>
        </p:nvSpPr>
        <p:spPr>
          <a:xfrm>
            <a:off x="2234309" y="3674744"/>
            <a:ext cx="23495" cy="277495"/>
          </a:xfrm>
          <a:custGeom>
            <a:avLst/>
            <a:gdLst/>
            <a:ahLst/>
            <a:cxnLst/>
            <a:rect l="l" t="t" r="r" b="b"/>
            <a:pathLst>
              <a:path w="23494" h="277495" extrusionOk="0">
                <a:moveTo>
                  <a:pt x="22987" y="0"/>
                </a:moveTo>
                <a:lnTo>
                  <a:pt x="0" y="0"/>
                </a:lnTo>
                <a:lnTo>
                  <a:pt x="0" y="276985"/>
                </a:lnTo>
                <a:lnTo>
                  <a:pt x="22987" y="276985"/>
                </a:lnTo>
                <a:lnTo>
                  <a:pt x="2298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42" name="Google Shape;3642;p149"/>
          <p:cNvSpPr/>
          <p:nvPr/>
        </p:nvSpPr>
        <p:spPr>
          <a:xfrm>
            <a:off x="4153027" y="3674744"/>
            <a:ext cx="23495" cy="277495"/>
          </a:xfrm>
          <a:custGeom>
            <a:avLst/>
            <a:gdLst/>
            <a:ahLst/>
            <a:cxnLst/>
            <a:rect l="l" t="t" r="r" b="b"/>
            <a:pathLst>
              <a:path w="23495" h="277495" extrusionOk="0">
                <a:moveTo>
                  <a:pt x="22987" y="0"/>
                </a:moveTo>
                <a:lnTo>
                  <a:pt x="0" y="0"/>
                </a:lnTo>
                <a:lnTo>
                  <a:pt x="0" y="276985"/>
                </a:lnTo>
                <a:lnTo>
                  <a:pt x="22987" y="276985"/>
                </a:lnTo>
                <a:lnTo>
                  <a:pt x="2298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43" name="Google Shape;3643;p149"/>
          <p:cNvSpPr/>
          <p:nvPr/>
        </p:nvSpPr>
        <p:spPr>
          <a:xfrm>
            <a:off x="3610483" y="3674744"/>
            <a:ext cx="23495" cy="277495"/>
          </a:xfrm>
          <a:custGeom>
            <a:avLst/>
            <a:gdLst/>
            <a:ahLst/>
            <a:cxnLst/>
            <a:rect l="l" t="t" r="r" b="b"/>
            <a:pathLst>
              <a:path w="23495" h="277495" extrusionOk="0">
                <a:moveTo>
                  <a:pt x="22987" y="0"/>
                </a:moveTo>
                <a:lnTo>
                  <a:pt x="0" y="0"/>
                </a:lnTo>
                <a:lnTo>
                  <a:pt x="0" y="276985"/>
                </a:lnTo>
                <a:lnTo>
                  <a:pt x="22987" y="276985"/>
                </a:lnTo>
                <a:lnTo>
                  <a:pt x="2298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44" name="Google Shape;3644;p149"/>
          <p:cNvSpPr txBox="1"/>
          <p:nvPr/>
        </p:nvSpPr>
        <p:spPr>
          <a:xfrm>
            <a:off x="1720342" y="3708908"/>
            <a:ext cx="139065"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Arial"/>
                <a:ea typeface="Arial"/>
                <a:cs typeface="Arial"/>
                <a:sym typeface="Arial"/>
              </a:rPr>
              <a:t>0</a:t>
            </a:r>
            <a:endParaRPr sz="1800">
              <a:latin typeface="Arial"/>
              <a:ea typeface="Arial"/>
              <a:cs typeface="Arial"/>
              <a:sym typeface="Arial"/>
            </a:endParaRPr>
          </a:p>
        </p:txBody>
      </p:sp>
      <p:sp>
        <p:nvSpPr>
          <p:cNvPr id="3645" name="Google Shape;3645;p149"/>
          <p:cNvSpPr txBox="1"/>
          <p:nvPr/>
        </p:nvSpPr>
        <p:spPr>
          <a:xfrm>
            <a:off x="3879977" y="3708908"/>
            <a:ext cx="139065"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Arial"/>
                <a:ea typeface="Arial"/>
                <a:cs typeface="Arial"/>
                <a:sym typeface="Arial"/>
              </a:rPr>
              <a:t>1</a:t>
            </a:r>
            <a:endParaRPr sz="1800">
              <a:latin typeface="Arial"/>
              <a:ea typeface="Arial"/>
              <a:cs typeface="Arial"/>
              <a:sym typeface="Arial"/>
            </a:endParaRPr>
          </a:p>
        </p:txBody>
      </p:sp>
      <p:sp>
        <p:nvSpPr>
          <p:cNvPr id="3646" name="Google Shape;3646;p149"/>
          <p:cNvSpPr/>
          <p:nvPr/>
        </p:nvSpPr>
        <p:spPr>
          <a:xfrm>
            <a:off x="4860163" y="3674744"/>
            <a:ext cx="23495" cy="277495"/>
          </a:xfrm>
          <a:custGeom>
            <a:avLst/>
            <a:gdLst/>
            <a:ahLst/>
            <a:cxnLst/>
            <a:rect l="l" t="t" r="r" b="b"/>
            <a:pathLst>
              <a:path w="23495" h="277495" extrusionOk="0">
                <a:moveTo>
                  <a:pt x="22987" y="0"/>
                </a:moveTo>
                <a:lnTo>
                  <a:pt x="0" y="0"/>
                </a:lnTo>
                <a:lnTo>
                  <a:pt x="0" y="276985"/>
                </a:lnTo>
                <a:lnTo>
                  <a:pt x="22987" y="276985"/>
                </a:lnTo>
                <a:lnTo>
                  <a:pt x="2298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47" name="Google Shape;3647;p149"/>
          <p:cNvSpPr/>
          <p:nvPr/>
        </p:nvSpPr>
        <p:spPr>
          <a:xfrm>
            <a:off x="4399915" y="3674744"/>
            <a:ext cx="23495" cy="277495"/>
          </a:xfrm>
          <a:custGeom>
            <a:avLst/>
            <a:gdLst/>
            <a:ahLst/>
            <a:cxnLst/>
            <a:rect l="l" t="t" r="r" b="b"/>
            <a:pathLst>
              <a:path w="23495" h="277495" extrusionOk="0">
                <a:moveTo>
                  <a:pt x="22987" y="0"/>
                </a:moveTo>
                <a:lnTo>
                  <a:pt x="0" y="0"/>
                </a:lnTo>
                <a:lnTo>
                  <a:pt x="0" y="276985"/>
                </a:lnTo>
                <a:lnTo>
                  <a:pt x="22987" y="276985"/>
                </a:lnTo>
                <a:lnTo>
                  <a:pt x="2298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48" name="Google Shape;3648;p149"/>
          <p:cNvSpPr txBox="1"/>
          <p:nvPr/>
        </p:nvSpPr>
        <p:spPr>
          <a:xfrm>
            <a:off x="650240" y="3297428"/>
            <a:ext cx="4233545" cy="650240"/>
          </a:xfrm>
          <a:prstGeom prst="rect">
            <a:avLst/>
          </a:prstGeom>
          <a:noFill/>
          <a:ln>
            <a:noFill/>
          </a:ln>
        </p:spPr>
        <p:txBody>
          <a:bodyPr spcFirstLastPara="1" wrap="square" lIns="0" tIns="12700" rIns="0" bIns="0" anchor="t" anchorCtr="0">
            <a:spAutoFit/>
          </a:bodyPr>
          <a:lstStyle/>
          <a:p>
            <a:pPr marL="278765" lvl="0" indent="0" algn="l" rtl="0">
              <a:lnSpc>
                <a:spcPct val="116666"/>
              </a:lnSpc>
              <a:spcBef>
                <a:spcPts val="0"/>
              </a:spcBef>
              <a:spcAft>
                <a:spcPts val="0"/>
              </a:spcAft>
              <a:buNone/>
            </a:pPr>
            <a:r>
              <a:rPr lang="en-US" sz="1800">
                <a:latin typeface="Arial"/>
                <a:ea typeface="Arial"/>
                <a:cs typeface="Arial"/>
                <a:sym typeface="Arial"/>
              </a:rPr>
              <a:t>0/1</a:t>
            </a:r>
            <a:endParaRPr sz="1800">
              <a:latin typeface="Arial"/>
              <a:ea typeface="Arial"/>
              <a:cs typeface="Arial"/>
              <a:sym typeface="Arial"/>
            </a:endParaRPr>
          </a:p>
          <a:p>
            <a:pPr marL="50800" lvl="0" indent="0" algn="l" rtl="0">
              <a:lnSpc>
                <a:spcPct val="104444"/>
              </a:lnSpc>
              <a:spcBef>
                <a:spcPts val="0"/>
              </a:spcBef>
              <a:spcAft>
                <a:spcPts val="0"/>
              </a:spcAft>
              <a:buNone/>
            </a:pPr>
            <a:r>
              <a:rPr lang="en-US" sz="2400">
                <a:latin typeface="Arial"/>
                <a:ea typeface="Arial"/>
                <a:cs typeface="Arial"/>
                <a:sym typeface="Arial"/>
              </a:rPr>
              <a:t>ℎ</a:t>
            </a:r>
            <a:r>
              <a:rPr lang="en-US" sz="2700" baseline="-25000">
                <a:latin typeface="Arial"/>
                <a:ea typeface="Arial"/>
                <a:cs typeface="Arial"/>
                <a:sym typeface="Arial"/>
              </a:rPr>
              <a:t>0 </a:t>
            </a:r>
            <a:r>
              <a:rPr lang="en-US" sz="2400">
                <a:latin typeface="Arial"/>
                <a:ea typeface="Arial"/>
                <a:cs typeface="Arial"/>
                <a:sym typeface="Arial"/>
              </a:rPr>
              <a:t>=	𝒳</a:t>
            </a:r>
            <a:r>
              <a:rPr lang="en-US" sz="2700" baseline="30000">
                <a:latin typeface="Arial"/>
                <a:ea typeface="Arial"/>
                <a:cs typeface="Arial"/>
                <a:sym typeface="Arial"/>
              </a:rPr>
              <a:t>+  </a:t>
            </a:r>
            <a:r>
              <a:rPr lang="en-US" sz="2400">
                <a:latin typeface="Arial"/>
                <a:ea typeface="Arial"/>
                <a:cs typeface="Arial"/>
                <a:sym typeface="Arial"/>
              </a:rPr>
              <a:t>/	𝒳</a:t>
            </a:r>
            <a:r>
              <a:rPr lang="en-US" sz="2700" baseline="-25000">
                <a:latin typeface="Arial"/>
                <a:ea typeface="Arial"/>
                <a:cs typeface="Arial"/>
                <a:sym typeface="Arial"/>
              </a:rPr>
              <a:t>0 </a:t>
            </a:r>
            <a:r>
              <a:rPr lang="en-US" sz="2400">
                <a:latin typeface="Arial"/>
                <a:ea typeface="Arial"/>
                <a:cs typeface="Arial"/>
                <a:sym typeface="Arial"/>
              </a:rPr>
              <a:t>, ℎ</a:t>
            </a:r>
            <a:r>
              <a:rPr lang="en-US" sz="2700" baseline="-25000">
                <a:latin typeface="Arial"/>
                <a:ea typeface="Arial"/>
                <a:cs typeface="Arial"/>
                <a:sym typeface="Arial"/>
              </a:rPr>
              <a:t>1 </a:t>
            </a:r>
            <a:r>
              <a:rPr lang="en-US" sz="2400">
                <a:latin typeface="Arial"/>
                <a:ea typeface="Arial"/>
                <a:cs typeface="Arial"/>
                <a:sym typeface="Arial"/>
              </a:rPr>
              <a:t>=	𝒳</a:t>
            </a:r>
            <a:r>
              <a:rPr lang="en-US" sz="2700" baseline="30000">
                <a:latin typeface="Arial"/>
                <a:ea typeface="Arial"/>
                <a:cs typeface="Arial"/>
                <a:sym typeface="Arial"/>
              </a:rPr>
              <a:t>+  </a:t>
            </a:r>
            <a:r>
              <a:rPr lang="en-US" sz="2400">
                <a:latin typeface="Arial"/>
                <a:ea typeface="Arial"/>
                <a:cs typeface="Arial"/>
                <a:sym typeface="Arial"/>
              </a:rPr>
              <a:t>/	𝒳</a:t>
            </a:r>
            <a:r>
              <a:rPr lang="en-US" sz="2700" baseline="-25000">
                <a:latin typeface="Arial"/>
                <a:ea typeface="Arial"/>
                <a:cs typeface="Arial"/>
                <a:sym typeface="Arial"/>
              </a:rPr>
              <a:t>1</a:t>
            </a:r>
            <a:endParaRPr sz="2700" baseline="-25000">
              <a:latin typeface="Arial"/>
              <a:ea typeface="Arial"/>
              <a:cs typeface="Arial"/>
              <a:sym typeface="Arial"/>
            </a:endParaRPr>
          </a:p>
        </p:txBody>
      </p:sp>
      <p:grpSp>
        <p:nvGrpSpPr>
          <p:cNvPr id="3649" name="Google Shape;3649;p149"/>
          <p:cNvGrpSpPr/>
          <p:nvPr/>
        </p:nvGrpSpPr>
        <p:grpSpPr>
          <a:xfrm>
            <a:off x="4096132" y="4040398"/>
            <a:ext cx="4004397" cy="2493218"/>
            <a:chOff x="4096132" y="4040398"/>
            <a:chExt cx="4004397" cy="2493218"/>
          </a:xfrm>
        </p:grpSpPr>
        <p:sp>
          <p:nvSpPr>
            <p:cNvPr id="3650" name="Google Shape;3650;p149"/>
            <p:cNvSpPr/>
            <p:nvPr/>
          </p:nvSpPr>
          <p:spPr>
            <a:xfrm>
              <a:off x="7021436" y="4922545"/>
              <a:ext cx="164465" cy="56515"/>
            </a:xfrm>
            <a:custGeom>
              <a:avLst/>
              <a:gdLst/>
              <a:ahLst/>
              <a:cxnLst/>
              <a:rect l="l" t="t" r="r" b="b"/>
              <a:pathLst>
                <a:path w="164465" h="56514" extrusionOk="0">
                  <a:moveTo>
                    <a:pt x="163957" y="46863"/>
                  </a:moveTo>
                  <a:lnTo>
                    <a:pt x="0" y="46863"/>
                  </a:lnTo>
                  <a:lnTo>
                    <a:pt x="0" y="56400"/>
                  </a:lnTo>
                  <a:lnTo>
                    <a:pt x="163957" y="56400"/>
                  </a:lnTo>
                  <a:lnTo>
                    <a:pt x="163957" y="46863"/>
                  </a:lnTo>
                  <a:close/>
                </a:path>
                <a:path w="164465" h="56514" extrusionOk="0">
                  <a:moveTo>
                    <a:pt x="163957" y="0"/>
                  </a:moveTo>
                  <a:lnTo>
                    <a:pt x="0" y="0"/>
                  </a:lnTo>
                  <a:lnTo>
                    <a:pt x="0" y="9550"/>
                  </a:lnTo>
                  <a:lnTo>
                    <a:pt x="163957" y="9550"/>
                  </a:lnTo>
                  <a:lnTo>
                    <a:pt x="16395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651" name="Google Shape;3651;p149"/>
            <p:cNvPicPr preferRelativeResize="0"/>
            <p:nvPr/>
          </p:nvPicPr>
          <p:blipFill rotWithShape="1">
            <a:blip r:embed="rId3">
              <a:alphaModFix/>
            </a:blip>
            <a:srcRect/>
            <a:stretch/>
          </p:blipFill>
          <p:spPr>
            <a:xfrm>
              <a:off x="7294011" y="4842316"/>
              <a:ext cx="78110" cy="173930"/>
            </a:xfrm>
            <a:prstGeom prst="rect">
              <a:avLst/>
            </a:prstGeom>
            <a:noFill/>
            <a:ln>
              <a:noFill/>
            </a:ln>
          </p:spPr>
        </p:pic>
        <p:pic>
          <p:nvPicPr>
            <p:cNvPr id="3652" name="Google Shape;3652;p149"/>
            <p:cNvPicPr preferRelativeResize="0"/>
            <p:nvPr/>
          </p:nvPicPr>
          <p:blipFill rotWithShape="1">
            <a:blip r:embed="rId4">
              <a:alphaModFix/>
            </a:blip>
            <a:srcRect/>
            <a:stretch/>
          </p:blipFill>
          <p:spPr>
            <a:xfrm>
              <a:off x="4812041" y="4900633"/>
              <a:ext cx="210557" cy="192011"/>
            </a:xfrm>
            <a:prstGeom prst="rect">
              <a:avLst/>
            </a:prstGeom>
            <a:noFill/>
            <a:ln>
              <a:noFill/>
            </a:ln>
          </p:spPr>
        </p:pic>
        <p:sp>
          <p:nvSpPr>
            <p:cNvPr id="3653" name="Google Shape;3653;p149"/>
            <p:cNvSpPr/>
            <p:nvPr/>
          </p:nvSpPr>
          <p:spPr>
            <a:xfrm>
              <a:off x="5126444" y="4922545"/>
              <a:ext cx="164465" cy="56515"/>
            </a:xfrm>
            <a:custGeom>
              <a:avLst/>
              <a:gdLst/>
              <a:ahLst/>
              <a:cxnLst/>
              <a:rect l="l" t="t" r="r" b="b"/>
              <a:pathLst>
                <a:path w="164464" h="56514" extrusionOk="0">
                  <a:moveTo>
                    <a:pt x="163868" y="46863"/>
                  </a:moveTo>
                  <a:lnTo>
                    <a:pt x="0" y="46863"/>
                  </a:lnTo>
                  <a:lnTo>
                    <a:pt x="0" y="56400"/>
                  </a:lnTo>
                  <a:lnTo>
                    <a:pt x="163868" y="56400"/>
                  </a:lnTo>
                  <a:lnTo>
                    <a:pt x="163868" y="46863"/>
                  </a:lnTo>
                  <a:close/>
                </a:path>
                <a:path w="164464" h="56514" extrusionOk="0">
                  <a:moveTo>
                    <a:pt x="163868" y="0"/>
                  </a:moveTo>
                  <a:lnTo>
                    <a:pt x="0" y="0"/>
                  </a:lnTo>
                  <a:lnTo>
                    <a:pt x="0" y="9550"/>
                  </a:lnTo>
                  <a:lnTo>
                    <a:pt x="163868" y="9550"/>
                  </a:lnTo>
                  <a:lnTo>
                    <a:pt x="163868"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654" name="Google Shape;3654;p149"/>
            <p:cNvPicPr preferRelativeResize="0"/>
            <p:nvPr/>
          </p:nvPicPr>
          <p:blipFill rotWithShape="1">
            <a:blip r:embed="rId5">
              <a:alphaModFix/>
            </a:blip>
            <a:srcRect/>
            <a:stretch/>
          </p:blipFill>
          <p:spPr>
            <a:xfrm>
              <a:off x="4096132" y="4040398"/>
              <a:ext cx="4004397" cy="2493218"/>
            </a:xfrm>
            <a:prstGeom prst="rect">
              <a:avLst/>
            </a:prstGeom>
            <a:noFill/>
            <a:ln>
              <a:noFill/>
            </a:ln>
          </p:spPr>
        </p:pic>
      </p:grpSp>
      <p:sp>
        <p:nvSpPr>
          <p:cNvPr id="3655" name="Google Shape;3655;p149"/>
          <p:cNvSpPr txBox="1">
            <a:spLocks noGrp="1"/>
          </p:cNvSpPr>
          <p:nvPr>
            <p:ph type="sldNum" idx="12"/>
          </p:nvPr>
        </p:nvSpPr>
        <p:spPr>
          <a:xfrm>
            <a:off x="11282426" y="6440594"/>
            <a:ext cx="250825" cy="200659"/>
          </a:xfrm>
          <a:prstGeom prst="rect">
            <a:avLst/>
          </a:prstGeom>
          <a:noFill/>
          <a:ln>
            <a:noFill/>
          </a:ln>
        </p:spPr>
        <p:txBody>
          <a:bodyPr spcFirstLastPara="1" wrap="square" lIns="0" tIns="2525" rIns="0" bIns="0" anchor="t" anchorCtr="0">
            <a:spAutoFit/>
          </a:bodyPr>
          <a:lstStyle/>
          <a:p>
            <a:pPr marL="38100" lvl="0" indent="0" algn="l" rtl="0">
              <a:lnSpc>
                <a:spcPct val="100000"/>
              </a:lnSpc>
              <a:spcBef>
                <a:spcPts val="0"/>
              </a:spcBef>
              <a:spcAft>
                <a:spcPts val="0"/>
              </a:spcAft>
              <a:buNone/>
            </a:pPr>
            <a:r>
              <a:rPr lang="en-US"/>
              <a:t>24</a:t>
            </a:r>
            <a:endParaRPr/>
          </a:p>
        </p:txBody>
      </p:sp>
    </p:spTree>
    <p:extLst>
      <p:ext uri="{BB962C8B-B14F-4D97-AF65-F5344CB8AC3E}">
        <p14:creationId xmlns:p14="http://schemas.microsoft.com/office/powerpoint/2010/main" val="34238375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659"/>
        <p:cNvGrpSpPr/>
        <p:nvPr/>
      </p:nvGrpSpPr>
      <p:grpSpPr>
        <a:xfrm>
          <a:off x="0" y="0"/>
          <a:ext cx="0" cy="0"/>
          <a:chOff x="0" y="0"/>
          <a:chExt cx="0" cy="0"/>
        </a:xfrm>
      </p:grpSpPr>
      <p:sp>
        <p:nvSpPr>
          <p:cNvPr id="3660" name="Google Shape;3660;p150" descr="$PPTXTitle"/>
          <p:cNvSpPr txBox="1">
            <a:spLocks noGrp="1"/>
          </p:cNvSpPr>
          <p:nvPr>
            <p:ph type="title"/>
          </p:nvPr>
        </p:nvSpPr>
        <p:spPr>
          <a:xfrm>
            <a:off x="707542" y="494791"/>
            <a:ext cx="11589715" cy="985519"/>
          </a:xfrm>
          <a:prstGeom prst="rect">
            <a:avLst/>
          </a:prstGeom>
          <a:noFill/>
          <a:ln>
            <a:noFill/>
          </a:ln>
        </p:spPr>
        <p:txBody>
          <a:bodyPr spcFirstLastPara="1" wrap="square" lIns="0" tIns="12700" rIns="0" bIns="0" anchor="t" anchorCtr="0">
            <a:spAutoFit/>
          </a:bodyPr>
          <a:lstStyle/>
          <a:p>
            <a:pPr marL="4046854" lvl="0" indent="0" algn="l" rtl="0">
              <a:lnSpc>
                <a:spcPct val="100000"/>
              </a:lnSpc>
              <a:spcBef>
                <a:spcPts val="0"/>
              </a:spcBef>
              <a:spcAft>
                <a:spcPts val="0"/>
              </a:spcAft>
              <a:buNone/>
            </a:pPr>
            <a:r>
              <a:rPr lang="en-US"/>
              <a:t>Loss of split</a:t>
            </a:r>
            <a:endParaRPr/>
          </a:p>
        </p:txBody>
      </p:sp>
      <p:sp>
        <p:nvSpPr>
          <p:cNvPr id="3661" name="Google Shape;3661;p150"/>
          <p:cNvSpPr txBox="1"/>
          <p:nvPr/>
        </p:nvSpPr>
        <p:spPr>
          <a:xfrm>
            <a:off x="662940" y="1575307"/>
            <a:ext cx="5264150" cy="1113790"/>
          </a:xfrm>
          <a:prstGeom prst="rect">
            <a:avLst/>
          </a:prstGeom>
          <a:noFill/>
          <a:ln>
            <a:noFill/>
          </a:ln>
        </p:spPr>
        <p:txBody>
          <a:bodyPr spcFirstLastPara="1" wrap="square" lIns="0" tIns="12700" rIns="0" bIns="0" anchor="t" anchorCtr="0">
            <a:spAutoFit/>
          </a:bodyPr>
          <a:lstStyle/>
          <a:p>
            <a:pPr marL="38100" lvl="0" indent="0" algn="l" rtl="0">
              <a:lnSpc>
                <a:spcPct val="117916"/>
              </a:lnSpc>
              <a:spcBef>
                <a:spcPts val="0"/>
              </a:spcBef>
              <a:spcAft>
                <a:spcPts val="0"/>
              </a:spcAft>
              <a:buNone/>
            </a:pPr>
            <a:r>
              <a:rPr lang="en-US" sz="2400">
                <a:latin typeface="Arial Narrow"/>
                <a:ea typeface="Arial Narrow"/>
                <a:cs typeface="Arial Narrow"/>
                <a:sym typeface="Arial Narrow"/>
              </a:rPr>
              <a:t>The new leafs will each now suffer loss</a:t>
            </a:r>
            <a:endParaRPr sz="2400">
              <a:latin typeface="Arial Narrow"/>
              <a:ea typeface="Arial Narrow"/>
              <a:cs typeface="Arial Narrow"/>
              <a:sym typeface="Arial Narrow"/>
            </a:endParaRPr>
          </a:p>
          <a:p>
            <a:pPr marL="2912110" marR="30480" lvl="0" indent="0" algn="l" rtl="0">
              <a:lnSpc>
                <a:spcPct val="107407"/>
              </a:lnSpc>
              <a:spcBef>
                <a:spcPts val="30"/>
              </a:spcBef>
              <a:spcAft>
                <a:spcPts val="0"/>
              </a:spcAft>
              <a:buNone/>
            </a:pPr>
            <a:r>
              <a:rPr lang="en-US" sz="2400">
                <a:latin typeface="Arial"/>
                <a:ea typeface="Arial"/>
                <a:cs typeface="Arial"/>
                <a:sym typeface="Arial"/>
              </a:rPr>
              <a:t>ℓ</a:t>
            </a:r>
            <a:r>
              <a:rPr lang="en-US" sz="2700" baseline="-25000">
                <a:latin typeface="Arial"/>
                <a:ea typeface="Arial"/>
                <a:cs typeface="Arial"/>
                <a:sym typeface="Arial"/>
              </a:rPr>
              <a:t>0 </a:t>
            </a:r>
            <a:r>
              <a:rPr lang="en-US" sz="2400">
                <a:latin typeface="Arial"/>
                <a:ea typeface="Arial"/>
                <a:cs typeface="Arial"/>
                <a:sym typeface="Arial"/>
              </a:rPr>
              <a:t>= −ℎ</a:t>
            </a:r>
            <a:r>
              <a:rPr lang="en-US" sz="2700" baseline="-25000">
                <a:latin typeface="Arial"/>
                <a:ea typeface="Arial"/>
                <a:cs typeface="Arial"/>
                <a:sym typeface="Arial"/>
              </a:rPr>
              <a:t>0 </a:t>
            </a:r>
            <a:r>
              <a:rPr lang="en-US" sz="2400">
                <a:latin typeface="Arial"/>
                <a:ea typeface="Arial"/>
                <a:cs typeface="Arial"/>
                <a:sym typeface="Arial"/>
              </a:rPr>
              <a:t>log ℎ</a:t>
            </a:r>
            <a:r>
              <a:rPr lang="en-US" sz="2700" baseline="-25000">
                <a:latin typeface="Arial"/>
                <a:ea typeface="Arial"/>
                <a:cs typeface="Arial"/>
                <a:sym typeface="Arial"/>
              </a:rPr>
              <a:t>0 </a:t>
            </a:r>
            <a:r>
              <a:rPr lang="en-US" sz="2400">
                <a:latin typeface="Arial"/>
                <a:ea typeface="Arial"/>
                <a:cs typeface="Arial"/>
                <a:sym typeface="Arial"/>
              </a:rPr>
              <a:t>− ℓ</a:t>
            </a:r>
            <a:r>
              <a:rPr lang="en-US" sz="2700" baseline="-25000">
                <a:latin typeface="Arial"/>
                <a:ea typeface="Arial"/>
                <a:cs typeface="Arial"/>
                <a:sym typeface="Arial"/>
              </a:rPr>
              <a:t>1 </a:t>
            </a:r>
            <a:r>
              <a:rPr lang="en-US" sz="2400">
                <a:latin typeface="Arial"/>
                <a:ea typeface="Arial"/>
                <a:cs typeface="Arial"/>
                <a:sym typeface="Arial"/>
              </a:rPr>
              <a:t>= −ℎ</a:t>
            </a:r>
            <a:r>
              <a:rPr lang="en-US" sz="2700" baseline="-25000">
                <a:latin typeface="Arial"/>
                <a:ea typeface="Arial"/>
                <a:cs typeface="Arial"/>
                <a:sym typeface="Arial"/>
              </a:rPr>
              <a:t>1 </a:t>
            </a:r>
            <a:r>
              <a:rPr lang="en-US" sz="2400">
                <a:latin typeface="Arial"/>
                <a:ea typeface="Arial"/>
                <a:cs typeface="Arial"/>
                <a:sym typeface="Arial"/>
              </a:rPr>
              <a:t>log ℎ</a:t>
            </a:r>
            <a:r>
              <a:rPr lang="en-US" sz="2700" baseline="-25000">
                <a:latin typeface="Arial"/>
                <a:ea typeface="Arial"/>
                <a:cs typeface="Arial"/>
                <a:sym typeface="Arial"/>
              </a:rPr>
              <a:t>1 </a:t>
            </a:r>
            <a:r>
              <a:rPr lang="en-US" sz="2400">
                <a:latin typeface="Arial"/>
                <a:ea typeface="Arial"/>
                <a:cs typeface="Arial"/>
                <a:sym typeface="Arial"/>
              </a:rPr>
              <a:t>−</a:t>
            </a:r>
            <a:endParaRPr sz="2400">
              <a:latin typeface="Arial"/>
              <a:ea typeface="Arial"/>
              <a:cs typeface="Arial"/>
              <a:sym typeface="Arial"/>
            </a:endParaRPr>
          </a:p>
        </p:txBody>
      </p:sp>
      <p:sp>
        <p:nvSpPr>
          <p:cNvPr id="3662" name="Google Shape;3662;p150"/>
          <p:cNvSpPr/>
          <p:nvPr/>
        </p:nvSpPr>
        <p:spPr>
          <a:xfrm>
            <a:off x="6953628" y="2045079"/>
            <a:ext cx="93980" cy="282575"/>
          </a:xfrm>
          <a:custGeom>
            <a:avLst/>
            <a:gdLst/>
            <a:ahLst/>
            <a:cxnLst/>
            <a:rect l="l" t="t" r="r" b="b"/>
            <a:pathLst>
              <a:path w="93979" h="282575" extrusionOk="0">
                <a:moveTo>
                  <a:pt x="3936" y="0"/>
                </a:moveTo>
                <a:lnTo>
                  <a:pt x="0" y="11429"/>
                </a:lnTo>
                <a:lnTo>
                  <a:pt x="16308" y="18503"/>
                </a:lnTo>
                <a:lnTo>
                  <a:pt x="30352" y="28305"/>
                </a:lnTo>
                <a:lnTo>
                  <a:pt x="58877" y="73851"/>
                </a:lnTo>
                <a:lnTo>
                  <a:pt x="67171" y="115623"/>
                </a:lnTo>
                <a:lnTo>
                  <a:pt x="68199" y="139700"/>
                </a:lnTo>
                <a:lnTo>
                  <a:pt x="67153" y="164580"/>
                </a:lnTo>
                <a:lnTo>
                  <a:pt x="58822" y="207529"/>
                </a:lnTo>
                <a:lnTo>
                  <a:pt x="30399" y="253777"/>
                </a:lnTo>
                <a:lnTo>
                  <a:pt x="380" y="270764"/>
                </a:lnTo>
                <a:lnTo>
                  <a:pt x="3936" y="282321"/>
                </a:lnTo>
                <a:lnTo>
                  <a:pt x="42433" y="264238"/>
                </a:lnTo>
                <a:lnTo>
                  <a:pt x="70738" y="232918"/>
                </a:lnTo>
                <a:lnTo>
                  <a:pt x="88169" y="191071"/>
                </a:lnTo>
                <a:lnTo>
                  <a:pt x="93979" y="141224"/>
                </a:lnTo>
                <a:lnTo>
                  <a:pt x="92527" y="115338"/>
                </a:lnTo>
                <a:lnTo>
                  <a:pt x="80906" y="69429"/>
                </a:lnTo>
                <a:lnTo>
                  <a:pt x="57783" y="32092"/>
                </a:lnTo>
                <a:lnTo>
                  <a:pt x="24394" y="7378"/>
                </a:lnTo>
                <a:lnTo>
                  <a:pt x="3936"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63" name="Google Shape;3663;p150"/>
          <p:cNvSpPr/>
          <p:nvPr/>
        </p:nvSpPr>
        <p:spPr>
          <a:xfrm>
            <a:off x="6005447" y="2045079"/>
            <a:ext cx="94615" cy="282575"/>
          </a:xfrm>
          <a:custGeom>
            <a:avLst/>
            <a:gdLst/>
            <a:ahLst/>
            <a:cxnLst/>
            <a:rect l="l" t="t" r="r" b="b"/>
            <a:pathLst>
              <a:path w="94614" h="282575" extrusionOk="0">
                <a:moveTo>
                  <a:pt x="90041" y="0"/>
                </a:moveTo>
                <a:lnTo>
                  <a:pt x="51640" y="18080"/>
                </a:lnTo>
                <a:lnTo>
                  <a:pt x="23239" y="49402"/>
                </a:lnTo>
                <a:lnTo>
                  <a:pt x="5810" y="91408"/>
                </a:lnTo>
                <a:lnTo>
                  <a:pt x="0" y="141224"/>
                </a:lnTo>
                <a:lnTo>
                  <a:pt x="1452" y="167158"/>
                </a:lnTo>
                <a:lnTo>
                  <a:pt x="13073" y="212982"/>
                </a:lnTo>
                <a:lnTo>
                  <a:pt x="36125" y="250226"/>
                </a:lnTo>
                <a:lnTo>
                  <a:pt x="69514" y="274941"/>
                </a:lnTo>
                <a:lnTo>
                  <a:pt x="90041" y="282321"/>
                </a:lnTo>
                <a:lnTo>
                  <a:pt x="93599" y="270764"/>
                </a:lnTo>
                <a:lnTo>
                  <a:pt x="77530" y="263663"/>
                </a:lnTo>
                <a:lnTo>
                  <a:pt x="63642" y="253777"/>
                </a:lnTo>
                <a:lnTo>
                  <a:pt x="35210" y="207529"/>
                </a:lnTo>
                <a:lnTo>
                  <a:pt x="26828" y="164580"/>
                </a:lnTo>
                <a:lnTo>
                  <a:pt x="25779" y="139700"/>
                </a:lnTo>
                <a:lnTo>
                  <a:pt x="26828" y="115623"/>
                </a:lnTo>
                <a:lnTo>
                  <a:pt x="35210" y="73851"/>
                </a:lnTo>
                <a:lnTo>
                  <a:pt x="63752" y="28305"/>
                </a:lnTo>
                <a:lnTo>
                  <a:pt x="94105" y="11429"/>
                </a:lnTo>
                <a:lnTo>
                  <a:pt x="90041"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64" name="Google Shape;3664;p150"/>
          <p:cNvSpPr/>
          <p:nvPr/>
        </p:nvSpPr>
        <p:spPr>
          <a:xfrm>
            <a:off x="8494393" y="2045079"/>
            <a:ext cx="93980" cy="282575"/>
          </a:xfrm>
          <a:custGeom>
            <a:avLst/>
            <a:gdLst/>
            <a:ahLst/>
            <a:cxnLst/>
            <a:rect l="l" t="t" r="r" b="b"/>
            <a:pathLst>
              <a:path w="93979" h="282575" extrusionOk="0">
                <a:moveTo>
                  <a:pt x="3936" y="0"/>
                </a:moveTo>
                <a:lnTo>
                  <a:pt x="0" y="11429"/>
                </a:lnTo>
                <a:lnTo>
                  <a:pt x="16306" y="18503"/>
                </a:lnTo>
                <a:lnTo>
                  <a:pt x="30352" y="28305"/>
                </a:lnTo>
                <a:lnTo>
                  <a:pt x="58875" y="73851"/>
                </a:lnTo>
                <a:lnTo>
                  <a:pt x="67171" y="115623"/>
                </a:lnTo>
                <a:lnTo>
                  <a:pt x="68197" y="139700"/>
                </a:lnTo>
                <a:lnTo>
                  <a:pt x="67153" y="164580"/>
                </a:lnTo>
                <a:lnTo>
                  <a:pt x="58822" y="207529"/>
                </a:lnTo>
                <a:lnTo>
                  <a:pt x="30399" y="253777"/>
                </a:lnTo>
                <a:lnTo>
                  <a:pt x="380" y="270764"/>
                </a:lnTo>
                <a:lnTo>
                  <a:pt x="3936" y="282321"/>
                </a:lnTo>
                <a:lnTo>
                  <a:pt x="42433" y="264238"/>
                </a:lnTo>
                <a:lnTo>
                  <a:pt x="70737" y="232918"/>
                </a:lnTo>
                <a:lnTo>
                  <a:pt x="88169" y="191071"/>
                </a:lnTo>
                <a:lnTo>
                  <a:pt x="93978" y="141224"/>
                </a:lnTo>
                <a:lnTo>
                  <a:pt x="92527" y="115338"/>
                </a:lnTo>
                <a:lnTo>
                  <a:pt x="80906" y="69429"/>
                </a:lnTo>
                <a:lnTo>
                  <a:pt x="57783" y="32092"/>
                </a:lnTo>
                <a:lnTo>
                  <a:pt x="24392" y="7378"/>
                </a:lnTo>
                <a:lnTo>
                  <a:pt x="3936"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65" name="Google Shape;3665;p150"/>
          <p:cNvSpPr/>
          <p:nvPr/>
        </p:nvSpPr>
        <p:spPr>
          <a:xfrm>
            <a:off x="7546213" y="2045079"/>
            <a:ext cx="94615" cy="282575"/>
          </a:xfrm>
          <a:custGeom>
            <a:avLst/>
            <a:gdLst/>
            <a:ahLst/>
            <a:cxnLst/>
            <a:rect l="l" t="t" r="r" b="b"/>
            <a:pathLst>
              <a:path w="94615" h="282575" extrusionOk="0">
                <a:moveTo>
                  <a:pt x="90041" y="0"/>
                </a:moveTo>
                <a:lnTo>
                  <a:pt x="51640" y="18080"/>
                </a:lnTo>
                <a:lnTo>
                  <a:pt x="23239" y="49402"/>
                </a:lnTo>
                <a:lnTo>
                  <a:pt x="5810" y="91408"/>
                </a:lnTo>
                <a:lnTo>
                  <a:pt x="0" y="141224"/>
                </a:lnTo>
                <a:lnTo>
                  <a:pt x="1451" y="167158"/>
                </a:lnTo>
                <a:lnTo>
                  <a:pt x="13073" y="212982"/>
                </a:lnTo>
                <a:lnTo>
                  <a:pt x="36125" y="250226"/>
                </a:lnTo>
                <a:lnTo>
                  <a:pt x="69513" y="274941"/>
                </a:lnTo>
                <a:lnTo>
                  <a:pt x="90041" y="282321"/>
                </a:lnTo>
                <a:lnTo>
                  <a:pt x="93597" y="270764"/>
                </a:lnTo>
                <a:lnTo>
                  <a:pt x="77530" y="263663"/>
                </a:lnTo>
                <a:lnTo>
                  <a:pt x="63642" y="253777"/>
                </a:lnTo>
                <a:lnTo>
                  <a:pt x="35209" y="207529"/>
                </a:lnTo>
                <a:lnTo>
                  <a:pt x="26827" y="164580"/>
                </a:lnTo>
                <a:lnTo>
                  <a:pt x="25779" y="139700"/>
                </a:lnTo>
                <a:lnTo>
                  <a:pt x="26827" y="115623"/>
                </a:lnTo>
                <a:lnTo>
                  <a:pt x="35209" y="73851"/>
                </a:lnTo>
                <a:lnTo>
                  <a:pt x="63752" y="28305"/>
                </a:lnTo>
                <a:lnTo>
                  <a:pt x="94105" y="11429"/>
                </a:lnTo>
                <a:lnTo>
                  <a:pt x="90041"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66" name="Google Shape;3666;p150"/>
          <p:cNvSpPr/>
          <p:nvPr/>
        </p:nvSpPr>
        <p:spPr>
          <a:xfrm>
            <a:off x="6924675" y="2410841"/>
            <a:ext cx="93980" cy="282575"/>
          </a:xfrm>
          <a:custGeom>
            <a:avLst/>
            <a:gdLst/>
            <a:ahLst/>
            <a:cxnLst/>
            <a:rect l="l" t="t" r="r" b="b"/>
            <a:pathLst>
              <a:path w="93979" h="282575" extrusionOk="0">
                <a:moveTo>
                  <a:pt x="3935" y="0"/>
                </a:moveTo>
                <a:lnTo>
                  <a:pt x="0" y="11429"/>
                </a:lnTo>
                <a:lnTo>
                  <a:pt x="16306" y="18503"/>
                </a:lnTo>
                <a:lnTo>
                  <a:pt x="30351" y="28304"/>
                </a:lnTo>
                <a:lnTo>
                  <a:pt x="58875" y="73851"/>
                </a:lnTo>
                <a:lnTo>
                  <a:pt x="67170" y="115623"/>
                </a:lnTo>
                <a:lnTo>
                  <a:pt x="68199" y="139700"/>
                </a:lnTo>
                <a:lnTo>
                  <a:pt x="67152" y="164579"/>
                </a:lnTo>
                <a:lnTo>
                  <a:pt x="58821" y="207529"/>
                </a:lnTo>
                <a:lnTo>
                  <a:pt x="30399" y="253776"/>
                </a:lnTo>
                <a:lnTo>
                  <a:pt x="379" y="270762"/>
                </a:lnTo>
                <a:lnTo>
                  <a:pt x="3935" y="282320"/>
                </a:lnTo>
                <a:lnTo>
                  <a:pt x="42433" y="264238"/>
                </a:lnTo>
                <a:lnTo>
                  <a:pt x="70739" y="232917"/>
                </a:lnTo>
                <a:lnTo>
                  <a:pt x="88168" y="191071"/>
                </a:lnTo>
                <a:lnTo>
                  <a:pt x="93978" y="141224"/>
                </a:lnTo>
                <a:lnTo>
                  <a:pt x="92527" y="115338"/>
                </a:lnTo>
                <a:lnTo>
                  <a:pt x="80905" y="69428"/>
                </a:lnTo>
                <a:lnTo>
                  <a:pt x="57782" y="32092"/>
                </a:lnTo>
                <a:lnTo>
                  <a:pt x="24392" y="7378"/>
                </a:lnTo>
                <a:lnTo>
                  <a:pt x="3935"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67" name="Google Shape;3667;p150"/>
          <p:cNvSpPr/>
          <p:nvPr/>
        </p:nvSpPr>
        <p:spPr>
          <a:xfrm>
            <a:off x="5984113" y="2410841"/>
            <a:ext cx="94615" cy="282575"/>
          </a:xfrm>
          <a:custGeom>
            <a:avLst/>
            <a:gdLst/>
            <a:ahLst/>
            <a:cxnLst/>
            <a:rect l="l" t="t" r="r" b="b"/>
            <a:pathLst>
              <a:path w="94614" h="282575" extrusionOk="0">
                <a:moveTo>
                  <a:pt x="90041" y="0"/>
                </a:moveTo>
                <a:lnTo>
                  <a:pt x="51640" y="18080"/>
                </a:lnTo>
                <a:lnTo>
                  <a:pt x="23239" y="49402"/>
                </a:lnTo>
                <a:lnTo>
                  <a:pt x="5810" y="91408"/>
                </a:lnTo>
                <a:lnTo>
                  <a:pt x="0" y="141224"/>
                </a:lnTo>
                <a:lnTo>
                  <a:pt x="1451" y="167158"/>
                </a:lnTo>
                <a:lnTo>
                  <a:pt x="13072" y="212981"/>
                </a:lnTo>
                <a:lnTo>
                  <a:pt x="36125" y="250226"/>
                </a:lnTo>
                <a:lnTo>
                  <a:pt x="69513" y="274941"/>
                </a:lnTo>
                <a:lnTo>
                  <a:pt x="90041" y="282320"/>
                </a:lnTo>
                <a:lnTo>
                  <a:pt x="93599" y="270762"/>
                </a:lnTo>
                <a:lnTo>
                  <a:pt x="77530" y="263663"/>
                </a:lnTo>
                <a:lnTo>
                  <a:pt x="63642" y="253776"/>
                </a:lnTo>
                <a:lnTo>
                  <a:pt x="35209" y="207529"/>
                </a:lnTo>
                <a:lnTo>
                  <a:pt x="26827" y="164579"/>
                </a:lnTo>
                <a:lnTo>
                  <a:pt x="25781" y="139700"/>
                </a:lnTo>
                <a:lnTo>
                  <a:pt x="26827" y="115623"/>
                </a:lnTo>
                <a:lnTo>
                  <a:pt x="35209" y="73851"/>
                </a:lnTo>
                <a:lnTo>
                  <a:pt x="63753" y="28304"/>
                </a:lnTo>
                <a:lnTo>
                  <a:pt x="94107" y="11429"/>
                </a:lnTo>
                <a:lnTo>
                  <a:pt x="90041"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68" name="Google Shape;3668;p150"/>
          <p:cNvSpPr txBox="1"/>
          <p:nvPr/>
        </p:nvSpPr>
        <p:spPr>
          <a:xfrm>
            <a:off x="6046341" y="1928876"/>
            <a:ext cx="913130" cy="760095"/>
          </a:xfrm>
          <a:prstGeom prst="rect">
            <a:avLst/>
          </a:prstGeom>
          <a:noFill/>
          <a:ln>
            <a:noFill/>
          </a:ln>
        </p:spPr>
        <p:txBody>
          <a:bodyPr spcFirstLastPara="1" wrap="square" lIns="0" tIns="12700" rIns="0" bIns="0" anchor="t" anchorCtr="0">
            <a:spAutoFit/>
          </a:bodyPr>
          <a:lstStyle/>
          <a:p>
            <a:pPr marL="58419" lvl="0" indent="0" algn="l" rtl="0">
              <a:lnSpc>
                <a:spcPct val="100000"/>
              </a:lnSpc>
              <a:spcBef>
                <a:spcPts val="0"/>
              </a:spcBef>
              <a:spcAft>
                <a:spcPts val="0"/>
              </a:spcAft>
              <a:buNone/>
            </a:pPr>
            <a:r>
              <a:rPr lang="en-US" sz="2400">
                <a:latin typeface="Arial"/>
                <a:ea typeface="Arial"/>
                <a:cs typeface="Arial"/>
                <a:sym typeface="Arial"/>
              </a:rPr>
              <a:t>1 − ℎ</a:t>
            </a:r>
            <a:r>
              <a:rPr lang="en-US" sz="2700" baseline="-25000">
                <a:latin typeface="Arial"/>
                <a:ea typeface="Arial"/>
                <a:cs typeface="Arial"/>
                <a:sym typeface="Arial"/>
              </a:rPr>
              <a:t>0</a:t>
            </a:r>
            <a:endParaRPr sz="2700" baseline="-25000">
              <a:latin typeface="Arial"/>
              <a:ea typeface="Arial"/>
              <a:cs typeface="Arial"/>
              <a:sym typeface="Arial"/>
            </a:endParaRPr>
          </a:p>
          <a:p>
            <a:pPr marL="38100" lvl="0" indent="0" algn="l" rtl="0">
              <a:lnSpc>
                <a:spcPct val="100000"/>
              </a:lnSpc>
              <a:spcBef>
                <a:spcPts val="20"/>
              </a:spcBef>
              <a:spcAft>
                <a:spcPts val="0"/>
              </a:spcAft>
              <a:buNone/>
            </a:pPr>
            <a:r>
              <a:rPr lang="en-US" sz="2400">
                <a:latin typeface="Arial"/>
                <a:ea typeface="Arial"/>
                <a:cs typeface="Arial"/>
                <a:sym typeface="Arial"/>
              </a:rPr>
              <a:t>1 − ℎ</a:t>
            </a:r>
            <a:r>
              <a:rPr lang="en-US" sz="2700" baseline="-25000">
                <a:latin typeface="Arial"/>
                <a:ea typeface="Arial"/>
                <a:cs typeface="Arial"/>
                <a:sym typeface="Arial"/>
              </a:rPr>
              <a:t>1</a:t>
            </a:r>
            <a:endParaRPr sz="2700" baseline="-25000">
              <a:latin typeface="Arial"/>
              <a:ea typeface="Arial"/>
              <a:cs typeface="Arial"/>
              <a:sym typeface="Arial"/>
            </a:endParaRPr>
          </a:p>
        </p:txBody>
      </p:sp>
      <p:sp>
        <p:nvSpPr>
          <p:cNvPr id="3669" name="Google Shape;3669;p150"/>
          <p:cNvSpPr/>
          <p:nvPr/>
        </p:nvSpPr>
        <p:spPr>
          <a:xfrm>
            <a:off x="8459343" y="2410841"/>
            <a:ext cx="93980" cy="282575"/>
          </a:xfrm>
          <a:custGeom>
            <a:avLst/>
            <a:gdLst/>
            <a:ahLst/>
            <a:cxnLst/>
            <a:rect l="l" t="t" r="r" b="b"/>
            <a:pathLst>
              <a:path w="93979" h="282575" extrusionOk="0">
                <a:moveTo>
                  <a:pt x="3936" y="0"/>
                </a:moveTo>
                <a:lnTo>
                  <a:pt x="0" y="11429"/>
                </a:lnTo>
                <a:lnTo>
                  <a:pt x="16306" y="18503"/>
                </a:lnTo>
                <a:lnTo>
                  <a:pt x="30351" y="28304"/>
                </a:lnTo>
                <a:lnTo>
                  <a:pt x="58875" y="73851"/>
                </a:lnTo>
                <a:lnTo>
                  <a:pt x="67171" y="115623"/>
                </a:lnTo>
                <a:lnTo>
                  <a:pt x="68199" y="139700"/>
                </a:lnTo>
                <a:lnTo>
                  <a:pt x="67152" y="164579"/>
                </a:lnTo>
                <a:lnTo>
                  <a:pt x="58822" y="207529"/>
                </a:lnTo>
                <a:lnTo>
                  <a:pt x="30399" y="253776"/>
                </a:lnTo>
                <a:lnTo>
                  <a:pt x="380" y="270762"/>
                </a:lnTo>
                <a:lnTo>
                  <a:pt x="3936" y="282320"/>
                </a:lnTo>
                <a:lnTo>
                  <a:pt x="42433" y="264238"/>
                </a:lnTo>
                <a:lnTo>
                  <a:pt x="70738" y="232917"/>
                </a:lnTo>
                <a:lnTo>
                  <a:pt x="88168" y="191071"/>
                </a:lnTo>
                <a:lnTo>
                  <a:pt x="93979" y="141224"/>
                </a:lnTo>
                <a:lnTo>
                  <a:pt x="92527" y="115338"/>
                </a:lnTo>
                <a:lnTo>
                  <a:pt x="80906" y="69428"/>
                </a:lnTo>
                <a:lnTo>
                  <a:pt x="57782" y="32092"/>
                </a:lnTo>
                <a:lnTo>
                  <a:pt x="24392" y="7378"/>
                </a:lnTo>
                <a:lnTo>
                  <a:pt x="3936"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70" name="Google Shape;3670;p150"/>
          <p:cNvSpPr/>
          <p:nvPr/>
        </p:nvSpPr>
        <p:spPr>
          <a:xfrm>
            <a:off x="7518781" y="2410841"/>
            <a:ext cx="94615" cy="282575"/>
          </a:xfrm>
          <a:custGeom>
            <a:avLst/>
            <a:gdLst/>
            <a:ahLst/>
            <a:cxnLst/>
            <a:rect l="l" t="t" r="r" b="b"/>
            <a:pathLst>
              <a:path w="94615" h="282575" extrusionOk="0">
                <a:moveTo>
                  <a:pt x="90043" y="0"/>
                </a:moveTo>
                <a:lnTo>
                  <a:pt x="51640" y="18080"/>
                </a:lnTo>
                <a:lnTo>
                  <a:pt x="23241" y="49402"/>
                </a:lnTo>
                <a:lnTo>
                  <a:pt x="5810" y="91408"/>
                </a:lnTo>
                <a:lnTo>
                  <a:pt x="0" y="141224"/>
                </a:lnTo>
                <a:lnTo>
                  <a:pt x="1451" y="167158"/>
                </a:lnTo>
                <a:lnTo>
                  <a:pt x="13073" y="212981"/>
                </a:lnTo>
                <a:lnTo>
                  <a:pt x="36125" y="250226"/>
                </a:lnTo>
                <a:lnTo>
                  <a:pt x="69513" y="274941"/>
                </a:lnTo>
                <a:lnTo>
                  <a:pt x="90043" y="282320"/>
                </a:lnTo>
                <a:lnTo>
                  <a:pt x="93599" y="270762"/>
                </a:lnTo>
                <a:lnTo>
                  <a:pt x="77530" y="263663"/>
                </a:lnTo>
                <a:lnTo>
                  <a:pt x="63642" y="253776"/>
                </a:lnTo>
                <a:lnTo>
                  <a:pt x="35209" y="207529"/>
                </a:lnTo>
                <a:lnTo>
                  <a:pt x="26827" y="164579"/>
                </a:lnTo>
                <a:lnTo>
                  <a:pt x="25779" y="139700"/>
                </a:lnTo>
                <a:lnTo>
                  <a:pt x="26827" y="115623"/>
                </a:lnTo>
                <a:lnTo>
                  <a:pt x="35209" y="73851"/>
                </a:lnTo>
                <a:lnTo>
                  <a:pt x="63753" y="28304"/>
                </a:lnTo>
                <a:lnTo>
                  <a:pt x="94107" y="11429"/>
                </a:lnTo>
                <a:lnTo>
                  <a:pt x="90043"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71" name="Google Shape;3671;p150"/>
          <p:cNvSpPr txBox="1"/>
          <p:nvPr/>
        </p:nvSpPr>
        <p:spPr>
          <a:xfrm>
            <a:off x="7060055" y="1928876"/>
            <a:ext cx="1437640" cy="760095"/>
          </a:xfrm>
          <a:prstGeom prst="rect">
            <a:avLst/>
          </a:prstGeom>
          <a:noFill/>
          <a:ln>
            <a:noFill/>
          </a:ln>
        </p:spPr>
        <p:txBody>
          <a:bodyPr spcFirstLastPara="1" wrap="square" lIns="0" tIns="12700" rIns="0" bIns="0" anchor="t" anchorCtr="0">
            <a:spAutoFit/>
          </a:bodyPr>
          <a:lstStyle/>
          <a:p>
            <a:pPr marL="64769" lvl="0" indent="0" algn="l" rtl="0">
              <a:lnSpc>
                <a:spcPct val="100000"/>
              </a:lnSpc>
              <a:spcBef>
                <a:spcPts val="0"/>
              </a:spcBef>
              <a:spcAft>
                <a:spcPts val="0"/>
              </a:spcAft>
              <a:buNone/>
            </a:pPr>
            <a:r>
              <a:rPr lang="en-US" sz="2400">
                <a:latin typeface="Arial"/>
                <a:ea typeface="Arial"/>
                <a:cs typeface="Arial"/>
                <a:sym typeface="Arial"/>
              </a:rPr>
              <a:t>log 1 − ℎ</a:t>
            </a:r>
            <a:r>
              <a:rPr lang="en-US" sz="2700" baseline="-25000">
                <a:latin typeface="Arial"/>
                <a:ea typeface="Arial"/>
                <a:cs typeface="Arial"/>
                <a:sym typeface="Arial"/>
              </a:rPr>
              <a:t>0</a:t>
            </a:r>
            <a:endParaRPr sz="2700" baseline="-25000">
              <a:latin typeface="Arial"/>
              <a:ea typeface="Arial"/>
              <a:cs typeface="Arial"/>
              <a:sym typeface="Arial"/>
            </a:endParaRPr>
          </a:p>
          <a:p>
            <a:pPr marL="38100" lvl="0" indent="0" algn="l" rtl="0">
              <a:lnSpc>
                <a:spcPct val="100000"/>
              </a:lnSpc>
              <a:spcBef>
                <a:spcPts val="20"/>
              </a:spcBef>
              <a:spcAft>
                <a:spcPts val="0"/>
              </a:spcAft>
              <a:buNone/>
            </a:pPr>
            <a:r>
              <a:rPr lang="en-US" sz="2400">
                <a:latin typeface="Arial"/>
                <a:ea typeface="Arial"/>
                <a:cs typeface="Arial"/>
                <a:sym typeface="Arial"/>
              </a:rPr>
              <a:t>log 1 − ℎ</a:t>
            </a:r>
            <a:r>
              <a:rPr lang="en-US" sz="2700" baseline="-25000">
                <a:latin typeface="Arial"/>
                <a:ea typeface="Arial"/>
                <a:cs typeface="Arial"/>
                <a:sym typeface="Arial"/>
              </a:rPr>
              <a:t>1</a:t>
            </a:r>
            <a:endParaRPr sz="2700" baseline="-25000">
              <a:latin typeface="Arial"/>
              <a:ea typeface="Arial"/>
              <a:cs typeface="Arial"/>
              <a:sym typeface="Arial"/>
            </a:endParaRPr>
          </a:p>
        </p:txBody>
      </p:sp>
      <p:sp>
        <p:nvSpPr>
          <p:cNvPr id="3672" name="Google Shape;3672;p150"/>
          <p:cNvSpPr txBox="1"/>
          <p:nvPr/>
        </p:nvSpPr>
        <p:spPr>
          <a:xfrm>
            <a:off x="662940" y="2953003"/>
            <a:ext cx="10691495" cy="735965"/>
          </a:xfrm>
          <a:prstGeom prst="rect">
            <a:avLst/>
          </a:prstGeom>
          <a:noFill/>
          <a:ln>
            <a:noFill/>
          </a:ln>
        </p:spPr>
        <p:txBody>
          <a:bodyPr spcFirstLastPara="1" wrap="square" lIns="0" tIns="41900" rIns="0" bIns="0" anchor="t" anchorCtr="0">
            <a:spAutoFit/>
          </a:bodyPr>
          <a:lstStyle/>
          <a:p>
            <a:pPr marL="38100" marR="30480" lvl="0" indent="0" algn="l" rtl="0">
              <a:lnSpc>
                <a:spcPct val="100370"/>
              </a:lnSpc>
              <a:spcBef>
                <a:spcPts val="0"/>
              </a:spcBef>
              <a:spcAft>
                <a:spcPts val="0"/>
              </a:spcAft>
              <a:buNone/>
            </a:pPr>
            <a:r>
              <a:rPr lang="en-US" sz="2400">
                <a:latin typeface="Arial Narrow"/>
                <a:ea typeface="Arial Narrow"/>
                <a:cs typeface="Arial Narrow"/>
                <a:sym typeface="Arial Narrow"/>
              </a:rPr>
              <a:t>Thus, if we split the original leaf on feature </a:t>
            </a:r>
            <a:r>
              <a:rPr lang="en-US" sz="2400">
                <a:latin typeface="Arial"/>
                <a:ea typeface="Arial"/>
                <a:cs typeface="Arial"/>
                <a:sym typeface="Arial"/>
              </a:rPr>
              <a:t>𝑗</a:t>
            </a:r>
            <a:r>
              <a:rPr lang="en-US" sz="2400">
                <a:latin typeface="Arial Narrow"/>
                <a:ea typeface="Arial Narrow"/>
                <a:cs typeface="Arial Narrow"/>
                <a:sym typeface="Arial Narrow"/>
              </a:rPr>
              <a:t>, we no longer suffer our original loss </a:t>
            </a:r>
            <a:r>
              <a:rPr lang="en-US" sz="2400">
                <a:latin typeface="Arial"/>
                <a:ea typeface="Arial"/>
                <a:cs typeface="Arial"/>
                <a:sym typeface="Arial"/>
              </a:rPr>
              <a:t>ℓ</a:t>
            </a:r>
            <a:r>
              <a:rPr lang="en-US" sz="2400">
                <a:latin typeface="Arial Narrow"/>
                <a:ea typeface="Arial Narrow"/>
                <a:cs typeface="Arial Narrow"/>
                <a:sym typeface="Arial Narrow"/>
              </a:rPr>
              <a:t>, but we do suffer losses </a:t>
            </a:r>
            <a:r>
              <a:rPr lang="en-US" sz="2400">
                <a:latin typeface="Arial"/>
                <a:ea typeface="Arial"/>
                <a:cs typeface="Arial"/>
                <a:sym typeface="Arial"/>
              </a:rPr>
              <a:t>ℓ</a:t>
            </a:r>
            <a:r>
              <a:rPr lang="en-US" sz="2700" baseline="-25000">
                <a:latin typeface="Arial"/>
                <a:ea typeface="Arial"/>
                <a:cs typeface="Arial"/>
                <a:sym typeface="Arial"/>
              </a:rPr>
              <a:t>0 </a:t>
            </a:r>
            <a:r>
              <a:rPr lang="en-US" sz="2400">
                <a:latin typeface="Arial Narrow"/>
                <a:ea typeface="Arial Narrow"/>
                <a:cs typeface="Arial Narrow"/>
                <a:sym typeface="Arial Narrow"/>
              </a:rPr>
              <a:t>and </a:t>
            </a:r>
            <a:r>
              <a:rPr lang="en-US" sz="2400">
                <a:latin typeface="Arial"/>
                <a:ea typeface="Arial"/>
                <a:cs typeface="Arial"/>
                <a:sym typeface="Arial"/>
              </a:rPr>
              <a:t>ℓ</a:t>
            </a:r>
            <a:r>
              <a:rPr lang="en-US" sz="2700" baseline="-25000">
                <a:latin typeface="Arial"/>
                <a:ea typeface="Arial"/>
                <a:cs typeface="Arial"/>
                <a:sym typeface="Arial"/>
              </a:rPr>
              <a:t>1</a:t>
            </a:r>
            <a:r>
              <a:rPr lang="en-US" sz="2400">
                <a:latin typeface="Arial Narrow"/>
                <a:ea typeface="Arial Narrow"/>
                <a:cs typeface="Arial Narrow"/>
                <a:sym typeface="Arial Narrow"/>
              </a:rPr>
              <a:t>, i.e., we have decreased the overall loss function</a:t>
            </a:r>
            <a:endParaRPr sz="2400">
              <a:latin typeface="Arial Narrow"/>
              <a:ea typeface="Arial Narrow"/>
              <a:cs typeface="Arial Narrow"/>
              <a:sym typeface="Arial Narrow"/>
            </a:endParaRPr>
          </a:p>
        </p:txBody>
      </p:sp>
      <p:sp>
        <p:nvSpPr>
          <p:cNvPr id="3673" name="Google Shape;3673;p150"/>
          <p:cNvSpPr/>
          <p:nvPr/>
        </p:nvSpPr>
        <p:spPr>
          <a:xfrm>
            <a:off x="1604772" y="4008119"/>
            <a:ext cx="485140" cy="20320"/>
          </a:xfrm>
          <a:custGeom>
            <a:avLst/>
            <a:gdLst/>
            <a:ahLst/>
            <a:cxnLst/>
            <a:rect l="l" t="t" r="r" b="b"/>
            <a:pathLst>
              <a:path w="485139" h="20320" extrusionOk="0">
                <a:moveTo>
                  <a:pt x="484631" y="0"/>
                </a:moveTo>
                <a:lnTo>
                  <a:pt x="0" y="0"/>
                </a:lnTo>
                <a:lnTo>
                  <a:pt x="0" y="19810"/>
                </a:lnTo>
                <a:lnTo>
                  <a:pt x="484631" y="19810"/>
                </a:lnTo>
                <a:lnTo>
                  <a:pt x="484631"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74" name="Google Shape;3674;p150"/>
          <p:cNvSpPr/>
          <p:nvPr/>
        </p:nvSpPr>
        <p:spPr>
          <a:xfrm>
            <a:off x="2046097" y="3761232"/>
            <a:ext cx="17145" cy="202565"/>
          </a:xfrm>
          <a:custGeom>
            <a:avLst/>
            <a:gdLst/>
            <a:ahLst/>
            <a:cxnLst/>
            <a:rect l="l" t="t" r="r" b="b"/>
            <a:pathLst>
              <a:path w="17144" h="202564" extrusionOk="0">
                <a:moveTo>
                  <a:pt x="16763" y="0"/>
                </a:moveTo>
                <a:lnTo>
                  <a:pt x="0" y="0"/>
                </a:lnTo>
                <a:lnTo>
                  <a:pt x="0" y="202185"/>
                </a:lnTo>
                <a:lnTo>
                  <a:pt x="16763" y="202185"/>
                </a:lnTo>
                <a:lnTo>
                  <a:pt x="16763"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75" name="Google Shape;3675;p150"/>
          <p:cNvSpPr/>
          <p:nvPr/>
        </p:nvSpPr>
        <p:spPr>
          <a:xfrm>
            <a:off x="1631569" y="3761232"/>
            <a:ext cx="17145" cy="202565"/>
          </a:xfrm>
          <a:custGeom>
            <a:avLst/>
            <a:gdLst/>
            <a:ahLst/>
            <a:cxnLst/>
            <a:rect l="l" t="t" r="r" b="b"/>
            <a:pathLst>
              <a:path w="17144" h="202564" extrusionOk="0">
                <a:moveTo>
                  <a:pt x="16763" y="0"/>
                </a:moveTo>
                <a:lnTo>
                  <a:pt x="0" y="0"/>
                </a:lnTo>
                <a:lnTo>
                  <a:pt x="0" y="202185"/>
                </a:lnTo>
                <a:lnTo>
                  <a:pt x="16763" y="202185"/>
                </a:lnTo>
                <a:lnTo>
                  <a:pt x="16763"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76" name="Google Shape;3676;p150"/>
          <p:cNvSpPr/>
          <p:nvPr/>
        </p:nvSpPr>
        <p:spPr>
          <a:xfrm>
            <a:off x="1969897" y="4093464"/>
            <a:ext cx="17145" cy="202565"/>
          </a:xfrm>
          <a:custGeom>
            <a:avLst/>
            <a:gdLst/>
            <a:ahLst/>
            <a:cxnLst/>
            <a:rect l="l" t="t" r="r" b="b"/>
            <a:pathLst>
              <a:path w="17144" h="202564" extrusionOk="0">
                <a:moveTo>
                  <a:pt x="16763" y="0"/>
                </a:moveTo>
                <a:lnTo>
                  <a:pt x="0" y="0"/>
                </a:lnTo>
                <a:lnTo>
                  <a:pt x="0" y="202185"/>
                </a:lnTo>
                <a:lnTo>
                  <a:pt x="16763" y="202185"/>
                </a:lnTo>
                <a:lnTo>
                  <a:pt x="16763"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77" name="Google Shape;3677;p150"/>
          <p:cNvSpPr/>
          <p:nvPr/>
        </p:nvSpPr>
        <p:spPr>
          <a:xfrm>
            <a:off x="1707769" y="4093464"/>
            <a:ext cx="17145" cy="202565"/>
          </a:xfrm>
          <a:custGeom>
            <a:avLst/>
            <a:gdLst/>
            <a:ahLst/>
            <a:cxnLst/>
            <a:rect l="l" t="t" r="r" b="b"/>
            <a:pathLst>
              <a:path w="17144" h="202564" extrusionOk="0">
                <a:moveTo>
                  <a:pt x="16763" y="0"/>
                </a:moveTo>
                <a:lnTo>
                  <a:pt x="0" y="0"/>
                </a:lnTo>
                <a:lnTo>
                  <a:pt x="0" y="202185"/>
                </a:lnTo>
                <a:lnTo>
                  <a:pt x="16763" y="202185"/>
                </a:lnTo>
                <a:lnTo>
                  <a:pt x="16763"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78" name="Google Shape;3678;p150"/>
          <p:cNvSpPr/>
          <p:nvPr/>
        </p:nvSpPr>
        <p:spPr>
          <a:xfrm>
            <a:off x="2801112" y="3718686"/>
            <a:ext cx="485140" cy="309245"/>
          </a:xfrm>
          <a:custGeom>
            <a:avLst/>
            <a:gdLst/>
            <a:ahLst/>
            <a:cxnLst/>
            <a:rect l="l" t="t" r="r" b="b"/>
            <a:pathLst>
              <a:path w="485139" h="309245" extrusionOk="0">
                <a:moveTo>
                  <a:pt x="43561" y="0"/>
                </a:moveTo>
                <a:lnTo>
                  <a:pt x="26797" y="0"/>
                </a:lnTo>
                <a:lnTo>
                  <a:pt x="26797" y="268859"/>
                </a:lnTo>
                <a:lnTo>
                  <a:pt x="43561" y="268859"/>
                </a:lnTo>
                <a:lnTo>
                  <a:pt x="43561" y="0"/>
                </a:lnTo>
                <a:close/>
              </a:path>
              <a:path w="485139" h="309245" extrusionOk="0">
                <a:moveTo>
                  <a:pt x="458089" y="0"/>
                </a:moveTo>
                <a:lnTo>
                  <a:pt x="441325" y="0"/>
                </a:lnTo>
                <a:lnTo>
                  <a:pt x="441325" y="268859"/>
                </a:lnTo>
                <a:lnTo>
                  <a:pt x="458089" y="268859"/>
                </a:lnTo>
                <a:lnTo>
                  <a:pt x="458089" y="0"/>
                </a:lnTo>
                <a:close/>
              </a:path>
              <a:path w="485139" h="309245" extrusionOk="0">
                <a:moveTo>
                  <a:pt x="484632" y="289433"/>
                </a:moveTo>
                <a:lnTo>
                  <a:pt x="0" y="289433"/>
                </a:lnTo>
                <a:lnTo>
                  <a:pt x="0" y="309245"/>
                </a:lnTo>
                <a:lnTo>
                  <a:pt x="484632" y="309245"/>
                </a:lnTo>
                <a:lnTo>
                  <a:pt x="484632" y="289433"/>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79" name="Google Shape;3679;p150"/>
          <p:cNvSpPr/>
          <p:nvPr/>
        </p:nvSpPr>
        <p:spPr>
          <a:xfrm>
            <a:off x="3166235" y="4093464"/>
            <a:ext cx="17145" cy="202565"/>
          </a:xfrm>
          <a:custGeom>
            <a:avLst/>
            <a:gdLst/>
            <a:ahLst/>
            <a:cxnLst/>
            <a:rect l="l" t="t" r="r" b="b"/>
            <a:pathLst>
              <a:path w="17144" h="202564" extrusionOk="0">
                <a:moveTo>
                  <a:pt x="16763" y="0"/>
                </a:moveTo>
                <a:lnTo>
                  <a:pt x="0" y="0"/>
                </a:lnTo>
                <a:lnTo>
                  <a:pt x="0" y="202185"/>
                </a:lnTo>
                <a:lnTo>
                  <a:pt x="16763" y="202185"/>
                </a:lnTo>
                <a:lnTo>
                  <a:pt x="16763"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80" name="Google Shape;3680;p150"/>
          <p:cNvSpPr/>
          <p:nvPr/>
        </p:nvSpPr>
        <p:spPr>
          <a:xfrm>
            <a:off x="2904107" y="4093464"/>
            <a:ext cx="17145" cy="202565"/>
          </a:xfrm>
          <a:custGeom>
            <a:avLst/>
            <a:gdLst/>
            <a:ahLst/>
            <a:cxnLst/>
            <a:rect l="l" t="t" r="r" b="b"/>
            <a:pathLst>
              <a:path w="17144" h="202564" extrusionOk="0">
                <a:moveTo>
                  <a:pt x="16764" y="0"/>
                </a:moveTo>
                <a:lnTo>
                  <a:pt x="0" y="0"/>
                </a:lnTo>
                <a:lnTo>
                  <a:pt x="0" y="202185"/>
                </a:lnTo>
                <a:lnTo>
                  <a:pt x="16764" y="202185"/>
                </a:lnTo>
                <a:lnTo>
                  <a:pt x="1676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81" name="Google Shape;3681;p150"/>
          <p:cNvSpPr txBox="1"/>
          <p:nvPr/>
        </p:nvSpPr>
        <p:spPr>
          <a:xfrm>
            <a:off x="1738628" y="3998467"/>
            <a:ext cx="1409065"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Arial"/>
                <a:ea typeface="Arial"/>
                <a:cs typeface="Arial"/>
                <a:sym typeface="Arial"/>
              </a:rPr>
              <a:t>𝒳	𝒳</a:t>
            </a:r>
            <a:endParaRPr sz="1800">
              <a:latin typeface="Arial"/>
              <a:ea typeface="Arial"/>
              <a:cs typeface="Arial"/>
              <a:sym typeface="Arial"/>
            </a:endParaRPr>
          </a:p>
        </p:txBody>
      </p:sp>
      <p:sp>
        <p:nvSpPr>
          <p:cNvPr id="3682" name="Google Shape;3682;p150"/>
          <p:cNvSpPr txBox="1">
            <a:spLocks noGrp="1"/>
          </p:cNvSpPr>
          <p:nvPr>
            <p:ph type="sldNum" idx="12"/>
          </p:nvPr>
        </p:nvSpPr>
        <p:spPr>
          <a:xfrm>
            <a:off x="11282426" y="6440594"/>
            <a:ext cx="250825" cy="200659"/>
          </a:xfrm>
          <a:prstGeom prst="rect">
            <a:avLst/>
          </a:prstGeom>
          <a:noFill/>
          <a:ln>
            <a:noFill/>
          </a:ln>
        </p:spPr>
        <p:txBody>
          <a:bodyPr spcFirstLastPara="1" wrap="square" lIns="0" tIns="2525" rIns="0" bIns="0" anchor="t" anchorCtr="0">
            <a:spAutoFit/>
          </a:bodyPr>
          <a:lstStyle/>
          <a:p>
            <a:pPr marL="38100" lvl="0" indent="0" algn="l" rtl="0">
              <a:lnSpc>
                <a:spcPct val="100000"/>
              </a:lnSpc>
              <a:spcBef>
                <a:spcPts val="0"/>
              </a:spcBef>
              <a:spcAft>
                <a:spcPts val="0"/>
              </a:spcAft>
              <a:buNone/>
            </a:pPr>
            <a:r>
              <a:rPr lang="en-US"/>
              <a:t>25</a:t>
            </a:r>
            <a:endParaRPr/>
          </a:p>
        </p:txBody>
      </p:sp>
      <p:sp>
        <p:nvSpPr>
          <p:cNvPr id="3683" name="Google Shape;3683;p150"/>
          <p:cNvSpPr txBox="1"/>
          <p:nvPr/>
        </p:nvSpPr>
        <p:spPr>
          <a:xfrm>
            <a:off x="2285744" y="3907028"/>
            <a:ext cx="1327150"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Arial"/>
                <a:ea typeface="Arial"/>
                <a:cs typeface="Arial"/>
                <a:sym typeface="Arial"/>
              </a:rPr>
              <a:t>0	1</a:t>
            </a:r>
            <a:endParaRPr sz="1800">
              <a:latin typeface="Arial"/>
              <a:ea typeface="Arial"/>
              <a:cs typeface="Arial"/>
              <a:sym typeface="Arial"/>
            </a:endParaRPr>
          </a:p>
        </p:txBody>
      </p:sp>
      <p:sp>
        <p:nvSpPr>
          <p:cNvPr id="3684" name="Google Shape;3684;p150"/>
          <p:cNvSpPr txBox="1"/>
          <p:nvPr/>
        </p:nvSpPr>
        <p:spPr>
          <a:xfrm>
            <a:off x="662940" y="3760723"/>
            <a:ext cx="1675764" cy="39116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2400">
                <a:latin typeface="Arial Narrow"/>
                <a:ea typeface="Arial Narrow"/>
                <a:cs typeface="Arial Narrow"/>
                <a:sym typeface="Arial Narrow"/>
              </a:rPr>
              <a:t>by </a:t>
            </a:r>
            <a:r>
              <a:rPr lang="en-US" sz="2400">
                <a:latin typeface="Arial"/>
                <a:ea typeface="Arial"/>
                <a:cs typeface="Arial"/>
                <a:sym typeface="Arial"/>
              </a:rPr>
              <a:t>ℓ −	</a:t>
            </a:r>
            <a:r>
              <a:rPr lang="en-US" sz="2700" baseline="30000">
                <a:latin typeface="Arial"/>
                <a:ea typeface="Arial"/>
                <a:cs typeface="Arial"/>
                <a:sym typeface="Arial"/>
              </a:rPr>
              <a:t>𝒳</a:t>
            </a:r>
            <a:r>
              <a:rPr lang="en-US" sz="2100" baseline="30000">
                <a:latin typeface="Arial"/>
                <a:ea typeface="Arial"/>
                <a:cs typeface="Arial"/>
                <a:sym typeface="Arial"/>
              </a:rPr>
              <a:t>−	</a:t>
            </a:r>
            <a:r>
              <a:rPr lang="en-US" sz="2400">
                <a:latin typeface="Arial"/>
                <a:ea typeface="Arial"/>
                <a:cs typeface="Arial"/>
                <a:sym typeface="Arial"/>
              </a:rPr>
              <a:t>ℓ</a:t>
            </a:r>
            <a:endParaRPr sz="2400">
              <a:latin typeface="Arial"/>
              <a:ea typeface="Arial"/>
              <a:cs typeface="Arial"/>
              <a:sym typeface="Arial"/>
            </a:endParaRPr>
          </a:p>
        </p:txBody>
      </p:sp>
      <p:sp>
        <p:nvSpPr>
          <p:cNvPr id="3685" name="Google Shape;3685;p150"/>
          <p:cNvSpPr txBox="1"/>
          <p:nvPr/>
        </p:nvSpPr>
        <p:spPr>
          <a:xfrm>
            <a:off x="2454275" y="3583940"/>
            <a:ext cx="6616065" cy="568325"/>
          </a:xfrm>
          <a:prstGeom prst="rect">
            <a:avLst/>
          </a:prstGeom>
          <a:noFill/>
          <a:ln>
            <a:noFill/>
          </a:ln>
        </p:spPr>
        <p:txBody>
          <a:bodyPr spcFirstLastPara="1" wrap="square" lIns="0" tIns="12700" rIns="0" bIns="0" anchor="t" anchorCtr="0">
            <a:spAutoFit/>
          </a:bodyPr>
          <a:lstStyle/>
          <a:p>
            <a:pPr marL="416559" lvl="0" indent="0" algn="l" rtl="0">
              <a:lnSpc>
                <a:spcPct val="65740"/>
              </a:lnSpc>
              <a:spcBef>
                <a:spcPts val="0"/>
              </a:spcBef>
              <a:spcAft>
                <a:spcPts val="0"/>
              </a:spcAft>
              <a:buNone/>
            </a:pPr>
            <a:r>
              <a:rPr lang="en-US" sz="2700" baseline="-25000">
                <a:latin typeface="Arial"/>
                <a:ea typeface="Arial"/>
                <a:cs typeface="Arial"/>
                <a:sym typeface="Arial"/>
              </a:rPr>
              <a:t>𝒳</a:t>
            </a:r>
            <a:r>
              <a:rPr lang="en-US" sz="1400">
                <a:latin typeface="Arial"/>
                <a:ea typeface="Arial"/>
                <a:cs typeface="Arial"/>
                <a:sym typeface="Arial"/>
              </a:rPr>
              <a:t>+</a:t>
            </a:r>
            <a:endParaRPr sz="1400">
              <a:latin typeface="Arial"/>
              <a:ea typeface="Arial"/>
              <a:cs typeface="Arial"/>
              <a:sym typeface="Arial"/>
            </a:endParaRPr>
          </a:p>
          <a:p>
            <a:pPr marL="50800" lvl="0" indent="0" algn="l" rtl="0">
              <a:lnSpc>
                <a:spcPct val="103958"/>
              </a:lnSpc>
              <a:spcBef>
                <a:spcPts val="0"/>
              </a:spcBef>
              <a:spcAft>
                <a:spcPts val="0"/>
              </a:spcAft>
              <a:buNone/>
            </a:pPr>
            <a:r>
              <a:rPr lang="en-US" sz="2400">
                <a:latin typeface="Arial"/>
                <a:ea typeface="Arial"/>
                <a:cs typeface="Arial"/>
                <a:sym typeface="Arial"/>
              </a:rPr>
              <a:t>−	ℓ	</a:t>
            </a:r>
            <a:r>
              <a:rPr lang="en-US" sz="2400">
                <a:latin typeface="Arial Narrow"/>
                <a:ea typeface="Arial Narrow"/>
                <a:cs typeface="Arial Narrow"/>
                <a:sym typeface="Arial Narrow"/>
              </a:rPr>
              <a:t>(this quantity is called </a:t>
            </a:r>
            <a:r>
              <a:rPr lang="en-US" sz="2400" b="1">
                <a:latin typeface="Arial"/>
                <a:ea typeface="Arial"/>
                <a:cs typeface="Arial"/>
                <a:sym typeface="Arial"/>
              </a:rPr>
              <a:t>information gain</a:t>
            </a:r>
            <a:r>
              <a:rPr lang="en-US" sz="2400" i="1">
                <a:latin typeface="Arial Narrow"/>
                <a:ea typeface="Arial Narrow"/>
                <a:cs typeface="Arial Narrow"/>
                <a:sym typeface="Arial Narrow"/>
              </a:rPr>
              <a:t>)</a:t>
            </a:r>
            <a:endParaRPr sz="2400">
              <a:latin typeface="Arial Narrow"/>
              <a:ea typeface="Arial Narrow"/>
              <a:cs typeface="Arial Narrow"/>
              <a:sym typeface="Arial Narrow"/>
            </a:endParaRPr>
          </a:p>
        </p:txBody>
      </p:sp>
      <p:sp>
        <p:nvSpPr>
          <p:cNvPr id="3686" name="Google Shape;3686;p150"/>
          <p:cNvSpPr txBox="1"/>
          <p:nvPr/>
        </p:nvSpPr>
        <p:spPr>
          <a:xfrm>
            <a:off x="688340" y="4525772"/>
            <a:ext cx="10008870" cy="1979295"/>
          </a:xfrm>
          <a:prstGeom prst="rect">
            <a:avLst/>
          </a:prstGeom>
          <a:noFill/>
          <a:ln>
            <a:noFill/>
          </a:ln>
        </p:spPr>
        <p:txBody>
          <a:bodyPr spcFirstLastPara="1" wrap="square" lIns="0" tIns="52050" rIns="0" bIns="0" anchor="t" anchorCtr="0">
            <a:spAutoFit/>
          </a:bodyPr>
          <a:lstStyle/>
          <a:p>
            <a:pPr marL="12700" lvl="0" indent="0" algn="l" rtl="0">
              <a:lnSpc>
                <a:spcPct val="100000"/>
              </a:lnSpc>
              <a:spcBef>
                <a:spcPts val="0"/>
              </a:spcBef>
              <a:spcAft>
                <a:spcPts val="0"/>
              </a:spcAft>
              <a:buNone/>
            </a:pPr>
            <a:r>
              <a:rPr lang="en-US" sz="2400">
                <a:latin typeface="Arial Narrow"/>
                <a:ea typeface="Arial Narrow"/>
                <a:cs typeface="Arial Narrow"/>
                <a:sym typeface="Arial Narrow"/>
              </a:rPr>
              <a:t>Greedy decision tree learning – repeat:</a:t>
            </a:r>
            <a:endParaRPr sz="2400">
              <a:latin typeface="Arial Narrow"/>
              <a:ea typeface="Arial Narrow"/>
              <a:cs typeface="Arial Narrow"/>
              <a:sym typeface="Arial Narrow"/>
            </a:endParaRPr>
          </a:p>
          <a:p>
            <a:pPr marL="756285" marR="5080" lvl="0" indent="-287019" algn="l" rtl="0">
              <a:lnSpc>
                <a:spcPct val="104166"/>
              </a:lnSpc>
              <a:spcBef>
                <a:spcPts val="710"/>
              </a:spcBef>
              <a:spcAft>
                <a:spcPts val="0"/>
              </a:spcAft>
              <a:buSzPts val="2400"/>
              <a:buFont typeface="Arial"/>
              <a:buChar char="•"/>
            </a:pPr>
            <a:r>
              <a:rPr lang="en-US" sz="2400">
                <a:latin typeface="Arial Narrow"/>
                <a:ea typeface="Arial Narrow"/>
                <a:cs typeface="Arial Narrow"/>
                <a:sym typeface="Arial Narrow"/>
              </a:rPr>
              <a:t>For all leaf nodes, evaluate information gain (i.e., decrease in loss) when splitting on each feature </a:t>
            </a:r>
            <a:r>
              <a:rPr lang="en-US" sz="2400">
                <a:latin typeface="Arial"/>
                <a:ea typeface="Arial"/>
                <a:cs typeface="Arial"/>
                <a:sym typeface="Arial"/>
              </a:rPr>
              <a:t>𝑗</a:t>
            </a:r>
            <a:endParaRPr sz="2400">
              <a:latin typeface="Arial"/>
              <a:ea typeface="Arial"/>
              <a:cs typeface="Arial"/>
              <a:sym typeface="Arial"/>
            </a:endParaRPr>
          </a:p>
          <a:p>
            <a:pPr marL="755650" lvl="0" indent="-286385" algn="l" rtl="0">
              <a:lnSpc>
                <a:spcPct val="100000"/>
              </a:lnSpc>
              <a:spcBef>
                <a:spcPts val="409"/>
              </a:spcBef>
              <a:spcAft>
                <a:spcPts val="0"/>
              </a:spcAft>
              <a:buSzPts val="2400"/>
              <a:buFont typeface="Arial"/>
              <a:buChar char="•"/>
            </a:pPr>
            <a:r>
              <a:rPr lang="en-US" sz="2400">
                <a:latin typeface="Arial Narrow"/>
                <a:ea typeface="Arial Narrow"/>
                <a:cs typeface="Arial Narrow"/>
                <a:sym typeface="Arial Narrow"/>
              </a:rPr>
              <a:t>Split the node/feature that minimizes loss the most</a:t>
            </a:r>
            <a:endParaRPr sz="2400">
              <a:latin typeface="Arial Narrow"/>
              <a:ea typeface="Arial Narrow"/>
              <a:cs typeface="Arial Narrow"/>
              <a:sym typeface="Arial Narrow"/>
            </a:endParaRPr>
          </a:p>
          <a:p>
            <a:pPr marL="755650" lvl="0" indent="-286385" algn="l" rtl="0">
              <a:lnSpc>
                <a:spcPct val="100000"/>
              </a:lnSpc>
              <a:spcBef>
                <a:spcPts val="310"/>
              </a:spcBef>
              <a:spcAft>
                <a:spcPts val="0"/>
              </a:spcAft>
              <a:buSzPts val="2400"/>
              <a:buFont typeface="Arial"/>
              <a:buChar char="•"/>
            </a:pPr>
            <a:r>
              <a:rPr lang="en-US" sz="2400">
                <a:latin typeface="Arial Narrow"/>
                <a:ea typeface="Arial Narrow"/>
                <a:cs typeface="Arial Narrow"/>
                <a:sym typeface="Arial Narrow"/>
              </a:rPr>
              <a:t>(Run cross-validation to determine when to stop, or after N nodes)</a:t>
            </a:r>
            <a:endParaRPr sz="2400">
              <a:latin typeface="Arial Narrow"/>
              <a:ea typeface="Arial Narrow"/>
              <a:cs typeface="Arial Narrow"/>
              <a:sym typeface="Arial Narrow"/>
            </a:endParaRPr>
          </a:p>
        </p:txBody>
      </p:sp>
    </p:spTree>
    <p:extLst>
      <p:ext uri="{BB962C8B-B14F-4D97-AF65-F5344CB8AC3E}">
        <p14:creationId xmlns:p14="http://schemas.microsoft.com/office/powerpoint/2010/main" val="27242269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690"/>
        <p:cNvGrpSpPr/>
        <p:nvPr/>
      </p:nvGrpSpPr>
      <p:grpSpPr>
        <a:xfrm>
          <a:off x="0" y="0"/>
          <a:ext cx="0" cy="0"/>
          <a:chOff x="0" y="0"/>
          <a:chExt cx="0" cy="0"/>
        </a:xfrm>
      </p:grpSpPr>
      <p:sp useBgFill="1">
        <p:nvSpPr>
          <p:cNvPr id="3698" name="Rectangle 369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0" name="Rectangle 369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00283" y="1901099"/>
            <a:ext cx="9753600" cy="5951403"/>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2" name="Rectangle 370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47635" y="1553374"/>
            <a:ext cx="9025719" cy="5947819"/>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4" name="Rectangle 370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86038" y="5000501"/>
            <a:ext cx="3558370" cy="5947819"/>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06" name="Rectangle 370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672536" y="2128846"/>
            <a:ext cx="9753601" cy="5495906"/>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8" name="Oval 370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05638" y="2372672"/>
            <a:ext cx="6141586" cy="4606190"/>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92" name="Google Shape;3692;p151" descr="$PPTXTitle"/>
          <p:cNvSpPr txBox="1">
            <a:spLocks noGrp="1"/>
          </p:cNvSpPr>
          <p:nvPr>
            <p:ph type="title"/>
          </p:nvPr>
        </p:nvSpPr>
        <p:spPr>
          <a:xfrm>
            <a:off x="881489" y="834638"/>
            <a:ext cx="4512106" cy="4817773"/>
          </a:xfrm>
          <a:prstGeom prst="rect">
            <a:avLst/>
          </a:prstGeom>
        </p:spPr>
        <p:txBody>
          <a:bodyPr spcFirstLastPara="1" vert="horz" lIns="91440" tIns="45720" rIns="91440" bIns="45720" rtlCol="0" anchor="b" anchorCtr="0">
            <a:normAutofit/>
          </a:bodyPr>
          <a:lstStyle/>
          <a:p>
            <a:pPr marL="4753610" lvl="0" indent="0" algn="r">
              <a:lnSpc>
                <a:spcPct val="90000"/>
              </a:lnSpc>
              <a:spcBef>
                <a:spcPct val="0"/>
              </a:spcBef>
              <a:spcAft>
                <a:spcPts val="0"/>
              </a:spcAft>
            </a:pPr>
            <a:r>
              <a:rPr lang="en-US" sz="5000" kern="1200">
                <a:solidFill>
                  <a:srgbClr val="FFFFFF"/>
                </a:solidFill>
                <a:latin typeface="+mj-lt"/>
                <a:ea typeface="+mj-ea"/>
                <a:cs typeface="+mj-cs"/>
              </a:rPr>
              <a:t>Poll 2</a:t>
            </a:r>
          </a:p>
        </p:txBody>
      </p:sp>
      <p:sp>
        <p:nvSpPr>
          <p:cNvPr id="3693" name="Google Shape;3693;p151"/>
          <p:cNvSpPr txBox="1"/>
          <p:nvPr/>
        </p:nvSpPr>
        <p:spPr>
          <a:xfrm>
            <a:off x="6936701" y="923704"/>
            <a:ext cx="5186611" cy="7887712"/>
          </a:xfrm>
          <a:prstGeom prst="rect">
            <a:avLst/>
          </a:prstGeom>
        </p:spPr>
        <p:txBody>
          <a:bodyPr spcFirstLastPara="1" vert="horz" lIns="91440" tIns="45720" rIns="91440" bIns="45720" rtlCol="0" anchor="ctr" anchorCtr="0">
            <a:normAutofit/>
          </a:bodyPr>
          <a:lstStyle/>
          <a:p>
            <a:pPr marL="12700" marR="5080" lvl="0" indent="-228600">
              <a:lnSpc>
                <a:spcPct val="90000"/>
              </a:lnSpc>
              <a:spcBef>
                <a:spcPts val="0"/>
              </a:spcBef>
              <a:spcAft>
                <a:spcPts val="0"/>
              </a:spcAft>
              <a:buFont typeface="Arial" panose="020B0604020202020204" pitchFamily="34" charset="0"/>
              <a:buChar char="•"/>
            </a:pPr>
            <a:r>
              <a:rPr lang="en-US" sz="2500" kern="1200">
                <a:solidFill>
                  <a:schemeClr val="tx1"/>
                </a:solidFill>
                <a:latin typeface="+mn-lt"/>
                <a:ea typeface="+mn-ea"/>
                <a:cs typeface="+mn-cs"/>
                <a:sym typeface="Arial Narrow"/>
              </a:rPr>
              <a:t>Consider a decision tree training algorithm that stops after creating N nodes. If we increase N, the resulting tree is more likely to:</a:t>
            </a:r>
          </a:p>
          <a:p>
            <a:pPr marL="0" lvl="0" indent="-228600">
              <a:lnSpc>
                <a:spcPct val="90000"/>
              </a:lnSpc>
              <a:spcBef>
                <a:spcPts val="270"/>
              </a:spcBef>
              <a:spcAft>
                <a:spcPts val="0"/>
              </a:spcAft>
              <a:buFont typeface="Arial" panose="020B0604020202020204" pitchFamily="34" charset="0"/>
              <a:buChar char="•"/>
            </a:pPr>
            <a:endParaRPr lang="en-US" sz="2500" kern="1200">
              <a:solidFill>
                <a:schemeClr val="tx1"/>
              </a:solidFill>
              <a:latin typeface="+mn-lt"/>
              <a:ea typeface="+mn-ea"/>
              <a:cs typeface="+mn-cs"/>
              <a:sym typeface="Arial Narrow"/>
            </a:endParaRPr>
          </a:p>
          <a:p>
            <a:pPr marL="468630" lvl="0" indent="-228600">
              <a:lnSpc>
                <a:spcPct val="90000"/>
              </a:lnSpc>
              <a:spcBef>
                <a:spcPts val="0"/>
              </a:spcBef>
              <a:spcAft>
                <a:spcPts val="0"/>
              </a:spcAft>
              <a:buSzPts val="2400"/>
              <a:buFont typeface="Arial" panose="020B0604020202020204" pitchFamily="34" charset="0"/>
              <a:buChar char="•"/>
            </a:pPr>
            <a:r>
              <a:rPr lang="en-US" sz="2500" kern="1200">
                <a:solidFill>
                  <a:schemeClr val="tx1"/>
                </a:solidFill>
                <a:latin typeface="+mn-lt"/>
                <a:ea typeface="+mn-ea"/>
                <a:cs typeface="+mn-cs"/>
                <a:sym typeface="Arial Narrow"/>
              </a:rPr>
              <a:t>overfit</a:t>
            </a:r>
          </a:p>
          <a:p>
            <a:pPr marL="468630" lvl="0" indent="-228600">
              <a:lnSpc>
                <a:spcPct val="90000"/>
              </a:lnSpc>
              <a:spcBef>
                <a:spcPts val="25"/>
              </a:spcBef>
              <a:spcAft>
                <a:spcPts val="0"/>
              </a:spcAft>
              <a:buSzPts val="2400"/>
              <a:buFont typeface="Arial" panose="020B0604020202020204" pitchFamily="34" charset="0"/>
              <a:buChar char="•"/>
            </a:pPr>
            <a:r>
              <a:rPr lang="en-US" sz="2500" kern="1200">
                <a:solidFill>
                  <a:schemeClr val="tx1"/>
                </a:solidFill>
                <a:latin typeface="+mn-lt"/>
                <a:ea typeface="+mn-ea"/>
                <a:cs typeface="+mn-cs"/>
                <a:sym typeface="Arial Narrow"/>
              </a:rPr>
              <a:t>underfit</a:t>
            </a:r>
          </a:p>
        </p:txBody>
      </p:sp>
      <p:sp>
        <p:nvSpPr>
          <p:cNvPr id="3691" name="Google Shape;3691;p151"/>
          <p:cNvSpPr txBox="1">
            <a:spLocks noGrp="1"/>
          </p:cNvSpPr>
          <p:nvPr>
            <p:ph type="sldNum" idx="12"/>
          </p:nvPr>
        </p:nvSpPr>
        <p:spPr>
          <a:xfrm>
            <a:off x="12484608" y="9181388"/>
            <a:ext cx="477926" cy="519289"/>
          </a:xfrm>
          <a:prstGeom prst="rect">
            <a:avLst/>
          </a:prstGeom>
        </p:spPr>
        <p:txBody>
          <a:bodyPr spcFirstLastPara="1" vert="horz" lIns="91440" tIns="45720" rIns="91440" bIns="45720" rtlCol="0" anchor="ctr" anchorCtr="0">
            <a:normAutofit/>
          </a:bodyPr>
          <a:lstStyle/>
          <a:p>
            <a:pPr marL="0" lvl="0" indent="0" algn="r">
              <a:spcBef>
                <a:spcPts val="0"/>
              </a:spcBef>
              <a:spcAft>
                <a:spcPts val="600"/>
              </a:spcAft>
              <a:buNone/>
            </a:pPr>
            <a:r>
              <a:rPr lang="en-US" sz="1400" kern="1200">
                <a:solidFill>
                  <a:schemeClr val="tx1">
                    <a:lumMod val="50000"/>
                    <a:lumOff val="50000"/>
                  </a:schemeClr>
                </a:solidFill>
                <a:latin typeface="+mn-lt"/>
                <a:ea typeface="+mn-ea"/>
                <a:cs typeface="+mn-cs"/>
              </a:rPr>
              <a:t>26</a:t>
            </a:r>
          </a:p>
        </p:txBody>
      </p:sp>
    </p:spTree>
    <p:extLst>
      <p:ext uri="{BB962C8B-B14F-4D97-AF65-F5344CB8AC3E}">
        <p14:creationId xmlns:p14="http://schemas.microsoft.com/office/powerpoint/2010/main" val="14407546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697"/>
        <p:cNvGrpSpPr/>
        <p:nvPr/>
      </p:nvGrpSpPr>
      <p:grpSpPr>
        <a:xfrm>
          <a:off x="0" y="0"/>
          <a:ext cx="0" cy="0"/>
          <a:chOff x="0" y="0"/>
          <a:chExt cx="0" cy="0"/>
        </a:xfrm>
      </p:grpSpPr>
      <p:sp>
        <p:nvSpPr>
          <p:cNvPr id="3698" name="Google Shape;3698;p152" descr="$PPTXTitle"/>
          <p:cNvSpPr txBox="1">
            <a:spLocks noGrp="1"/>
          </p:cNvSpPr>
          <p:nvPr>
            <p:ph type="title"/>
          </p:nvPr>
        </p:nvSpPr>
        <p:spPr>
          <a:xfrm>
            <a:off x="707542" y="494791"/>
            <a:ext cx="11589715" cy="985519"/>
          </a:xfrm>
          <a:prstGeom prst="rect">
            <a:avLst/>
          </a:prstGeom>
          <a:noFill/>
          <a:ln>
            <a:noFill/>
          </a:ln>
        </p:spPr>
        <p:txBody>
          <a:bodyPr spcFirstLastPara="1" wrap="square" lIns="0" tIns="12700" rIns="0" bIns="0" anchor="t" anchorCtr="0">
            <a:spAutoFit/>
          </a:bodyPr>
          <a:lstStyle/>
          <a:p>
            <a:pPr marL="3115310" lvl="0" indent="0" algn="l" rtl="0">
              <a:lnSpc>
                <a:spcPct val="100000"/>
              </a:lnSpc>
              <a:spcBef>
                <a:spcPts val="0"/>
              </a:spcBef>
              <a:spcAft>
                <a:spcPts val="0"/>
              </a:spcAft>
              <a:buNone/>
            </a:pPr>
            <a:r>
              <a:rPr lang="en-US"/>
              <a:t>Continuous features</a:t>
            </a:r>
            <a:endParaRPr/>
          </a:p>
        </p:txBody>
      </p:sp>
      <p:sp>
        <p:nvSpPr>
          <p:cNvPr id="3699" name="Google Shape;3699;p152"/>
          <p:cNvSpPr txBox="1"/>
          <p:nvPr/>
        </p:nvSpPr>
        <p:spPr>
          <a:xfrm>
            <a:off x="650240" y="1605788"/>
            <a:ext cx="10339070" cy="1522095"/>
          </a:xfrm>
          <a:prstGeom prst="rect">
            <a:avLst/>
          </a:prstGeom>
          <a:noFill/>
          <a:ln>
            <a:noFill/>
          </a:ln>
        </p:spPr>
        <p:txBody>
          <a:bodyPr spcFirstLastPara="1" wrap="square" lIns="0" tIns="12700" rIns="0" bIns="0" anchor="t" anchorCtr="0">
            <a:spAutoFit/>
          </a:bodyPr>
          <a:lstStyle/>
          <a:p>
            <a:pPr marL="50800" lvl="0" indent="0" algn="l" rtl="0">
              <a:lnSpc>
                <a:spcPct val="100000"/>
              </a:lnSpc>
              <a:spcBef>
                <a:spcPts val="0"/>
              </a:spcBef>
              <a:spcAft>
                <a:spcPts val="0"/>
              </a:spcAft>
              <a:buNone/>
            </a:pPr>
            <a:r>
              <a:rPr lang="en-US" sz="2400">
                <a:latin typeface="Arial Narrow"/>
                <a:ea typeface="Arial Narrow"/>
                <a:cs typeface="Arial Narrow"/>
                <a:sym typeface="Arial Narrow"/>
              </a:rPr>
              <a:t>What if </a:t>
            </a:r>
            <a:r>
              <a:rPr lang="en-US" sz="2400">
                <a:latin typeface="Arial"/>
                <a:ea typeface="Arial"/>
                <a:cs typeface="Arial"/>
                <a:sym typeface="Arial"/>
              </a:rPr>
              <a:t>𝑥</a:t>
            </a:r>
            <a:r>
              <a:rPr lang="en-US" sz="2700" baseline="-25000">
                <a:latin typeface="Arial"/>
                <a:ea typeface="Arial"/>
                <a:cs typeface="Arial"/>
                <a:sym typeface="Arial"/>
              </a:rPr>
              <a:t>𝑗</a:t>
            </a:r>
            <a:r>
              <a:rPr lang="en-US" sz="2400">
                <a:latin typeface="Arial Narrow"/>
                <a:ea typeface="Arial Narrow"/>
                <a:cs typeface="Arial Narrow"/>
                <a:sym typeface="Arial Narrow"/>
              </a:rPr>
              <a:t>’s are continuous?</a:t>
            </a:r>
            <a:endParaRPr sz="2400">
              <a:latin typeface="Arial Narrow"/>
              <a:ea typeface="Arial Narrow"/>
              <a:cs typeface="Arial Narrow"/>
              <a:sym typeface="Arial Narrow"/>
            </a:endParaRPr>
          </a:p>
          <a:p>
            <a:pPr marL="50800" marR="43180" lvl="0" indent="0" algn="l" rtl="0">
              <a:lnSpc>
                <a:spcPct val="107500"/>
              </a:lnSpc>
              <a:spcBef>
                <a:spcPts val="2710"/>
              </a:spcBef>
              <a:spcAft>
                <a:spcPts val="0"/>
              </a:spcAft>
              <a:buNone/>
            </a:pPr>
            <a:r>
              <a:rPr lang="en-US" sz="2400">
                <a:latin typeface="Arial Narrow"/>
                <a:ea typeface="Arial Narrow"/>
                <a:cs typeface="Arial Narrow"/>
                <a:sym typeface="Arial Narrow"/>
              </a:rPr>
              <a:t>Solution: sort the examples by their </a:t>
            </a:r>
            <a:r>
              <a:rPr lang="en-US" sz="2400">
                <a:latin typeface="Arial"/>
                <a:ea typeface="Arial"/>
                <a:cs typeface="Arial"/>
                <a:sym typeface="Arial"/>
              </a:rPr>
              <a:t>𝑥</a:t>
            </a:r>
            <a:r>
              <a:rPr lang="en-US" sz="2700" baseline="-25000">
                <a:latin typeface="Arial"/>
                <a:ea typeface="Arial"/>
                <a:cs typeface="Arial"/>
                <a:sym typeface="Arial"/>
              </a:rPr>
              <a:t>𝑗 </a:t>
            </a:r>
            <a:r>
              <a:rPr lang="en-US" sz="2400">
                <a:latin typeface="Arial Narrow"/>
                <a:ea typeface="Arial Narrow"/>
                <a:cs typeface="Arial Narrow"/>
                <a:sym typeface="Arial Narrow"/>
              </a:rPr>
              <a:t>values, compute information gain at each possible split point</a:t>
            </a:r>
            <a:endParaRPr sz="2400">
              <a:latin typeface="Arial Narrow"/>
              <a:ea typeface="Arial Narrow"/>
              <a:cs typeface="Arial Narrow"/>
              <a:sym typeface="Arial Narrow"/>
            </a:endParaRPr>
          </a:p>
        </p:txBody>
      </p:sp>
      <p:grpSp>
        <p:nvGrpSpPr>
          <p:cNvPr id="3700" name="Google Shape;3700;p152"/>
          <p:cNvGrpSpPr/>
          <p:nvPr/>
        </p:nvGrpSpPr>
        <p:grpSpPr>
          <a:xfrm>
            <a:off x="3477011" y="3345934"/>
            <a:ext cx="4943559" cy="1169675"/>
            <a:chOff x="3477011" y="3345934"/>
            <a:chExt cx="4943559" cy="1169675"/>
          </a:xfrm>
        </p:grpSpPr>
        <p:sp>
          <p:nvSpPr>
            <p:cNvPr id="3701" name="Google Shape;3701;p152"/>
            <p:cNvSpPr/>
            <p:nvPr/>
          </p:nvSpPr>
          <p:spPr>
            <a:xfrm>
              <a:off x="3477011" y="3799221"/>
              <a:ext cx="4921885" cy="18415"/>
            </a:xfrm>
            <a:custGeom>
              <a:avLst/>
              <a:gdLst/>
              <a:ahLst/>
              <a:cxnLst/>
              <a:rect l="l" t="t" r="r" b="b"/>
              <a:pathLst>
                <a:path w="4921884" h="18414" extrusionOk="0">
                  <a:moveTo>
                    <a:pt x="4921690" y="0"/>
                  </a:moveTo>
                  <a:lnTo>
                    <a:pt x="0" y="0"/>
                  </a:lnTo>
                  <a:lnTo>
                    <a:pt x="0" y="18074"/>
                  </a:lnTo>
                  <a:lnTo>
                    <a:pt x="4921690" y="18074"/>
                  </a:lnTo>
                  <a:lnTo>
                    <a:pt x="4921690"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702" name="Google Shape;3702;p152"/>
            <p:cNvPicPr preferRelativeResize="0"/>
            <p:nvPr/>
          </p:nvPicPr>
          <p:blipFill rotWithShape="1">
            <a:blip r:embed="rId3">
              <a:alphaModFix/>
            </a:blip>
            <a:srcRect/>
            <a:stretch/>
          </p:blipFill>
          <p:spPr>
            <a:xfrm>
              <a:off x="3562469" y="3345934"/>
              <a:ext cx="486830" cy="566493"/>
            </a:xfrm>
            <a:prstGeom prst="rect">
              <a:avLst/>
            </a:prstGeom>
            <a:noFill/>
            <a:ln>
              <a:noFill/>
            </a:ln>
          </p:spPr>
        </p:pic>
        <p:pic>
          <p:nvPicPr>
            <p:cNvPr id="3703" name="Google Shape;3703;p152"/>
            <p:cNvPicPr preferRelativeResize="0"/>
            <p:nvPr/>
          </p:nvPicPr>
          <p:blipFill rotWithShape="1">
            <a:blip r:embed="rId4">
              <a:alphaModFix/>
            </a:blip>
            <a:srcRect/>
            <a:stretch/>
          </p:blipFill>
          <p:spPr>
            <a:xfrm>
              <a:off x="4322634" y="3345934"/>
              <a:ext cx="486840" cy="566493"/>
            </a:xfrm>
            <a:prstGeom prst="rect">
              <a:avLst/>
            </a:prstGeom>
            <a:noFill/>
            <a:ln>
              <a:noFill/>
            </a:ln>
          </p:spPr>
        </p:pic>
        <p:pic>
          <p:nvPicPr>
            <p:cNvPr id="3704" name="Google Shape;3704;p152"/>
            <p:cNvPicPr preferRelativeResize="0"/>
            <p:nvPr/>
          </p:nvPicPr>
          <p:blipFill rotWithShape="1">
            <a:blip r:embed="rId5">
              <a:alphaModFix/>
            </a:blip>
            <a:srcRect/>
            <a:stretch/>
          </p:blipFill>
          <p:spPr>
            <a:xfrm>
              <a:off x="4893015" y="3345934"/>
              <a:ext cx="485861" cy="566493"/>
            </a:xfrm>
            <a:prstGeom prst="rect">
              <a:avLst/>
            </a:prstGeom>
            <a:noFill/>
            <a:ln>
              <a:noFill/>
            </a:ln>
          </p:spPr>
        </p:pic>
        <p:pic>
          <p:nvPicPr>
            <p:cNvPr id="3705" name="Google Shape;3705;p152"/>
            <p:cNvPicPr preferRelativeResize="0"/>
            <p:nvPr/>
          </p:nvPicPr>
          <p:blipFill rotWithShape="1">
            <a:blip r:embed="rId6">
              <a:alphaModFix/>
            </a:blip>
            <a:srcRect/>
            <a:stretch/>
          </p:blipFill>
          <p:spPr>
            <a:xfrm>
              <a:off x="5653152" y="3345934"/>
              <a:ext cx="485988" cy="566493"/>
            </a:xfrm>
            <a:prstGeom prst="rect">
              <a:avLst/>
            </a:prstGeom>
            <a:noFill/>
            <a:ln>
              <a:noFill/>
            </a:ln>
          </p:spPr>
        </p:pic>
        <p:pic>
          <p:nvPicPr>
            <p:cNvPr id="3706" name="Google Shape;3706;p152"/>
            <p:cNvPicPr preferRelativeResize="0"/>
            <p:nvPr/>
          </p:nvPicPr>
          <p:blipFill rotWithShape="1">
            <a:blip r:embed="rId7">
              <a:alphaModFix/>
            </a:blip>
            <a:srcRect/>
            <a:stretch/>
          </p:blipFill>
          <p:spPr>
            <a:xfrm>
              <a:off x="6603133" y="3345934"/>
              <a:ext cx="486878" cy="566493"/>
            </a:xfrm>
            <a:prstGeom prst="rect">
              <a:avLst/>
            </a:prstGeom>
            <a:noFill/>
            <a:ln>
              <a:noFill/>
            </a:ln>
          </p:spPr>
        </p:pic>
        <p:pic>
          <p:nvPicPr>
            <p:cNvPr id="3707" name="Google Shape;3707;p152"/>
            <p:cNvPicPr preferRelativeResize="0"/>
            <p:nvPr/>
          </p:nvPicPr>
          <p:blipFill rotWithShape="1">
            <a:blip r:embed="rId8">
              <a:alphaModFix/>
            </a:blip>
            <a:srcRect/>
            <a:stretch/>
          </p:blipFill>
          <p:spPr>
            <a:xfrm>
              <a:off x="7363270" y="3345934"/>
              <a:ext cx="487005" cy="566493"/>
            </a:xfrm>
            <a:prstGeom prst="rect">
              <a:avLst/>
            </a:prstGeom>
            <a:noFill/>
            <a:ln>
              <a:noFill/>
            </a:ln>
          </p:spPr>
        </p:pic>
        <p:pic>
          <p:nvPicPr>
            <p:cNvPr id="3708" name="Google Shape;3708;p152"/>
            <p:cNvPicPr preferRelativeResize="0"/>
            <p:nvPr/>
          </p:nvPicPr>
          <p:blipFill rotWithShape="1">
            <a:blip r:embed="rId9">
              <a:alphaModFix/>
            </a:blip>
            <a:srcRect/>
            <a:stretch/>
          </p:blipFill>
          <p:spPr>
            <a:xfrm>
              <a:off x="7933691" y="3345934"/>
              <a:ext cx="486879" cy="566493"/>
            </a:xfrm>
            <a:prstGeom prst="rect">
              <a:avLst/>
            </a:prstGeom>
            <a:noFill/>
            <a:ln>
              <a:noFill/>
            </a:ln>
          </p:spPr>
        </p:pic>
        <p:pic>
          <p:nvPicPr>
            <p:cNvPr id="3709" name="Google Shape;3709;p152"/>
            <p:cNvPicPr preferRelativeResize="0"/>
            <p:nvPr/>
          </p:nvPicPr>
          <p:blipFill rotWithShape="1">
            <a:blip r:embed="rId10">
              <a:alphaModFix/>
            </a:blip>
            <a:srcRect/>
            <a:stretch/>
          </p:blipFill>
          <p:spPr>
            <a:xfrm>
              <a:off x="4006594" y="3902924"/>
              <a:ext cx="114300" cy="612685"/>
            </a:xfrm>
            <a:prstGeom prst="rect">
              <a:avLst/>
            </a:prstGeom>
            <a:noFill/>
            <a:ln>
              <a:noFill/>
            </a:ln>
          </p:spPr>
        </p:pic>
        <p:sp>
          <p:nvSpPr>
            <p:cNvPr id="3710" name="Google Shape;3710;p152"/>
            <p:cNvSpPr/>
            <p:nvPr/>
          </p:nvSpPr>
          <p:spPr>
            <a:xfrm>
              <a:off x="4062220" y="3926584"/>
              <a:ext cx="8890" cy="518159"/>
            </a:xfrm>
            <a:custGeom>
              <a:avLst/>
              <a:gdLst/>
              <a:ahLst/>
              <a:cxnLst/>
              <a:rect l="l" t="t" r="r" b="b"/>
              <a:pathLst>
                <a:path w="8889" h="518160" extrusionOk="0">
                  <a:moveTo>
                    <a:pt x="0" y="0"/>
                  </a:moveTo>
                  <a:lnTo>
                    <a:pt x="8508" y="517650"/>
                  </a:lnTo>
                </a:path>
              </a:pathLst>
            </a:custGeom>
            <a:noFill/>
            <a:ln w="254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711" name="Google Shape;3711;p152"/>
            <p:cNvPicPr preferRelativeResize="0"/>
            <p:nvPr/>
          </p:nvPicPr>
          <p:blipFill rotWithShape="1">
            <a:blip r:embed="rId10">
              <a:alphaModFix/>
            </a:blip>
            <a:srcRect/>
            <a:stretch/>
          </p:blipFill>
          <p:spPr>
            <a:xfrm>
              <a:off x="4639054" y="3902924"/>
              <a:ext cx="114300" cy="612685"/>
            </a:xfrm>
            <a:prstGeom prst="rect">
              <a:avLst/>
            </a:prstGeom>
            <a:noFill/>
            <a:ln>
              <a:noFill/>
            </a:ln>
          </p:spPr>
        </p:pic>
        <p:sp>
          <p:nvSpPr>
            <p:cNvPr id="3712" name="Google Shape;3712;p152"/>
            <p:cNvSpPr/>
            <p:nvPr/>
          </p:nvSpPr>
          <p:spPr>
            <a:xfrm>
              <a:off x="4694680" y="3926584"/>
              <a:ext cx="8890" cy="518159"/>
            </a:xfrm>
            <a:custGeom>
              <a:avLst/>
              <a:gdLst/>
              <a:ahLst/>
              <a:cxnLst/>
              <a:rect l="l" t="t" r="r" b="b"/>
              <a:pathLst>
                <a:path w="8889" h="518160" extrusionOk="0">
                  <a:moveTo>
                    <a:pt x="0" y="0"/>
                  </a:moveTo>
                  <a:lnTo>
                    <a:pt x="8508" y="517650"/>
                  </a:lnTo>
                </a:path>
              </a:pathLst>
            </a:custGeom>
            <a:noFill/>
            <a:ln w="254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pic>
        <p:nvPicPr>
          <p:cNvPr id="3713" name="Google Shape;3713;p152"/>
          <p:cNvPicPr preferRelativeResize="0"/>
          <p:nvPr/>
        </p:nvPicPr>
        <p:blipFill rotWithShape="1">
          <a:blip r:embed="rId11">
            <a:alphaModFix/>
          </a:blip>
          <a:srcRect/>
          <a:stretch/>
        </p:blipFill>
        <p:spPr>
          <a:xfrm>
            <a:off x="8514029" y="3712183"/>
            <a:ext cx="204720" cy="191201"/>
          </a:xfrm>
          <a:prstGeom prst="rect">
            <a:avLst/>
          </a:prstGeom>
          <a:noFill/>
          <a:ln>
            <a:noFill/>
          </a:ln>
        </p:spPr>
      </p:pic>
      <p:sp>
        <p:nvSpPr>
          <p:cNvPr id="3714" name="Google Shape;3714;p152"/>
          <p:cNvSpPr txBox="1"/>
          <p:nvPr/>
        </p:nvSpPr>
        <p:spPr>
          <a:xfrm>
            <a:off x="3500628" y="3998467"/>
            <a:ext cx="625475" cy="29972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1800">
                <a:latin typeface="Arial"/>
                <a:ea typeface="Arial"/>
                <a:cs typeface="Arial"/>
                <a:sym typeface="Arial"/>
              </a:rPr>
              <a:t>𝒳</a:t>
            </a:r>
            <a:r>
              <a:rPr lang="en-US" sz="1950" baseline="-25000">
                <a:latin typeface="Arial"/>
                <a:ea typeface="Arial"/>
                <a:cs typeface="Arial"/>
                <a:sym typeface="Arial"/>
              </a:rPr>
              <a:t>0</a:t>
            </a:r>
            <a:r>
              <a:rPr lang="en-US" sz="1800">
                <a:latin typeface="Arial"/>
                <a:ea typeface="Arial"/>
                <a:cs typeface="Arial"/>
                <a:sym typeface="Arial"/>
              </a:rPr>
              <a:t>𝒳</a:t>
            </a:r>
            <a:r>
              <a:rPr lang="en-US" sz="1950" baseline="-25000">
                <a:latin typeface="Arial"/>
                <a:ea typeface="Arial"/>
                <a:cs typeface="Arial"/>
                <a:sym typeface="Arial"/>
              </a:rPr>
              <a:t>0</a:t>
            </a:r>
            <a:endParaRPr sz="1950" baseline="-25000">
              <a:latin typeface="Arial"/>
              <a:ea typeface="Arial"/>
              <a:cs typeface="Arial"/>
              <a:sym typeface="Arial"/>
            </a:endParaRPr>
          </a:p>
        </p:txBody>
      </p:sp>
      <p:sp>
        <p:nvSpPr>
          <p:cNvPr id="3715" name="Google Shape;3715;p152"/>
          <p:cNvSpPr txBox="1">
            <a:spLocks noGrp="1"/>
          </p:cNvSpPr>
          <p:nvPr>
            <p:ph type="sldNum" idx="12"/>
          </p:nvPr>
        </p:nvSpPr>
        <p:spPr>
          <a:xfrm>
            <a:off x="11282426" y="6440594"/>
            <a:ext cx="250825" cy="200659"/>
          </a:xfrm>
          <a:prstGeom prst="rect">
            <a:avLst/>
          </a:prstGeom>
          <a:noFill/>
          <a:ln>
            <a:noFill/>
          </a:ln>
        </p:spPr>
        <p:txBody>
          <a:bodyPr spcFirstLastPara="1" wrap="square" lIns="0" tIns="2525" rIns="0" bIns="0" anchor="t" anchorCtr="0">
            <a:spAutoFit/>
          </a:bodyPr>
          <a:lstStyle/>
          <a:p>
            <a:pPr marL="38100" lvl="0" indent="0" algn="l" rtl="0">
              <a:lnSpc>
                <a:spcPct val="100000"/>
              </a:lnSpc>
              <a:spcBef>
                <a:spcPts val="0"/>
              </a:spcBef>
              <a:spcAft>
                <a:spcPts val="0"/>
              </a:spcAft>
              <a:buNone/>
            </a:pPr>
            <a:r>
              <a:rPr lang="en-US"/>
              <a:t>27</a:t>
            </a:r>
            <a:endParaRPr/>
          </a:p>
        </p:txBody>
      </p:sp>
      <p:sp>
        <p:nvSpPr>
          <p:cNvPr id="3716" name="Google Shape;3716;p152"/>
          <p:cNvSpPr txBox="1"/>
          <p:nvPr/>
        </p:nvSpPr>
        <p:spPr>
          <a:xfrm>
            <a:off x="6432550" y="3946651"/>
            <a:ext cx="480695" cy="576580"/>
          </a:xfrm>
          <a:prstGeom prst="rect">
            <a:avLst/>
          </a:prstGeom>
          <a:noFill/>
          <a:ln>
            <a:noFill/>
          </a:ln>
        </p:spPr>
        <p:txBody>
          <a:bodyPr spcFirstLastPara="1" wrap="square" lIns="0" tIns="58400" rIns="0" bIns="0" anchor="t" anchorCtr="0">
            <a:spAutoFit/>
          </a:bodyPr>
          <a:lstStyle/>
          <a:p>
            <a:pPr marL="38100" lvl="0" indent="0" algn="l" rtl="0">
              <a:lnSpc>
                <a:spcPct val="100000"/>
              </a:lnSpc>
              <a:spcBef>
                <a:spcPts val="0"/>
              </a:spcBef>
              <a:spcAft>
                <a:spcPts val="0"/>
              </a:spcAft>
              <a:buNone/>
            </a:pPr>
            <a:r>
              <a:rPr lang="en-US" sz="1800">
                <a:latin typeface="Arial"/>
                <a:ea typeface="Arial"/>
                <a:cs typeface="Arial"/>
                <a:sym typeface="Arial"/>
              </a:rPr>
              <a:t>𝒳</a:t>
            </a:r>
            <a:r>
              <a:rPr lang="en-US" sz="1950" baseline="-25000">
                <a:latin typeface="Arial"/>
                <a:ea typeface="Arial"/>
                <a:cs typeface="Arial"/>
                <a:sym typeface="Arial"/>
              </a:rPr>
              <a:t>1</a:t>
            </a:r>
            <a:r>
              <a:rPr lang="en-US" sz="2700" baseline="-25000">
                <a:latin typeface="Arial"/>
                <a:ea typeface="Arial"/>
                <a:cs typeface="Arial"/>
                <a:sym typeface="Arial"/>
              </a:rPr>
              <a:t>𝒳</a:t>
            </a:r>
            <a:endParaRPr sz="2700" baseline="-25000">
              <a:latin typeface="Arial"/>
              <a:ea typeface="Arial"/>
              <a:cs typeface="Arial"/>
              <a:sym typeface="Arial"/>
            </a:endParaRPr>
          </a:p>
          <a:p>
            <a:pPr marL="38100" lvl="0" indent="0" algn="l" rtl="0">
              <a:lnSpc>
                <a:spcPct val="100000"/>
              </a:lnSpc>
              <a:spcBef>
                <a:spcPts val="260"/>
              </a:spcBef>
              <a:spcAft>
                <a:spcPts val="0"/>
              </a:spcAft>
              <a:buNone/>
            </a:pPr>
            <a:r>
              <a:rPr lang="en-US" sz="1300">
                <a:latin typeface="Arial"/>
                <a:ea typeface="Arial"/>
                <a:cs typeface="Arial"/>
                <a:sym typeface="Arial"/>
              </a:rPr>
              <a:t>1</a:t>
            </a:r>
            <a:endParaRPr sz="1300">
              <a:latin typeface="Arial"/>
              <a:ea typeface="Arial"/>
              <a:cs typeface="Arial"/>
              <a:sym typeface="Arial"/>
            </a:endParaRPr>
          </a:p>
        </p:txBody>
      </p:sp>
    </p:spTree>
    <p:extLst>
      <p:ext uri="{BB962C8B-B14F-4D97-AF65-F5344CB8AC3E}">
        <p14:creationId xmlns:p14="http://schemas.microsoft.com/office/powerpoint/2010/main" val="37168226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720"/>
        <p:cNvGrpSpPr/>
        <p:nvPr/>
      </p:nvGrpSpPr>
      <p:grpSpPr>
        <a:xfrm>
          <a:off x="0" y="0"/>
          <a:ext cx="0" cy="0"/>
          <a:chOff x="0" y="0"/>
          <a:chExt cx="0" cy="0"/>
        </a:xfrm>
      </p:grpSpPr>
      <p:sp>
        <p:nvSpPr>
          <p:cNvPr id="3721" name="Google Shape;3721;p153" descr="$PPTXTitle"/>
          <p:cNvSpPr txBox="1">
            <a:spLocks noGrp="1"/>
          </p:cNvSpPr>
          <p:nvPr>
            <p:ph type="title"/>
          </p:nvPr>
        </p:nvSpPr>
        <p:spPr>
          <a:xfrm>
            <a:off x="707542" y="494791"/>
            <a:ext cx="11589715" cy="985519"/>
          </a:xfrm>
          <a:prstGeom prst="rect">
            <a:avLst/>
          </a:prstGeom>
          <a:noFill/>
          <a:ln>
            <a:noFill/>
          </a:ln>
        </p:spPr>
        <p:txBody>
          <a:bodyPr spcFirstLastPara="1" wrap="square" lIns="0" tIns="12700" rIns="0" bIns="0" anchor="t" anchorCtr="0">
            <a:spAutoFit/>
          </a:bodyPr>
          <a:lstStyle/>
          <a:p>
            <a:pPr marL="3467734" lvl="0" indent="0" algn="l" rtl="0">
              <a:lnSpc>
                <a:spcPct val="100000"/>
              </a:lnSpc>
              <a:spcBef>
                <a:spcPts val="0"/>
              </a:spcBef>
              <a:spcAft>
                <a:spcPts val="0"/>
              </a:spcAft>
              <a:buNone/>
            </a:pPr>
            <a:r>
              <a:rPr lang="en-US"/>
              <a:t>Regression trees</a:t>
            </a:r>
            <a:endParaRPr/>
          </a:p>
        </p:txBody>
      </p:sp>
      <p:sp>
        <p:nvSpPr>
          <p:cNvPr id="3722" name="Google Shape;3722;p153"/>
          <p:cNvSpPr txBox="1"/>
          <p:nvPr/>
        </p:nvSpPr>
        <p:spPr>
          <a:xfrm>
            <a:off x="688340" y="1579371"/>
            <a:ext cx="10163175" cy="739140"/>
          </a:xfrm>
          <a:prstGeom prst="rect">
            <a:avLst/>
          </a:prstGeom>
          <a:noFill/>
          <a:ln>
            <a:noFill/>
          </a:ln>
        </p:spPr>
        <p:txBody>
          <a:bodyPr spcFirstLastPara="1" wrap="square" lIns="0" tIns="12700" rIns="0" bIns="0" anchor="t" anchorCtr="0">
            <a:spAutoFit/>
          </a:bodyPr>
          <a:lstStyle/>
          <a:p>
            <a:pPr marL="12700" marR="5080" lvl="0" indent="0" algn="l" rtl="0">
              <a:lnSpc>
                <a:spcPct val="106400"/>
              </a:lnSpc>
              <a:spcBef>
                <a:spcPts val="0"/>
              </a:spcBef>
              <a:spcAft>
                <a:spcPts val="0"/>
              </a:spcAft>
              <a:buNone/>
            </a:pPr>
            <a:r>
              <a:rPr lang="en-US" sz="2200">
                <a:latin typeface="Arial Narrow"/>
                <a:ea typeface="Arial Narrow"/>
                <a:cs typeface="Arial Narrow"/>
                <a:sym typeface="Arial Narrow"/>
              </a:rPr>
              <a:t>Regression trees are the same, except that the hypothesis </a:t>
            </a:r>
            <a:r>
              <a:rPr lang="en-US" sz="2200">
                <a:latin typeface="Arial"/>
                <a:ea typeface="Arial"/>
                <a:cs typeface="Arial"/>
                <a:sym typeface="Arial"/>
              </a:rPr>
              <a:t>ℎ </a:t>
            </a:r>
            <a:r>
              <a:rPr lang="en-US" sz="2200">
                <a:latin typeface="Arial Narrow"/>
                <a:ea typeface="Arial Narrow"/>
                <a:cs typeface="Arial Narrow"/>
                <a:sym typeface="Arial Narrow"/>
              </a:rPr>
              <a:t>are real-valued instead of probabilities, and we use squared loss</a:t>
            </a:r>
            <a:endParaRPr sz="2200">
              <a:latin typeface="Arial Narrow"/>
              <a:ea typeface="Arial Narrow"/>
              <a:cs typeface="Arial Narrow"/>
              <a:sym typeface="Arial Narrow"/>
            </a:endParaRPr>
          </a:p>
        </p:txBody>
      </p:sp>
      <p:sp>
        <p:nvSpPr>
          <p:cNvPr id="3723" name="Google Shape;3723;p153"/>
          <p:cNvSpPr/>
          <p:nvPr/>
        </p:nvSpPr>
        <p:spPr>
          <a:xfrm>
            <a:off x="5695821" y="2381885"/>
            <a:ext cx="86360" cy="258445"/>
          </a:xfrm>
          <a:custGeom>
            <a:avLst/>
            <a:gdLst/>
            <a:ahLst/>
            <a:cxnLst/>
            <a:rect l="l" t="t" r="r" b="b"/>
            <a:pathLst>
              <a:path w="86360" h="258444" extrusionOk="0">
                <a:moveTo>
                  <a:pt x="3683" y="0"/>
                </a:moveTo>
                <a:lnTo>
                  <a:pt x="0" y="10412"/>
                </a:lnTo>
                <a:lnTo>
                  <a:pt x="14954" y="16910"/>
                </a:lnTo>
                <a:lnTo>
                  <a:pt x="27812" y="25906"/>
                </a:lnTo>
                <a:lnTo>
                  <a:pt x="53911" y="67522"/>
                </a:lnTo>
                <a:lnTo>
                  <a:pt x="61531" y="105761"/>
                </a:lnTo>
                <a:lnTo>
                  <a:pt x="62484" y="127762"/>
                </a:lnTo>
                <a:lnTo>
                  <a:pt x="61528" y="150600"/>
                </a:lnTo>
                <a:lnTo>
                  <a:pt x="53856" y="189894"/>
                </a:lnTo>
                <a:lnTo>
                  <a:pt x="27797" y="232171"/>
                </a:lnTo>
                <a:lnTo>
                  <a:pt x="381" y="247776"/>
                </a:lnTo>
                <a:lnTo>
                  <a:pt x="3683" y="258318"/>
                </a:lnTo>
                <a:lnTo>
                  <a:pt x="38893" y="241761"/>
                </a:lnTo>
                <a:lnTo>
                  <a:pt x="64770" y="213106"/>
                </a:lnTo>
                <a:lnTo>
                  <a:pt x="80708" y="174798"/>
                </a:lnTo>
                <a:lnTo>
                  <a:pt x="85979" y="129159"/>
                </a:lnTo>
                <a:lnTo>
                  <a:pt x="84646" y="105487"/>
                </a:lnTo>
                <a:lnTo>
                  <a:pt x="74030" y="63525"/>
                </a:lnTo>
                <a:lnTo>
                  <a:pt x="52938" y="29325"/>
                </a:lnTo>
                <a:lnTo>
                  <a:pt x="22371" y="6742"/>
                </a:lnTo>
                <a:lnTo>
                  <a:pt x="3683"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724" name="Google Shape;3724;p153"/>
          <p:cNvSpPr/>
          <p:nvPr/>
        </p:nvSpPr>
        <p:spPr>
          <a:xfrm>
            <a:off x="5175629" y="2381885"/>
            <a:ext cx="86360" cy="258445"/>
          </a:xfrm>
          <a:custGeom>
            <a:avLst/>
            <a:gdLst/>
            <a:ahLst/>
            <a:cxnLst/>
            <a:rect l="l" t="t" r="r" b="b"/>
            <a:pathLst>
              <a:path w="86360" h="258444" extrusionOk="0">
                <a:moveTo>
                  <a:pt x="82423" y="0"/>
                </a:moveTo>
                <a:lnTo>
                  <a:pt x="47259" y="16510"/>
                </a:lnTo>
                <a:lnTo>
                  <a:pt x="21336" y="45212"/>
                </a:lnTo>
                <a:lnTo>
                  <a:pt x="5334" y="83612"/>
                </a:lnTo>
                <a:lnTo>
                  <a:pt x="0" y="129159"/>
                </a:lnTo>
                <a:lnTo>
                  <a:pt x="1330" y="152902"/>
                </a:lnTo>
                <a:lnTo>
                  <a:pt x="11946" y="194863"/>
                </a:lnTo>
                <a:lnTo>
                  <a:pt x="33023" y="228940"/>
                </a:lnTo>
                <a:lnTo>
                  <a:pt x="82423" y="258318"/>
                </a:lnTo>
                <a:lnTo>
                  <a:pt x="85598" y="247776"/>
                </a:lnTo>
                <a:lnTo>
                  <a:pt x="70901" y="241254"/>
                </a:lnTo>
                <a:lnTo>
                  <a:pt x="58229" y="232171"/>
                </a:lnTo>
                <a:lnTo>
                  <a:pt x="32194" y="189894"/>
                </a:lnTo>
                <a:lnTo>
                  <a:pt x="24574" y="150600"/>
                </a:lnTo>
                <a:lnTo>
                  <a:pt x="23622" y="127762"/>
                </a:lnTo>
                <a:lnTo>
                  <a:pt x="24574" y="105761"/>
                </a:lnTo>
                <a:lnTo>
                  <a:pt x="32194" y="67522"/>
                </a:lnTo>
                <a:lnTo>
                  <a:pt x="58339" y="25908"/>
                </a:lnTo>
                <a:lnTo>
                  <a:pt x="86106" y="10412"/>
                </a:lnTo>
                <a:lnTo>
                  <a:pt x="82423"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725" name="Google Shape;3725;p153"/>
          <p:cNvSpPr/>
          <p:nvPr/>
        </p:nvSpPr>
        <p:spPr>
          <a:xfrm>
            <a:off x="6943976" y="2381885"/>
            <a:ext cx="86360" cy="258445"/>
          </a:xfrm>
          <a:custGeom>
            <a:avLst/>
            <a:gdLst/>
            <a:ahLst/>
            <a:cxnLst/>
            <a:rect l="l" t="t" r="r" b="b"/>
            <a:pathLst>
              <a:path w="86359" h="258444" extrusionOk="0">
                <a:moveTo>
                  <a:pt x="3682" y="0"/>
                </a:moveTo>
                <a:lnTo>
                  <a:pt x="0" y="10412"/>
                </a:lnTo>
                <a:lnTo>
                  <a:pt x="14955" y="16910"/>
                </a:lnTo>
                <a:lnTo>
                  <a:pt x="27814" y="25906"/>
                </a:lnTo>
                <a:lnTo>
                  <a:pt x="53912" y="67522"/>
                </a:lnTo>
                <a:lnTo>
                  <a:pt x="61532" y="105761"/>
                </a:lnTo>
                <a:lnTo>
                  <a:pt x="62485" y="127762"/>
                </a:lnTo>
                <a:lnTo>
                  <a:pt x="61530" y="150600"/>
                </a:lnTo>
                <a:lnTo>
                  <a:pt x="53858" y="189894"/>
                </a:lnTo>
                <a:lnTo>
                  <a:pt x="27799" y="232171"/>
                </a:lnTo>
                <a:lnTo>
                  <a:pt x="380" y="247776"/>
                </a:lnTo>
                <a:lnTo>
                  <a:pt x="3682" y="258318"/>
                </a:lnTo>
                <a:lnTo>
                  <a:pt x="38895" y="241761"/>
                </a:lnTo>
                <a:lnTo>
                  <a:pt x="64771" y="213106"/>
                </a:lnTo>
                <a:lnTo>
                  <a:pt x="80709" y="174798"/>
                </a:lnTo>
                <a:lnTo>
                  <a:pt x="85978" y="129159"/>
                </a:lnTo>
                <a:lnTo>
                  <a:pt x="84648" y="105487"/>
                </a:lnTo>
                <a:lnTo>
                  <a:pt x="74032" y="63525"/>
                </a:lnTo>
                <a:lnTo>
                  <a:pt x="52939" y="29325"/>
                </a:lnTo>
                <a:lnTo>
                  <a:pt x="22372" y="6742"/>
                </a:lnTo>
                <a:lnTo>
                  <a:pt x="368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726" name="Google Shape;3726;p153"/>
          <p:cNvSpPr/>
          <p:nvPr/>
        </p:nvSpPr>
        <p:spPr>
          <a:xfrm>
            <a:off x="6195185" y="2381885"/>
            <a:ext cx="86360" cy="258445"/>
          </a:xfrm>
          <a:custGeom>
            <a:avLst/>
            <a:gdLst/>
            <a:ahLst/>
            <a:cxnLst/>
            <a:rect l="l" t="t" r="r" b="b"/>
            <a:pathLst>
              <a:path w="86360" h="258444" extrusionOk="0">
                <a:moveTo>
                  <a:pt x="82422" y="0"/>
                </a:moveTo>
                <a:lnTo>
                  <a:pt x="47259" y="16510"/>
                </a:lnTo>
                <a:lnTo>
                  <a:pt x="21335" y="45212"/>
                </a:lnTo>
                <a:lnTo>
                  <a:pt x="5333" y="83612"/>
                </a:lnTo>
                <a:lnTo>
                  <a:pt x="0" y="129159"/>
                </a:lnTo>
                <a:lnTo>
                  <a:pt x="1330" y="152902"/>
                </a:lnTo>
                <a:lnTo>
                  <a:pt x="11946" y="194863"/>
                </a:lnTo>
                <a:lnTo>
                  <a:pt x="33023" y="228940"/>
                </a:lnTo>
                <a:lnTo>
                  <a:pt x="82422" y="258318"/>
                </a:lnTo>
                <a:lnTo>
                  <a:pt x="85597" y="247776"/>
                </a:lnTo>
                <a:lnTo>
                  <a:pt x="70901" y="241254"/>
                </a:lnTo>
                <a:lnTo>
                  <a:pt x="58229" y="232171"/>
                </a:lnTo>
                <a:lnTo>
                  <a:pt x="32194" y="189894"/>
                </a:lnTo>
                <a:lnTo>
                  <a:pt x="24574" y="150600"/>
                </a:lnTo>
                <a:lnTo>
                  <a:pt x="23621" y="127762"/>
                </a:lnTo>
                <a:lnTo>
                  <a:pt x="24574" y="105761"/>
                </a:lnTo>
                <a:lnTo>
                  <a:pt x="32194" y="67522"/>
                </a:lnTo>
                <a:lnTo>
                  <a:pt x="58339" y="25908"/>
                </a:lnTo>
                <a:lnTo>
                  <a:pt x="86104" y="10412"/>
                </a:lnTo>
                <a:lnTo>
                  <a:pt x="8242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727" name="Google Shape;3727;p153"/>
          <p:cNvSpPr txBox="1"/>
          <p:nvPr/>
        </p:nvSpPr>
        <p:spPr>
          <a:xfrm>
            <a:off x="4994275" y="2271268"/>
            <a:ext cx="1949450" cy="3606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200">
                <a:latin typeface="Arial"/>
                <a:ea typeface="Arial"/>
                <a:cs typeface="Arial"/>
                <a:sym typeface="Arial"/>
              </a:rPr>
              <a:t>ℓ ℎ, 𝑦	=	ℎ − 𝑦</a:t>
            </a:r>
            <a:endParaRPr sz="2200">
              <a:latin typeface="Arial"/>
              <a:ea typeface="Arial"/>
              <a:cs typeface="Arial"/>
              <a:sym typeface="Arial"/>
            </a:endParaRPr>
          </a:p>
        </p:txBody>
      </p:sp>
      <p:sp>
        <p:nvSpPr>
          <p:cNvPr id="3728" name="Google Shape;3728;p153"/>
          <p:cNvSpPr txBox="1"/>
          <p:nvPr/>
        </p:nvSpPr>
        <p:spPr>
          <a:xfrm>
            <a:off x="7042784" y="2259076"/>
            <a:ext cx="126364" cy="2692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600">
                <a:latin typeface="Arial"/>
                <a:ea typeface="Arial"/>
                <a:cs typeface="Arial"/>
                <a:sym typeface="Arial"/>
              </a:rPr>
              <a:t>2</a:t>
            </a:r>
            <a:endParaRPr sz="1600">
              <a:latin typeface="Arial"/>
              <a:ea typeface="Arial"/>
              <a:cs typeface="Arial"/>
              <a:sym typeface="Arial"/>
            </a:endParaRPr>
          </a:p>
        </p:txBody>
      </p:sp>
      <p:sp>
        <p:nvSpPr>
          <p:cNvPr id="3729" name="Google Shape;3729;p153"/>
          <p:cNvSpPr txBox="1"/>
          <p:nvPr/>
        </p:nvSpPr>
        <p:spPr>
          <a:xfrm>
            <a:off x="688340" y="2975355"/>
            <a:ext cx="5076190" cy="3606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200">
                <a:latin typeface="Arial Narrow"/>
                <a:ea typeface="Arial Narrow"/>
                <a:cs typeface="Arial Narrow"/>
                <a:sym typeface="Arial Narrow"/>
              </a:rPr>
              <a:t>This means that the loss a node is given by</a:t>
            </a:r>
            <a:endParaRPr sz="2200">
              <a:latin typeface="Arial Narrow"/>
              <a:ea typeface="Arial Narrow"/>
              <a:cs typeface="Arial Narrow"/>
              <a:sym typeface="Arial Narrow"/>
            </a:endParaRPr>
          </a:p>
        </p:txBody>
      </p:sp>
      <p:sp>
        <p:nvSpPr>
          <p:cNvPr id="3730" name="Google Shape;3730;p153"/>
          <p:cNvSpPr txBox="1"/>
          <p:nvPr/>
        </p:nvSpPr>
        <p:spPr>
          <a:xfrm>
            <a:off x="2540698" y="3441700"/>
            <a:ext cx="1149985" cy="574040"/>
          </a:xfrm>
          <a:prstGeom prst="rect">
            <a:avLst/>
          </a:prstGeom>
          <a:noFill/>
          <a:ln>
            <a:noFill/>
          </a:ln>
        </p:spPr>
        <p:txBody>
          <a:bodyPr spcFirstLastPara="1" wrap="square" lIns="0" tIns="12700" rIns="0" bIns="0" anchor="t" anchorCtr="0">
            <a:spAutoFit/>
          </a:bodyPr>
          <a:lstStyle/>
          <a:p>
            <a:pPr marL="0" lvl="0" indent="0" algn="ctr" rtl="0">
              <a:lnSpc>
                <a:spcPct val="114545"/>
              </a:lnSpc>
              <a:spcBef>
                <a:spcPts val="0"/>
              </a:spcBef>
              <a:spcAft>
                <a:spcPts val="0"/>
              </a:spcAft>
              <a:buNone/>
            </a:pPr>
            <a:r>
              <a:rPr lang="en-US" sz="2200">
                <a:latin typeface="Arial"/>
                <a:ea typeface="Arial"/>
                <a:cs typeface="Arial"/>
                <a:sym typeface="Arial"/>
              </a:rPr>
              <a:t>minimize</a:t>
            </a:r>
            <a:endParaRPr sz="2200">
              <a:latin typeface="Arial"/>
              <a:ea typeface="Arial"/>
              <a:cs typeface="Arial"/>
              <a:sym typeface="Arial"/>
            </a:endParaRPr>
          </a:p>
          <a:p>
            <a:pPr marL="0" marR="4445" lvl="0" indent="0" algn="ctr" rtl="0">
              <a:lnSpc>
                <a:spcPct val="112500"/>
              </a:lnSpc>
              <a:spcBef>
                <a:spcPts val="0"/>
              </a:spcBef>
              <a:spcAft>
                <a:spcPts val="0"/>
              </a:spcAft>
              <a:buNone/>
            </a:pPr>
            <a:r>
              <a:rPr lang="en-US" sz="1600">
                <a:latin typeface="Arial"/>
                <a:ea typeface="Arial"/>
                <a:cs typeface="Arial"/>
                <a:sym typeface="Arial"/>
              </a:rPr>
              <a:t>ℎ</a:t>
            </a:r>
            <a:endParaRPr sz="1600">
              <a:latin typeface="Arial"/>
              <a:ea typeface="Arial"/>
              <a:cs typeface="Arial"/>
              <a:sym typeface="Arial"/>
            </a:endParaRPr>
          </a:p>
        </p:txBody>
      </p:sp>
      <p:sp>
        <p:nvSpPr>
          <p:cNvPr id="3731" name="Google Shape;3731;p153"/>
          <p:cNvSpPr/>
          <p:nvPr/>
        </p:nvSpPr>
        <p:spPr>
          <a:xfrm>
            <a:off x="3782566" y="3709414"/>
            <a:ext cx="417830" cy="18415"/>
          </a:xfrm>
          <a:custGeom>
            <a:avLst/>
            <a:gdLst/>
            <a:ahLst/>
            <a:cxnLst/>
            <a:rect l="l" t="t" r="r" b="b"/>
            <a:pathLst>
              <a:path w="417829" h="18414" extrusionOk="0">
                <a:moveTo>
                  <a:pt x="417575" y="0"/>
                </a:moveTo>
                <a:lnTo>
                  <a:pt x="0" y="0"/>
                </a:lnTo>
                <a:lnTo>
                  <a:pt x="0" y="18287"/>
                </a:lnTo>
                <a:lnTo>
                  <a:pt x="417575" y="18287"/>
                </a:lnTo>
                <a:lnTo>
                  <a:pt x="417575"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732" name="Google Shape;3732;p153"/>
          <p:cNvSpPr txBox="1"/>
          <p:nvPr/>
        </p:nvSpPr>
        <p:spPr>
          <a:xfrm>
            <a:off x="3858895" y="3203955"/>
            <a:ext cx="255270" cy="824230"/>
          </a:xfrm>
          <a:prstGeom prst="rect">
            <a:avLst/>
          </a:prstGeom>
          <a:noFill/>
          <a:ln>
            <a:noFill/>
          </a:ln>
        </p:spPr>
        <p:txBody>
          <a:bodyPr spcFirstLastPara="1" wrap="square" lIns="0" tIns="76825" rIns="0" bIns="0" anchor="t" anchorCtr="0">
            <a:spAutoFit/>
          </a:bodyPr>
          <a:lstStyle/>
          <a:p>
            <a:pPr marL="55244" lvl="0" indent="0" algn="l" rtl="0">
              <a:lnSpc>
                <a:spcPct val="100000"/>
              </a:lnSpc>
              <a:spcBef>
                <a:spcPts val="0"/>
              </a:spcBef>
              <a:spcAft>
                <a:spcPts val="0"/>
              </a:spcAft>
              <a:buNone/>
            </a:pPr>
            <a:r>
              <a:rPr lang="en-US" sz="2200">
                <a:latin typeface="Arial"/>
                <a:ea typeface="Arial"/>
                <a:cs typeface="Arial"/>
                <a:sym typeface="Arial"/>
              </a:rPr>
              <a:t>1</a:t>
            </a:r>
            <a:endParaRPr sz="2200">
              <a:latin typeface="Arial"/>
              <a:ea typeface="Arial"/>
              <a:cs typeface="Arial"/>
              <a:sym typeface="Arial"/>
            </a:endParaRPr>
          </a:p>
          <a:p>
            <a:pPr marL="12700" lvl="0" indent="0" algn="l" rtl="0">
              <a:lnSpc>
                <a:spcPct val="100000"/>
              </a:lnSpc>
              <a:spcBef>
                <a:spcPts val="500"/>
              </a:spcBef>
              <a:spcAft>
                <a:spcPts val="0"/>
              </a:spcAft>
              <a:buNone/>
            </a:pPr>
            <a:r>
              <a:rPr lang="en-US" sz="2200">
                <a:latin typeface="Arial"/>
                <a:ea typeface="Arial"/>
                <a:cs typeface="Arial"/>
                <a:sym typeface="Arial"/>
              </a:rPr>
              <a:t>𝒳</a:t>
            </a:r>
            <a:endParaRPr sz="2200">
              <a:latin typeface="Arial"/>
              <a:ea typeface="Arial"/>
              <a:cs typeface="Arial"/>
              <a:sym typeface="Arial"/>
            </a:endParaRPr>
          </a:p>
        </p:txBody>
      </p:sp>
      <p:sp>
        <p:nvSpPr>
          <p:cNvPr id="3733" name="Google Shape;3733;p153"/>
          <p:cNvSpPr/>
          <p:nvPr/>
        </p:nvSpPr>
        <p:spPr>
          <a:xfrm>
            <a:off x="4143883" y="3778250"/>
            <a:ext cx="20955" cy="253365"/>
          </a:xfrm>
          <a:custGeom>
            <a:avLst/>
            <a:gdLst/>
            <a:ahLst/>
            <a:cxnLst/>
            <a:rect l="l" t="t" r="r" b="b"/>
            <a:pathLst>
              <a:path w="20954" h="253364" extrusionOk="0">
                <a:moveTo>
                  <a:pt x="20954" y="0"/>
                </a:moveTo>
                <a:lnTo>
                  <a:pt x="0" y="0"/>
                </a:lnTo>
                <a:lnTo>
                  <a:pt x="0" y="253364"/>
                </a:lnTo>
                <a:lnTo>
                  <a:pt x="20954" y="253364"/>
                </a:lnTo>
                <a:lnTo>
                  <a:pt x="2095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734" name="Google Shape;3734;p153"/>
          <p:cNvSpPr/>
          <p:nvPr/>
        </p:nvSpPr>
        <p:spPr>
          <a:xfrm>
            <a:off x="3816221" y="3778250"/>
            <a:ext cx="20955" cy="253365"/>
          </a:xfrm>
          <a:custGeom>
            <a:avLst/>
            <a:gdLst/>
            <a:ahLst/>
            <a:cxnLst/>
            <a:rect l="l" t="t" r="r" b="b"/>
            <a:pathLst>
              <a:path w="20954" h="253364" extrusionOk="0">
                <a:moveTo>
                  <a:pt x="20954" y="0"/>
                </a:moveTo>
                <a:lnTo>
                  <a:pt x="0" y="0"/>
                </a:lnTo>
                <a:lnTo>
                  <a:pt x="0" y="253364"/>
                </a:lnTo>
                <a:lnTo>
                  <a:pt x="20954" y="253364"/>
                </a:lnTo>
                <a:lnTo>
                  <a:pt x="2095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735" name="Google Shape;3735;p153"/>
          <p:cNvSpPr/>
          <p:nvPr/>
        </p:nvSpPr>
        <p:spPr>
          <a:xfrm>
            <a:off x="5624195" y="3590415"/>
            <a:ext cx="86360" cy="258445"/>
          </a:xfrm>
          <a:custGeom>
            <a:avLst/>
            <a:gdLst/>
            <a:ahLst/>
            <a:cxnLst/>
            <a:rect l="l" t="t" r="r" b="b"/>
            <a:pathLst>
              <a:path w="86360" h="258445" extrusionOk="0">
                <a:moveTo>
                  <a:pt x="3682" y="0"/>
                </a:moveTo>
                <a:lnTo>
                  <a:pt x="0" y="10412"/>
                </a:lnTo>
                <a:lnTo>
                  <a:pt x="14954" y="16910"/>
                </a:lnTo>
                <a:lnTo>
                  <a:pt x="27811" y="25908"/>
                </a:lnTo>
                <a:lnTo>
                  <a:pt x="53910" y="67522"/>
                </a:lnTo>
                <a:lnTo>
                  <a:pt x="61530" y="105761"/>
                </a:lnTo>
                <a:lnTo>
                  <a:pt x="62483" y="127762"/>
                </a:lnTo>
                <a:lnTo>
                  <a:pt x="61528" y="150600"/>
                </a:lnTo>
                <a:lnTo>
                  <a:pt x="53856" y="189894"/>
                </a:lnTo>
                <a:lnTo>
                  <a:pt x="27796" y="232171"/>
                </a:lnTo>
                <a:lnTo>
                  <a:pt x="380" y="247776"/>
                </a:lnTo>
                <a:lnTo>
                  <a:pt x="3682" y="258317"/>
                </a:lnTo>
                <a:lnTo>
                  <a:pt x="38892" y="241759"/>
                </a:lnTo>
                <a:lnTo>
                  <a:pt x="64769" y="213105"/>
                </a:lnTo>
                <a:lnTo>
                  <a:pt x="80707" y="174798"/>
                </a:lnTo>
                <a:lnTo>
                  <a:pt x="85978" y="129159"/>
                </a:lnTo>
                <a:lnTo>
                  <a:pt x="84646" y="105487"/>
                </a:lnTo>
                <a:lnTo>
                  <a:pt x="74030" y="63525"/>
                </a:lnTo>
                <a:lnTo>
                  <a:pt x="52938" y="29325"/>
                </a:lnTo>
                <a:lnTo>
                  <a:pt x="22371" y="6742"/>
                </a:lnTo>
                <a:lnTo>
                  <a:pt x="368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736" name="Google Shape;3736;p153"/>
          <p:cNvSpPr/>
          <p:nvPr/>
        </p:nvSpPr>
        <p:spPr>
          <a:xfrm>
            <a:off x="4875403" y="3590415"/>
            <a:ext cx="86360" cy="258445"/>
          </a:xfrm>
          <a:custGeom>
            <a:avLst/>
            <a:gdLst/>
            <a:ahLst/>
            <a:cxnLst/>
            <a:rect l="l" t="t" r="r" b="b"/>
            <a:pathLst>
              <a:path w="86360" h="258445" extrusionOk="0">
                <a:moveTo>
                  <a:pt x="82423" y="0"/>
                </a:moveTo>
                <a:lnTo>
                  <a:pt x="47259" y="16508"/>
                </a:lnTo>
                <a:lnTo>
                  <a:pt x="21336" y="45212"/>
                </a:lnTo>
                <a:lnTo>
                  <a:pt x="5334" y="83612"/>
                </a:lnTo>
                <a:lnTo>
                  <a:pt x="0" y="129159"/>
                </a:lnTo>
                <a:lnTo>
                  <a:pt x="1330" y="152901"/>
                </a:lnTo>
                <a:lnTo>
                  <a:pt x="11946" y="194863"/>
                </a:lnTo>
                <a:lnTo>
                  <a:pt x="33022" y="228939"/>
                </a:lnTo>
                <a:lnTo>
                  <a:pt x="82423" y="258317"/>
                </a:lnTo>
                <a:lnTo>
                  <a:pt x="85598" y="247776"/>
                </a:lnTo>
                <a:lnTo>
                  <a:pt x="70900" y="241254"/>
                </a:lnTo>
                <a:lnTo>
                  <a:pt x="58228" y="232171"/>
                </a:lnTo>
                <a:lnTo>
                  <a:pt x="32193" y="189894"/>
                </a:lnTo>
                <a:lnTo>
                  <a:pt x="24573" y="150600"/>
                </a:lnTo>
                <a:lnTo>
                  <a:pt x="23622" y="127762"/>
                </a:lnTo>
                <a:lnTo>
                  <a:pt x="24573" y="105761"/>
                </a:lnTo>
                <a:lnTo>
                  <a:pt x="32193" y="67522"/>
                </a:lnTo>
                <a:lnTo>
                  <a:pt x="58339" y="25908"/>
                </a:lnTo>
                <a:lnTo>
                  <a:pt x="86106" y="10412"/>
                </a:lnTo>
                <a:lnTo>
                  <a:pt x="82423"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737" name="Google Shape;3737;p153"/>
          <p:cNvSpPr txBox="1"/>
          <p:nvPr/>
        </p:nvSpPr>
        <p:spPr>
          <a:xfrm>
            <a:off x="5722745" y="3466084"/>
            <a:ext cx="126364" cy="2692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600">
                <a:latin typeface="Arial"/>
                <a:ea typeface="Arial"/>
                <a:cs typeface="Arial"/>
                <a:sym typeface="Arial"/>
              </a:rPr>
              <a:t>2</a:t>
            </a:r>
            <a:endParaRPr sz="1600">
              <a:latin typeface="Arial"/>
              <a:ea typeface="Arial"/>
              <a:cs typeface="Arial"/>
              <a:sym typeface="Arial"/>
            </a:endParaRPr>
          </a:p>
        </p:txBody>
      </p:sp>
      <p:sp>
        <p:nvSpPr>
          <p:cNvPr id="3738" name="Google Shape;3738;p153"/>
          <p:cNvSpPr txBox="1"/>
          <p:nvPr/>
        </p:nvSpPr>
        <p:spPr>
          <a:xfrm>
            <a:off x="4233797" y="3330447"/>
            <a:ext cx="2510155" cy="865505"/>
          </a:xfrm>
          <a:prstGeom prst="rect">
            <a:avLst/>
          </a:prstGeom>
          <a:noFill/>
          <a:ln>
            <a:noFill/>
          </a:ln>
        </p:spPr>
        <p:txBody>
          <a:bodyPr spcFirstLastPara="1" wrap="square" lIns="0" tIns="163175" rIns="0" bIns="0" anchor="t" anchorCtr="0">
            <a:spAutoFit/>
          </a:bodyPr>
          <a:lstStyle/>
          <a:p>
            <a:pPr marL="128270" lvl="0" indent="0" algn="l" rtl="0">
              <a:lnSpc>
                <a:spcPct val="100000"/>
              </a:lnSpc>
              <a:spcBef>
                <a:spcPts val="0"/>
              </a:spcBef>
              <a:spcAft>
                <a:spcPts val="0"/>
              </a:spcAft>
              <a:buNone/>
            </a:pPr>
            <a:r>
              <a:rPr lang="en-US" sz="2200">
                <a:latin typeface="Arial"/>
                <a:ea typeface="Arial"/>
                <a:cs typeface="Arial"/>
                <a:sym typeface="Arial"/>
              </a:rPr>
              <a:t>11	ℎ − 𝑦	⟹ℎ =</a:t>
            </a:r>
            <a:endParaRPr sz="2200">
              <a:latin typeface="Arial"/>
              <a:ea typeface="Arial"/>
              <a:cs typeface="Arial"/>
              <a:sym typeface="Arial"/>
            </a:endParaRPr>
          </a:p>
          <a:p>
            <a:pPr marL="12700" lvl="0" indent="0" algn="l" rtl="0">
              <a:lnSpc>
                <a:spcPct val="100000"/>
              </a:lnSpc>
              <a:spcBef>
                <a:spcPts val="865"/>
              </a:spcBef>
              <a:spcAft>
                <a:spcPts val="0"/>
              </a:spcAft>
              <a:buNone/>
            </a:pPr>
            <a:r>
              <a:rPr lang="en-US" sz="1600">
                <a:latin typeface="Arial"/>
                <a:ea typeface="Arial"/>
                <a:cs typeface="Arial"/>
                <a:sym typeface="Arial"/>
              </a:rPr>
              <a:t>𝑥,𝑦∈𝒳</a:t>
            </a:r>
            <a:endParaRPr sz="1600">
              <a:latin typeface="Arial"/>
              <a:ea typeface="Arial"/>
              <a:cs typeface="Arial"/>
              <a:sym typeface="Arial"/>
            </a:endParaRPr>
          </a:p>
        </p:txBody>
      </p:sp>
      <p:sp>
        <p:nvSpPr>
          <p:cNvPr id="3739" name="Google Shape;3739;p153"/>
          <p:cNvSpPr/>
          <p:nvPr/>
        </p:nvSpPr>
        <p:spPr>
          <a:xfrm>
            <a:off x="6935722" y="3709414"/>
            <a:ext cx="417830" cy="18415"/>
          </a:xfrm>
          <a:custGeom>
            <a:avLst/>
            <a:gdLst/>
            <a:ahLst/>
            <a:cxnLst/>
            <a:rect l="l" t="t" r="r" b="b"/>
            <a:pathLst>
              <a:path w="417829" h="18414" extrusionOk="0">
                <a:moveTo>
                  <a:pt x="417575" y="0"/>
                </a:moveTo>
                <a:lnTo>
                  <a:pt x="0" y="0"/>
                </a:lnTo>
                <a:lnTo>
                  <a:pt x="0" y="18287"/>
                </a:lnTo>
                <a:lnTo>
                  <a:pt x="417575" y="18287"/>
                </a:lnTo>
                <a:lnTo>
                  <a:pt x="417575"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740" name="Google Shape;3740;p153"/>
          <p:cNvSpPr txBox="1"/>
          <p:nvPr/>
        </p:nvSpPr>
        <p:spPr>
          <a:xfrm>
            <a:off x="7012305" y="3203955"/>
            <a:ext cx="255270" cy="824230"/>
          </a:xfrm>
          <a:prstGeom prst="rect">
            <a:avLst/>
          </a:prstGeom>
          <a:noFill/>
          <a:ln>
            <a:noFill/>
          </a:ln>
        </p:spPr>
        <p:txBody>
          <a:bodyPr spcFirstLastPara="1" wrap="square" lIns="0" tIns="76825" rIns="0" bIns="0" anchor="t" anchorCtr="0">
            <a:spAutoFit/>
          </a:bodyPr>
          <a:lstStyle/>
          <a:p>
            <a:pPr marL="55244" lvl="0" indent="0" algn="l" rtl="0">
              <a:lnSpc>
                <a:spcPct val="100000"/>
              </a:lnSpc>
              <a:spcBef>
                <a:spcPts val="0"/>
              </a:spcBef>
              <a:spcAft>
                <a:spcPts val="0"/>
              </a:spcAft>
              <a:buNone/>
            </a:pPr>
            <a:r>
              <a:rPr lang="en-US" sz="2200">
                <a:latin typeface="Arial"/>
                <a:ea typeface="Arial"/>
                <a:cs typeface="Arial"/>
                <a:sym typeface="Arial"/>
              </a:rPr>
              <a:t>1</a:t>
            </a:r>
            <a:endParaRPr sz="2200">
              <a:latin typeface="Arial"/>
              <a:ea typeface="Arial"/>
              <a:cs typeface="Arial"/>
              <a:sym typeface="Arial"/>
            </a:endParaRPr>
          </a:p>
          <a:p>
            <a:pPr marL="12700" lvl="0" indent="0" algn="l" rtl="0">
              <a:lnSpc>
                <a:spcPct val="100000"/>
              </a:lnSpc>
              <a:spcBef>
                <a:spcPts val="500"/>
              </a:spcBef>
              <a:spcAft>
                <a:spcPts val="0"/>
              </a:spcAft>
              <a:buNone/>
            </a:pPr>
            <a:r>
              <a:rPr lang="en-US" sz="2200">
                <a:latin typeface="Arial"/>
                <a:ea typeface="Arial"/>
                <a:cs typeface="Arial"/>
                <a:sym typeface="Arial"/>
              </a:rPr>
              <a:t>𝒳</a:t>
            </a:r>
            <a:endParaRPr sz="2200">
              <a:latin typeface="Arial"/>
              <a:ea typeface="Arial"/>
              <a:cs typeface="Arial"/>
              <a:sym typeface="Arial"/>
            </a:endParaRPr>
          </a:p>
        </p:txBody>
      </p:sp>
      <p:sp>
        <p:nvSpPr>
          <p:cNvPr id="3741" name="Google Shape;3741;p153"/>
          <p:cNvSpPr/>
          <p:nvPr/>
        </p:nvSpPr>
        <p:spPr>
          <a:xfrm>
            <a:off x="7297039" y="3778250"/>
            <a:ext cx="20955" cy="253365"/>
          </a:xfrm>
          <a:custGeom>
            <a:avLst/>
            <a:gdLst/>
            <a:ahLst/>
            <a:cxnLst/>
            <a:rect l="l" t="t" r="r" b="b"/>
            <a:pathLst>
              <a:path w="20954" h="253364" extrusionOk="0">
                <a:moveTo>
                  <a:pt x="20954" y="0"/>
                </a:moveTo>
                <a:lnTo>
                  <a:pt x="0" y="0"/>
                </a:lnTo>
                <a:lnTo>
                  <a:pt x="0" y="253364"/>
                </a:lnTo>
                <a:lnTo>
                  <a:pt x="20954" y="253364"/>
                </a:lnTo>
                <a:lnTo>
                  <a:pt x="2095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742" name="Google Shape;3742;p153"/>
          <p:cNvSpPr/>
          <p:nvPr/>
        </p:nvSpPr>
        <p:spPr>
          <a:xfrm>
            <a:off x="6969379" y="3778250"/>
            <a:ext cx="20955" cy="253365"/>
          </a:xfrm>
          <a:custGeom>
            <a:avLst/>
            <a:gdLst/>
            <a:ahLst/>
            <a:cxnLst/>
            <a:rect l="l" t="t" r="r" b="b"/>
            <a:pathLst>
              <a:path w="20954" h="253364" extrusionOk="0">
                <a:moveTo>
                  <a:pt x="20954" y="0"/>
                </a:moveTo>
                <a:lnTo>
                  <a:pt x="0" y="0"/>
                </a:lnTo>
                <a:lnTo>
                  <a:pt x="0" y="253364"/>
                </a:lnTo>
                <a:lnTo>
                  <a:pt x="20954" y="253364"/>
                </a:lnTo>
                <a:lnTo>
                  <a:pt x="2095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743" name="Google Shape;3743;p153"/>
          <p:cNvSpPr txBox="1"/>
          <p:nvPr/>
        </p:nvSpPr>
        <p:spPr>
          <a:xfrm>
            <a:off x="7399590" y="3330447"/>
            <a:ext cx="2230120" cy="865505"/>
          </a:xfrm>
          <a:prstGeom prst="rect">
            <a:avLst/>
          </a:prstGeom>
          <a:noFill/>
          <a:ln>
            <a:noFill/>
          </a:ln>
        </p:spPr>
        <p:txBody>
          <a:bodyPr spcFirstLastPara="1" wrap="square" lIns="0" tIns="163175" rIns="0" bIns="0" anchor="t" anchorCtr="0">
            <a:spAutoFit/>
          </a:bodyPr>
          <a:lstStyle/>
          <a:p>
            <a:pPr marL="50800" lvl="0" indent="0" algn="l" rtl="0">
              <a:lnSpc>
                <a:spcPct val="100000"/>
              </a:lnSpc>
              <a:spcBef>
                <a:spcPts val="0"/>
              </a:spcBef>
              <a:spcAft>
                <a:spcPts val="0"/>
              </a:spcAft>
              <a:buNone/>
            </a:pPr>
            <a:r>
              <a:rPr lang="en-US" sz="2200">
                <a:latin typeface="Arial"/>
                <a:ea typeface="Arial"/>
                <a:cs typeface="Arial"/>
                <a:sym typeface="Arial"/>
              </a:rPr>
              <a:t>11	𝑦 (i. e. mean)</a:t>
            </a:r>
            <a:endParaRPr sz="2200">
              <a:latin typeface="Arial"/>
              <a:ea typeface="Arial"/>
              <a:cs typeface="Arial"/>
              <a:sym typeface="Arial"/>
            </a:endParaRPr>
          </a:p>
          <a:p>
            <a:pPr marL="12700" lvl="0" indent="0" algn="l" rtl="0">
              <a:lnSpc>
                <a:spcPct val="100000"/>
              </a:lnSpc>
              <a:spcBef>
                <a:spcPts val="865"/>
              </a:spcBef>
              <a:spcAft>
                <a:spcPts val="0"/>
              </a:spcAft>
              <a:buNone/>
            </a:pPr>
            <a:r>
              <a:rPr lang="en-US" sz="1600">
                <a:latin typeface="Arial"/>
                <a:ea typeface="Arial"/>
                <a:cs typeface="Arial"/>
                <a:sym typeface="Arial"/>
              </a:rPr>
              <a:t>𝑥,𝑦∈𝒳</a:t>
            </a:r>
            <a:endParaRPr sz="1600">
              <a:latin typeface="Arial"/>
              <a:ea typeface="Arial"/>
              <a:cs typeface="Arial"/>
              <a:sym typeface="Arial"/>
            </a:endParaRPr>
          </a:p>
        </p:txBody>
      </p:sp>
      <p:sp>
        <p:nvSpPr>
          <p:cNvPr id="3744" name="Google Shape;3744;p153"/>
          <p:cNvSpPr txBox="1"/>
          <p:nvPr/>
        </p:nvSpPr>
        <p:spPr>
          <a:xfrm>
            <a:off x="761490" y="4517644"/>
            <a:ext cx="1844039" cy="3606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200">
                <a:latin typeface="Arial Narrow"/>
                <a:ea typeface="Arial Narrow"/>
                <a:cs typeface="Arial Narrow"/>
                <a:sym typeface="Arial Narrow"/>
              </a:rPr>
              <a:t>and suffers loss</a:t>
            </a:r>
            <a:endParaRPr sz="2200">
              <a:latin typeface="Arial Narrow"/>
              <a:ea typeface="Arial Narrow"/>
              <a:cs typeface="Arial Narrow"/>
              <a:sym typeface="Arial Narrow"/>
            </a:endParaRPr>
          </a:p>
        </p:txBody>
      </p:sp>
      <p:sp>
        <p:nvSpPr>
          <p:cNvPr id="3745" name="Google Shape;3745;p153"/>
          <p:cNvSpPr txBox="1"/>
          <p:nvPr/>
        </p:nvSpPr>
        <p:spPr>
          <a:xfrm>
            <a:off x="3864989" y="5023611"/>
            <a:ext cx="445770" cy="3606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200">
                <a:latin typeface="Arial"/>
                <a:ea typeface="Arial"/>
                <a:cs typeface="Arial"/>
                <a:sym typeface="Arial"/>
              </a:rPr>
              <a:t>ℓ =</a:t>
            </a:r>
            <a:endParaRPr sz="2200">
              <a:latin typeface="Arial"/>
              <a:ea typeface="Arial"/>
              <a:cs typeface="Arial"/>
              <a:sym typeface="Arial"/>
            </a:endParaRPr>
          </a:p>
        </p:txBody>
      </p:sp>
      <p:sp>
        <p:nvSpPr>
          <p:cNvPr id="3746" name="Google Shape;3746;p153"/>
          <p:cNvSpPr/>
          <p:nvPr/>
        </p:nvSpPr>
        <p:spPr>
          <a:xfrm>
            <a:off x="4384546" y="5251703"/>
            <a:ext cx="417830" cy="18415"/>
          </a:xfrm>
          <a:custGeom>
            <a:avLst/>
            <a:gdLst/>
            <a:ahLst/>
            <a:cxnLst/>
            <a:rect l="l" t="t" r="r" b="b"/>
            <a:pathLst>
              <a:path w="417829" h="18414" extrusionOk="0">
                <a:moveTo>
                  <a:pt x="417575" y="0"/>
                </a:moveTo>
                <a:lnTo>
                  <a:pt x="0" y="0"/>
                </a:lnTo>
                <a:lnTo>
                  <a:pt x="0" y="18288"/>
                </a:lnTo>
                <a:lnTo>
                  <a:pt x="417575" y="18288"/>
                </a:lnTo>
                <a:lnTo>
                  <a:pt x="417575"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747" name="Google Shape;3747;p153"/>
          <p:cNvSpPr txBox="1"/>
          <p:nvPr/>
        </p:nvSpPr>
        <p:spPr>
          <a:xfrm>
            <a:off x="4460875" y="4752339"/>
            <a:ext cx="255270" cy="817880"/>
          </a:xfrm>
          <a:prstGeom prst="rect">
            <a:avLst/>
          </a:prstGeom>
          <a:noFill/>
          <a:ln>
            <a:noFill/>
          </a:ln>
        </p:spPr>
        <p:txBody>
          <a:bodyPr spcFirstLastPara="1" wrap="square" lIns="0" tIns="73650" rIns="0" bIns="0" anchor="t" anchorCtr="0">
            <a:spAutoFit/>
          </a:bodyPr>
          <a:lstStyle/>
          <a:p>
            <a:pPr marL="55244" lvl="0" indent="0" algn="l" rtl="0">
              <a:lnSpc>
                <a:spcPct val="100000"/>
              </a:lnSpc>
              <a:spcBef>
                <a:spcPts val="0"/>
              </a:spcBef>
              <a:spcAft>
                <a:spcPts val="0"/>
              </a:spcAft>
              <a:buNone/>
            </a:pPr>
            <a:r>
              <a:rPr lang="en-US" sz="2200">
                <a:latin typeface="Arial"/>
                <a:ea typeface="Arial"/>
                <a:cs typeface="Arial"/>
                <a:sym typeface="Arial"/>
              </a:rPr>
              <a:t>1</a:t>
            </a:r>
            <a:endParaRPr sz="2200">
              <a:latin typeface="Arial"/>
              <a:ea typeface="Arial"/>
              <a:cs typeface="Arial"/>
              <a:sym typeface="Arial"/>
            </a:endParaRPr>
          </a:p>
          <a:p>
            <a:pPr marL="12700" lvl="0" indent="0" algn="l" rtl="0">
              <a:lnSpc>
                <a:spcPct val="100000"/>
              </a:lnSpc>
              <a:spcBef>
                <a:spcPts val="480"/>
              </a:spcBef>
              <a:spcAft>
                <a:spcPts val="0"/>
              </a:spcAft>
              <a:buNone/>
            </a:pPr>
            <a:r>
              <a:rPr lang="en-US" sz="2200">
                <a:latin typeface="Arial"/>
                <a:ea typeface="Arial"/>
                <a:cs typeface="Arial"/>
                <a:sym typeface="Arial"/>
              </a:rPr>
              <a:t>𝒳</a:t>
            </a:r>
            <a:endParaRPr sz="2200">
              <a:latin typeface="Arial"/>
              <a:ea typeface="Arial"/>
              <a:cs typeface="Arial"/>
              <a:sym typeface="Arial"/>
            </a:endParaRPr>
          </a:p>
        </p:txBody>
      </p:sp>
      <p:sp>
        <p:nvSpPr>
          <p:cNvPr id="3748" name="Google Shape;3748;p153"/>
          <p:cNvSpPr/>
          <p:nvPr/>
        </p:nvSpPr>
        <p:spPr>
          <a:xfrm>
            <a:off x="4745863" y="5320538"/>
            <a:ext cx="20955" cy="253365"/>
          </a:xfrm>
          <a:custGeom>
            <a:avLst/>
            <a:gdLst/>
            <a:ahLst/>
            <a:cxnLst/>
            <a:rect l="l" t="t" r="r" b="b"/>
            <a:pathLst>
              <a:path w="20954" h="253364" extrusionOk="0">
                <a:moveTo>
                  <a:pt x="20954" y="0"/>
                </a:moveTo>
                <a:lnTo>
                  <a:pt x="0" y="0"/>
                </a:lnTo>
                <a:lnTo>
                  <a:pt x="0" y="253366"/>
                </a:lnTo>
                <a:lnTo>
                  <a:pt x="20954" y="253366"/>
                </a:lnTo>
                <a:lnTo>
                  <a:pt x="2095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749" name="Google Shape;3749;p153"/>
          <p:cNvSpPr/>
          <p:nvPr/>
        </p:nvSpPr>
        <p:spPr>
          <a:xfrm>
            <a:off x="4418203" y="5320538"/>
            <a:ext cx="20955" cy="253365"/>
          </a:xfrm>
          <a:custGeom>
            <a:avLst/>
            <a:gdLst/>
            <a:ahLst/>
            <a:cxnLst/>
            <a:rect l="l" t="t" r="r" b="b"/>
            <a:pathLst>
              <a:path w="20954" h="253364" extrusionOk="0">
                <a:moveTo>
                  <a:pt x="20956" y="0"/>
                </a:moveTo>
                <a:lnTo>
                  <a:pt x="0" y="0"/>
                </a:lnTo>
                <a:lnTo>
                  <a:pt x="0" y="253366"/>
                </a:lnTo>
                <a:lnTo>
                  <a:pt x="20956" y="253366"/>
                </a:lnTo>
                <a:lnTo>
                  <a:pt x="20956"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750" name="Google Shape;3750;p153"/>
          <p:cNvSpPr/>
          <p:nvPr/>
        </p:nvSpPr>
        <p:spPr>
          <a:xfrm>
            <a:off x="6226173" y="5132703"/>
            <a:ext cx="86360" cy="258445"/>
          </a:xfrm>
          <a:custGeom>
            <a:avLst/>
            <a:gdLst/>
            <a:ahLst/>
            <a:cxnLst/>
            <a:rect l="l" t="t" r="r" b="b"/>
            <a:pathLst>
              <a:path w="86360" h="258445" extrusionOk="0">
                <a:moveTo>
                  <a:pt x="3684" y="0"/>
                </a:moveTo>
                <a:lnTo>
                  <a:pt x="0" y="10413"/>
                </a:lnTo>
                <a:lnTo>
                  <a:pt x="14955" y="16910"/>
                </a:lnTo>
                <a:lnTo>
                  <a:pt x="27812" y="25908"/>
                </a:lnTo>
                <a:lnTo>
                  <a:pt x="53911" y="67522"/>
                </a:lnTo>
                <a:lnTo>
                  <a:pt x="61531" y="105761"/>
                </a:lnTo>
                <a:lnTo>
                  <a:pt x="62485" y="127762"/>
                </a:lnTo>
                <a:lnTo>
                  <a:pt x="61530" y="150600"/>
                </a:lnTo>
                <a:lnTo>
                  <a:pt x="53858" y="189894"/>
                </a:lnTo>
                <a:lnTo>
                  <a:pt x="27797" y="232171"/>
                </a:lnTo>
                <a:lnTo>
                  <a:pt x="380" y="247776"/>
                </a:lnTo>
                <a:lnTo>
                  <a:pt x="3684" y="258317"/>
                </a:lnTo>
                <a:lnTo>
                  <a:pt x="38893" y="241759"/>
                </a:lnTo>
                <a:lnTo>
                  <a:pt x="64771" y="213105"/>
                </a:lnTo>
                <a:lnTo>
                  <a:pt x="80708" y="174798"/>
                </a:lnTo>
                <a:lnTo>
                  <a:pt x="85978" y="129159"/>
                </a:lnTo>
                <a:lnTo>
                  <a:pt x="84648" y="105487"/>
                </a:lnTo>
                <a:lnTo>
                  <a:pt x="74032" y="63525"/>
                </a:lnTo>
                <a:lnTo>
                  <a:pt x="52939" y="29325"/>
                </a:lnTo>
                <a:lnTo>
                  <a:pt x="22372" y="6742"/>
                </a:lnTo>
                <a:lnTo>
                  <a:pt x="368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751" name="Google Shape;3751;p153"/>
          <p:cNvSpPr/>
          <p:nvPr/>
        </p:nvSpPr>
        <p:spPr>
          <a:xfrm>
            <a:off x="5477383" y="5132703"/>
            <a:ext cx="86360" cy="258445"/>
          </a:xfrm>
          <a:custGeom>
            <a:avLst/>
            <a:gdLst/>
            <a:ahLst/>
            <a:cxnLst/>
            <a:rect l="l" t="t" r="r" b="b"/>
            <a:pathLst>
              <a:path w="86360" h="258445" extrusionOk="0">
                <a:moveTo>
                  <a:pt x="82421" y="0"/>
                </a:moveTo>
                <a:lnTo>
                  <a:pt x="47259" y="16510"/>
                </a:lnTo>
                <a:lnTo>
                  <a:pt x="21336" y="45212"/>
                </a:lnTo>
                <a:lnTo>
                  <a:pt x="5333" y="83612"/>
                </a:lnTo>
                <a:lnTo>
                  <a:pt x="0" y="129159"/>
                </a:lnTo>
                <a:lnTo>
                  <a:pt x="1330" y="152901"/>
                </a:lnTo>
                <a:lnTo>
                  <a:pt x="11946" y="194863"/>
                </a:lnTo>
                <a:lnTo>
                  <a:pt x="33022" y="228939"/>
                </a:lnTo>
                <a:lnTo>
                  <a:pt x="82421" y="258317"/>
                </a:lnTo>
                <a:lnTo>
                  <a:pt x="85596" y="247776"/>
                </a:lnTo>
                <a:lnTo>
                  <a:pt x="70900" y="241254"/>
                </a:lnTo>
                <a:lnTo>
                  <a:pt x="58228" y="232171"/>
                </a:lnTo>
                <a:lnTo>
                  <a:pt x="32193" y="189894"/>
                </a:lnTo>
                <a:lnTo>
                  <a:pt x="24573" y="150600"/>
                </a:lnTo>
                <a:lnTo>
                  <a:pt x="23620" y="127762"/>
                </a:lnTo>
                <a:lnTo>
                  <a:pt x="24573" y="105761"/>
                </a:lnTo>
                <a:lnTo>
                  <a:pt x="32193" y="67522"/>
                </a:lnTo>
                <a:lnTo>
                  <a:pt x="58339" y="25908"/>
                </a:lnTo>
                <a:lnTo>
                  <a:pt x="86104" y="10413"/>
                </a:lnTo>
                <a:lnTo>
                  <a:pt x="82421"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752" name="Google Shape;3752;p153"/>
          <p:cNvSpPr txBox="1"/>
          <p:nvPr/>
        </p:nvSpPr>
        <p:spPr>
          <a:xfrm>
            <a:off x="4810377" y="4872735"/>
            <a:ext cx="1678939" cy="865505"/>
          </a:xfrm>
          <a:prstGeom prst="rect">
            <a:avLst/>
          </a:prstGeom>
          <a:noFill/>
          <a:ln>
            <a:noFill/>
          </a:ln>
        </p:spPr>
        <p:txBody>
          <a:bodyPr spcFirstLastPara="1" wrap="square" lIns="0" tIns="163175" rIns="0" bIns="0" anchor="t" anchorCtr="0">
            <a:spAutoFit/>
          </a:bodyPr>
          <a:lstStyle/>
          <a:p>
            <a:pPr marL="153035" lvl="0" indent="0" algn="l" rtl="0">
              <a:lnSpc>
                <a:spcPct val="100000"/>
              </a:lnSpc>
              <a:spcBef>
                <a:spcPts val="0"/>
              </a:spcBef>
              <a:spcAft>
                <a:spcPts val="0"/>
              </a:spcAft>
              <a:buNone/>
            </a:pPr>
            <a:r>
              <a:rPr lang="en-US" sz="2200">
                <a:latin typeface="Arial"/>
                <a:ea typeface="Arial"/>
                <a:cs typeface="Arial"/>
                <a:sym typeface="Arial"/>
              </a:rPr>
              <a:t>11	𝑦 − ℎ </a:t>
            </a:r>
            <a:r>
              <a:rPr lang="en-US" sz="2400" baseline="30000">
                <a:latin typeface="Arial"/>
                <a:ea typeface="Arial"/>
                <a:cs typeface="Arial"/>
                <a:sym typeface="Arial"/>
              </a:rPr>
              <a:t>2</a:t>
            </a:r>
            <a:endParaRPr sz="2400" baseline="30000">
              <a:latin typeface="Arial"/>
              <a:ea typeface="Arial"/>
              <a:cs typeface="Arial"/>
              <a:sym typeface="Arial"/>
            </a:endParaRPr>
          </a:p>
          <a:p>
            <a:pPr marL="38100" lvl="0" indent="0" algn="l" rtl="0">
              <a:lnSpc>
                <a:spcPct val="100000"/>
              </a:lnSpc>
              <a:spcBef>
                <a:spcPts val="865"/>
              </a:spcBef>
              <a:spcAft>
                <a:spcPts val="0"/>
              </a:spcAft>
              <a:buNone/>
            </a:pPr>
            <a:r>
              <a:rPr lang="en-US" sz="1600">
                <a:latin typeface="Arial"/>
                <a:ea typeface="Arial"/>
                <a:cs typeface="Arial"/>
                <a:sym typeface="Arial"/>
              </a:rPr>
              <a:t>𝑥,𝑦∈𝒳</a:t>
            </a:r>
            <a:endParaRPr sz="1600">
              <a:latin typeface="Arial"/>
              <a:ea typeface="Arial"/>
              <a:cs typeface="Arial"/>
              <a:sym typeface="Arial"/>
            </a:endParaRPr>
          </a:p>
        </p:txBody>
      </p:sp>
      <p:sp>
        <p:nvSpPr>
          <p:cNvPr id="3753" name="Google Shape;3753;p153"/>
          <p:cNvSpPr txBox="1">
            <a:spLocks noGrp="1"/>
          </p:cNvSpPr>
          <p:nvPr>
            <p:ph type="sldNum" idx="12"/>
          </p:nvPr>
        </p:nvSpPr>
        <p:spPr>
          <a:xfrm>
            <a:off x="11282426" y="6440594"/>
            <a:ext cx="250825" cy="200659"/>
          </a:xfrm>
          <a:prstGeom prst="rect">
            <a:avLst/>
          </a:prstGeom>
          <a:noFill/>
          <a:ln>
            <a:noFill/>
          </a:ln>
        </p:spPr>
        <p:txBody>
          <a:bodyPr spcFirstLastPara="1" wrap="square" lIns="0" tIns="2525" rIns="0" bIns="0" anchor="t" anchorCtr="0">
            <a:spAutoFit/>
          </a:bodyPr>
          <a:lstStyle/>
          <a:p>
            <a:pPr marL="38100" lvl="0" indent="0" algn="l" rtl="0">
              <a:lnSpc>
                <a:spcPct val="100000"/>
              </a:lnSpc>
              <a:spcBef>
                <a:spcPts val="0"/>
              </a:spcBef>
              <a:spcAft>
                <a:spcPts val="0"/>
              </a:spcAft>
              <a:buNone/>
            </a:pPr>
            <a:r>
              <a:rPr lang="en-US"/>
              <a:t>28</a:t>
            </a:r>
            <a:endParaRPr/>
          </a:p>
        </p:txBody>
      </p:sp>
      <p:sp>
        <p:nvSpPr>
          <p:cNvPr id="3754" name="Google Shape;3754;p153"/>
          <p:cNvSpPr txBox="1"/>
          <p:nvPr/>
        </p:nvSpPr>
        <p:spPr>
          <a:xfrm>
            <a:off x="6625208" y="5023611"/>
            <a:ext cx="1648460" cy="3606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200">
                <a:latin typeface="Arial"/>
                <a:ea typeface="Arial"/>
                <a:cs typeface="Arial"/>
                <a:sym typeface="Arial"/>
              </a:rPr>
              <a:t>(i. e. variance)</a:t>
            </a:r>
            <a:endParaRPr sz="2200">
              <a:latin typeface="Arial"/>
              <a:ea typeface="Arial"/>
              <a:cs typeface="Arial"/>
              <a:sym typeface="Arial"/>
            </a:endParaRPr>
          </a:p>
        </p:txBody>
      </p:sp>
    </p:spTree>
    <p:extLst>
      <p:ext uri="{BB962C8B-B14F-4D97-AF65-F5344CB8AC3E}">
        <p14:creationId xmlns:p14="http://schemas.microsoft.com/office/powerpoint/2010/main" val="41480997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3765"/>
        <p:cNvGrpSpPr/>
        <p:nvPr/>
      </p:nvGrpSpPr>
      <p:grpSpPr>
        <a:xfrm>
          <a:off x="0" y="0"/>
          <a:ext cx="0" cy="0"/>
          <a:chOff x="0" y="0"/>
          <a:chExt cx="0" cy="0"/>
        </a:xfrm>
      </p:grpSpPr>
      <p:sp>
        <p:nvSpPr>
          <p:cNvPr id="3766" name="Google Shape;3766;p155" descr="$PPTXTitle"/>
          <p:cNvSpPr txBox="1">
            <a:spLocks noGrp="1"/>
          </p:cNvSpPr>
          <p:nvPr>
            <p:ph type="title"/>
          </p:nvPr>
        </p:nvSpPr>
        <p:spPr>
          <a:xfrm>
            <a:off x="707542" y="494791"/>
            <a:ext cx="11589715" cy="985519"/>
          </a:xfrm>
          <a:prstGeom prst="rect">
            <a:avLst/>
          </a:prstGeom>
          <a:noFill/>
          <a:ln>
            <a:noFill/>
          </a:ln>
        </p:spPr>
        <p:txBody>
          <a:bodyPr spcFirstLastPara="1" wrap="square" lIns="0" tIns="12700" rIns="0" bIns="0" anchor="t" anchorCtr="0">
            <a:spAutoFit/>
          </a:bodyPr>
          <a:lstStyle/>
          <a:p>
            <a:pPr marL="3072765" lvl="0" indent="0" algn="l" rtl="0">
              <a:lnSpc>
                <a:spcPct val="100000"/>
              </a:lnSpc>
              <a:spcBef>
                <a:spcPts val="0"/>
              </a:spcBef>
              <a:spcAft>
                <a:spcPts val="0"/>
              </a:spcAft>
              <a:buNone/>
            </a:pPr>
            <a:r>
              <a:rPr lang="en-US"/>
              <a:t>Interpretable models</a:t>
            </a:r>
            <a:endParaRPr/>
          </a:p>
        </p:txBody>
      </p:sp>
      <p:sp>
        <p:nvSpPr>
          <p:cNvPr id="3767" name="Google Shape;3767;p155"/>
          <p:cNvSpPr txBox="1"/>
          <p:nvPr/>
        </p:nvSpPr>
        <p:spPr>
          <a:xfrm>
            <a:off x="688340" y="1611883"/>
            <a:ext cx="8644890" cy="11410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latin typeface="Arial Narrow"/>
                <a:ea typeface="Arial Narrow"/>
                <a:cs typeface="Arial Narrow"/>
                <a:sym typeface="Arial Narrow"/>
              </a:rPr>
              <a:t>Decision trees are the canonical example of an interpretable model</a:t>
            </a:r>
            <a:endParaRPr sz="2400">
              <a:latin typeface="Arial Narrow"/>
              <a:ea typeface="Arial Narrow"/>
              <a:cs typeface="Arial Narrow"/>
              <a:sym typeface="Arial Narrow"/>
            </a:endParaRPr>
          </a:p>
          <a:p>
            <a:pPr marL="0" lvl="0" indent="0" algn="l" rtl="0">
              <a:lnSpc>
                <a:spcPct val="100000"/>
              </a:lnSpc>
              <a:spcBef>
                <a:spcPts val="270"/>
              </a:spcBef>
              <a:spcAft>
                <a:spcPts val="0"/>
              </a:spcAft>
              <a:buNone/>
            </a:pPr>
            <a:endParaRPr sz="2400">
              <a:latin typeface="Arial Narrow"/>
              <a:ea typeface="Arial Narrow"/>
              <a:cs typeface="Arial Narrow"/>
              <a:sym typeface="Arial Narrow"/>
            </a:endParaRPr>
          </a:p>
          <a:p>
            <a:pPr marL="12700" lvl="0" indent="0" algn="l" rtl="0">
              <a:lnSpc>
                <a:spcPct val="100000"/>
              </a:lnSpc>
              <a:spcBef>
                <a:spcPts val="0"/>
              </a:spcBef>
              <a:spcAft>
                <a:spcPts val="0"/>
              </a:spcAft>
              <a:buNone/>
            </a:pPr>
            <a:r>
              <a:rPr lang="en-US" sz="2400">
                <a:latin typeface="Arial Narrow"/>
                <a:ea typeface="Arial Narrow"/>
                <a:cs typeface="Arial Narrow"/>
                <a:sym typeface="Arial Narrow"/>
              </a:rPr>
              <a:t>Why did we we predict +1?</a:t>
            </a:r>
            <a:endParaRPr sz="2400">
              <a:latin typeface="Arial Narrow"/>
              <a:ea typeface="Arial Narrow"/>
              <a:cs typeface="Arial Narrow"/>
              <a:sym typeface="Arial Narrow"/>
            </a:endParaRPr>
          </a:p>
        </p:txBody>
      </p:sp>
      <p:pic>
        <p:nvPicPr>
          <p:cNvPr id="3768" name="Google Shape;3768;p155"/>
          <p:cNvPicPr preferRelativeResize="0"/>
          <p:nvPr/>
        </p:nvPicPr>
        <p:blipFill rotWithShape="1">
          <a:blip r:embed="rId3">
            <a:alphaModFix/>
          </a:blip>
          <a:srcRect/>
          <a:stretch/>
        </p:blipFill>
        <p:spPr>
          <a:xfrm>
            <a:off x="3430177" y="2720978"/>
            <a:ext cx="5339679" cy="2679020"/>
          </a:xfrm>
          <a:prstGeom prst="rect">
            <a:avLst/>
          </a:prstGeom>
          <a:noFill/>
          <a:ln>
            <a:noFill/>
          </a:ln>
        </p:spPr>
      </p:pic>
      <p:sp>
        <p:nvSpPr>
          <p:cNvPr id="3769" name="Google Shape;3769;p155"/>
          <p:cNvSpPr txBox="1"/>
          <p:nvPr/>
        </p:nvSpPr>
        <p:spPr>
          <a:xfrm>
            <a:off x="4265676" y="5546852"/>
            <a:ext cx="3268979" cy="861060"/>
          </a:xfrm>
          <a:prstGeom prst="rect">
            <a:avLst/>
          </a:prstGeom>
          <a:noFill/>
          <a:ln>
            <a:noFill/>
          </a:ln>
        </p:spPr>
        <p:txBody>
          <a:bodyPr spcFirstLastPara="1" wrap="square" lIns="0" tIns="155575" rIns="0" bIns="0" anchor="t" anchorCtr="0">
            <a:spAutoFit/>
          </a:bodyPr>
          <a:lstStyle/>
          <a:p>
            <a:pPr marL="38100" lvl="0" indent="0" algn="l" rtl="0">
              <a:lnSpc>
                <a:spcPct val="100000"/>
              </a:lnSpc>
              <a:spcBef>
                <a:spcPts val="0"/>
              </a:spcBef>
              <a:spcAft>
                <a:spcPts val="0"/>
              </a:spcAft>
              <a:buNone/>
            </a:pPr>
            <a:r>
              <a:rPr lang="en-US" sz="1800">
                <a:latin typeface="Arial Narrow"/>
                <a:ea typeface="Arial Narrow"/>
                <a:cs typeface="Arial Narrow"/>
                <a:sym typeface="Arial Narrow"/>
              </a:rPr>
              <a:t>…because </a:t>
            </a:r>
            <a:r>
              <a:rPr lang="en-US" sz="1800">
                <a:latin typeface="Arial"/>
                <a:ea typeface="Arial"/>
                <a:cs typeface="Arial"/>
                <a:sym typeface="Arial"/>
              </a:rPr>
              <a:t>𝑥</a:t>
            </a:r>
            <a:r>
              <a:rPr lang="en-US" sz="1950" baseline="-25000">
                <a:latin typeface="Arial"/>
                <a:ea typeface="Arial"/>
                <a:cs typeface="Arial"/>
                <a:sym typeface="Arial"/>
              </a:rPr>
              <a:t>1 </a:t>
            </a:r>
            <a:r>
              <a:rPr lang="en-US" sz="1800">
                <a:latin typeface="Arial"/>
                <a:ea typeface="Arial"/>
                <a:cs typeface="Arial"/>
                <a:sym typeface="Arial"/>
              </a:rPr>
              <a:t>≥ 2, 𝑥</a:t>
            </a:r>
            <a:r>
              <a:rPr lang="en-US" sz="1950" baseline="-25000">
                <a:latin typeface="Arial"/>
                <a:ea typeface="Arial"/>
                <a:cs typeface="Arial"/>
                <a:sym typeface="Arial"/>
              </a:rPr>
              <a:t>2 </a:t>
            </a:r>
            <a:r>
              <a:rPr lang="en-US" sz="1800">
                <a:latin typeface="Arial"/>
                <a:ea typeface="Arial"/>
                <a:cs typeface="Arial"/>
                <a:sym typeface="Arial"/>
              </a:rPr>
              <a:t>≥ 3, 𝑥</a:t>
            </a:r>
            <a:r>
              <a:rPr lang="en-US" sz="1950" baseline="-25000">
                <a:latin typeface="Arial"/>
                <a:ea typeface="Arial"/>
                <a:cs typeface="Arial"/>
                <a:sym typeface="Arial"/>
              </a:rPr>
              <a:t>1 </a:t>
            </a:r>
            <a:r>
              <a:rPr lang="en-US" sz="1800">
                <a:latin typeface="Arial"/>
                <a:ea typeface="Arial"/>
                <a:cs typeface="Arial"/>
                <a:sym typeface="Arial"/>
              </a:rPr>
              <a:t>≥ 3</a:t>
            </a:r>
            <a:endParaRPr sz="1800">
              <a:latin typeface="Arial"/>
              <a:ea typeface="Arial"/>
              <a:cs typeface="Arial"/>
              <a:sym typeface="Arial"/>
            </a:endParaRPr>
          </a:p>
          <a:p>
            <a:pPr marL="593725" lvl="0" indent="0" algn="l" rtl="0">
              <a:lnSpc>
                <a:spcPct val="100000"/>
              </a:lnSpc>
              <a:spcBef>
                <a:spcPts val="1130"/>
              </a:spcBef>
              <a:spcAft>
                <a:spcPts val="0"/>
              </a:spcAft>
              <a:buNone/>
            </a:pPr>
            <a:r>
              <a:rPr lang="en-US" sz="1800">
                <a:latin typeface="Arial Narrow"/>
                <a:ea typeface="Arial Narrow"/>
                <a:cs typeface="Arial Narrow"/>
                <a:sym typeface="Arial Narrow"/>
              </a:rPr>
              <a:t>…because </a:t>
            </a:r>
            <a:r>
              <a:rPr lang="en-US" sz="1800">
                <a:latin typeface="Arial"/>
                <a:ea typeface="Arial"/>
                <a:cs typeface="Arial"/>
                <a:sym typeface="Arial"/>
              </a:rPr>
              <a:t>𝑥</a:t>
            </a:r>
            <a:r>
              <a:rPr lang="en-US" sz="1950" baseline="-25000">
                <a:latin typeface="Arial"/>
                <a:ea typeface="Arial"/>
                <a:cs typeface="Arial"/>
                <a:sym typeface="Arial"/>
              </a:rPr>
              <a:t>1 </a:t>
            </a:r>
            <a:r>
              <a:rPr lang="en-US" sz="1800">
                <a:latin typeface="Arial"/>
                <a:ea typeface="Arial"/>
                <a:cs typeface="Arial"/>
                <a:sym typeface="Arial"/>
              </a:rPr>
              <a:t>≥ 3 𝑥</a:t>
            </a:r>
            <a:r>
              <a:rPr lang="en-US" sz="1950" baseline="-25000">
                <a:latin typeface="Arial"/>
                <a:ea typeface="Arial"/>
                <a:cs typeface="Arial"/>
                <a:sym typeface="Arial"/>
              </a:rPr>
              <a:t>2 </a:t>
            </a:r>
            <a:r>
              <a:rPr lang="en-US" sz="1800">
                <a:latin typeface="Arial"/>
                <a:ea typeface="Arial"/>
                <a:cs typeface="Arial"/>
                <a:sym typeface="Arial"/>
              </a:rPr>
              <a:t>≥ 3</a:t>
            </a:r>
            <a:endParaRPr sz="1800">
              <a:latin typeface="Arial"/>
              <a:ea typeface="Arial"/>
              <a:cs typeface="Arial"/>
              <a:sym typeface="Arial"/>
            </a:endParaRPr>
          </a:p>
        </p:txBody>
      </p:sp>
      <p:sp>
        <p:nvSpPr>
          <p:cNvPr id="3770" name="Google Shape;3770;p155"/>
          <p:cNvSpPr txBox="1">
            <a:spLocks noGrp="1"/>
          </p:cNvSpPr>
          <p:nvPr>
            <p:ph type="sldNum" idx="12"/>
          </p:nvPr>
        </p:nvSpPr>
        <p:spPr>
          <a:xfrm>
            <a:off x="11282426" y="6440594"/>
            <a:ext cx="250825" cy="200659"/>
          </a:xfrm>
          <a:prstGeom prst="rect">
            <a:avLst/>
          </a:prstGeom>
          <a:noFill/>
          <a:ln>
            <a:noFill/>
          </a:ln>
        </p:spPr>
        <p:txBody>
          <a:bodyPr spcFirstLastPara="1" wrap="square" lIns="0" tIns="2525" rIns="0" bIns="0" anchor="t" anchorCtr="0">
            <a:spAutoFit/>
          </a:bodyPr>
          <a:lstStyle/>
          <a:p>
            <a:pPr marL="38100" lvl="0" indent="0" algn="l" rtl="0">
              <a:lnSpc>
                <a:spcPct val="100000"/>
              </a:lnSpc>
              <a:spcBef>
                <a:spcPts val="0"/>
              </a:spcBef>
              <a:spcAft>
                <a:spcPts val="0"/>
              </a:spcAft>
              <a:buNone/>
            </a:pPr>
            <a:r>
              <a:rPr lang="en-US"/>
              <a:t>30</a:t>
            </a:r>
            <a:endParaRPr/>
          </a:p>
        </p:txBody>
      </p:sp>
    </p:spTree>
    <p:extLst>
      <p:ext uri="{BB962C8B-B14F-4D97-AF65-F5344CB8AC3E}">
        <p14:creationId xmlns:p14="http://schemas.microsoft.com/office/powerpoint/2010/main" val="41845931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774"/>
        <p:cNvGrpSpPr/>
        <p:nvPr/>
      </p:nvGrpSpPr>
      <p:grpSpPr>
        <a:xfrm>
          <a:off x="0" y="0"/>
          <a:ext cx="0" cy="0"/>
          <a:chOff x="0" y="0"/>
          <a:chExt cx="0" cy="0"/>
        </a:xfrm>
      </p:grpSpPr>
      <p:grpSp>
        <p:nvGrpSpPr>
          <p:cNvPr id="3775" name="Google Shape;3775;p156"/>
          <p:cNvGrpSpPr/>
          <p:nvPr/>
        </p:nvGrpSpPr>
        <p:grpSpPr>
          <a:xfrm>
            <a:off x="2595375" y="1367026"/>
            <a:ext cx="7010772" cy="4629912"/>
            <a:chOff x="2595375" y="1367026"/>
            <a:chExt cx="7010772" cy="4629912"/>
          </a:xfrm>
        </p:grpSpPr>
        <p:pic>
          <p:nvPicPr>
            <p:cNvPr id="3776" name="Google Shape;3776;p156"/>
            <p:cNvPicPr preferRelativeResize="0"/>
            <p:nvPr/>
          </p:nvPicPr>
          <p:blipFill rotWithShape="1">
            <a:blip r:embed="rId3">
              <a:alphaModFix/>
            </a:blip>
            <a:srcRect/>
            <a:stretch/>
          </p:blipFill>
          <p:spPr>
            <a:xfrm>
              <a:off x="2595375" y="1367026"/>
              <a:ext cx="7010772" cy="4629912"/>
            </a:xfrm>
            <a:prstGeom prst="rect">
              <a:avLst/>
            </a:prstGeom>
            <a:noFill/>
            <a:ln>
              <a:noFill/>
            </a:ln>
          </p:spPr>
        </p:pic>
        <p:pic>
          <p:nvPicPr>
            <p:cNvPr id="3777" name="Google Shape;3777;p156"/>
            <p:cNvPicPr preferRelativeResize="0"/>
            <p:nvPr/>
          </p:nvPicPr>
          <p:blipFill rotWithShape="1">
            <a:blip r:embed="rId4">
              <a:alphaModFix/>
            </a:blip>
            <a:srcRect/>
            <a:stretch/>
          </p:blipFill>
          <p:spPr>
            <a:xfrm>
              <a:off x="6752844" y="3179062"/>
              <a:ext cx="1304544" cy="2598420"/>
            </a:xfrm>
            <a:prstGeom prst="rect">
              <a:avLst/>
            </a:prstGeom>
            <a:noFill/>
            <a:ln>
              <a:noFill/>
            </a:ln>
          </p:spPr>
        </p:pic>
        <p:sp>
          <p:nvSpPr>
            <p:cNvPr id="3778" name="Google Shape;3778;p156"/>
            <p:cNvSpPr/>
            <p:nvPr/>
          </p:nvSpPr>
          <p:spPr>
            <a:xfrm>
              <a:off x="6963806" y="3439476"/>
              <a:ext cx="1056005" cy="2279650"/>
            </a:xfrm>
            <a:custGeom>
              <a:avLst/>
              <a:gdLst/>
              <a:ahLst/>
              <a:cxnLst/>
              <a:rect l="l" t="t" r="r" b="b"/>
              <a:pathLst>
                <a:path w="1056004" h="2279650" extrusionOk="0">
                  <a:moveTo>
                    <a:pt x="23124" y="0"/>
                  </a:moveTo>
                  <a:lnTo>
                    <a:pt x="0" y="10520"/>
                  </a:lnTo>
                  <a:lnTo>
                    <a:pt x="1032748" y="2279243"/>
                  </a:lnTo>
                  <a:lnTo>
                    <a:pt x="1055862" y="2268714"/>
                  </a:lnTo>
                  <a:lnTo>
                    <a:pt x="2312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779" name="Google Shape;3779;p156"/>
            <p:cNvPicPr preferRelativeResize="0"/>
            <p:nvPr/>
          </p:nvPicPr>
          <p:blipFill rotWithShape="1">
            <a:blip r:embed="rId5">
              <a:alphaModFix/>
            </a:blip>
            <a:srcRect/>
            <a:stretch/>
          </p:blipFill>
          <p:spPr>
            <a:xfrm>
              <a:off x="6917563" y="3329176"/>
              <a:ext cx="115568" cy="141859"/>
            </a:xfrm>
            <a:prstGeom prst="rect">
              <a:avLst/>
            </a:prstGeom>
            <a:noFill/>
            <a:ln>
              <a:noFill/>
            </a:ln>
          </p:spPr>
        </p:pic>
      </p:grpSp>
      <p:sp>
        <p:nvSpPr>
          <p:cNvPr id="3780" name="Google Shape;3780;p156" descr="$PPTXTitle"/>
          <p:cNvSpPr txBox="1">
            <a:spLocks noGrp="1"/>
          </p:cNvSpPr>
          <p:nvPr>
            <p:ph type="title"/>
          </p:nvPr>
        </p:nvSpPr>
        <p:spPr>
          <a:xfrm>
            <a:off x="707542" y="494791"/>
            <a:ext cx="11589715" cy="985519"/>
          </a:xfrm>
          <a:prstGeom prst="rect">
            <a:avLst/>
          </a:prstGeom>
          <a:noFill/>
          <a:ln>
            <a:noFill/>
          </a:ln>
        </p:spPr>
        <p:txBody>
          <a:bodyPr spcFirstLastPara="1" wrap="square" lIns="0" tIns="12700" rIns="0" bIns="0" anchor="t" anchorCtr="0">
            <a:spAutoFit/>
          </a:bodyPr>
          <a:lstStyle/>
          <a:p>
            <a:pPr marL="629285" lvl="0" indent="0" algn="l" rtl="0">
              <a:lnSpc>
                <a:spcPct val="100000"/>
              </a:lnSpc>
              <a:spcBef>
                <a:spcPts val="0"/>
              </a:spcBef>
              <a:spcAft>
                <a:spcPts val="0"/>
              </a:spcAft>
              <a:buNone/>
            </a:pPr>
            <a:r>
              <a:rPr lang="en-US"/>
              <a:t>Decision tree surface for cancer prediction</a:t>
            </a:r>
            <a:endParaRPr/>
          </a:p>
        </p:txBody>
      </p:sp>
      <p:sp>
        <p:nvSpPr>
          <p:cNvPr id="3781" name="Google Shape;3781;p156"/>
          <p:cNvSpPr txBox="1">
            <a:spLocks noGrp="1"/>
          </p:cNvSpPr>
          <p:nvPr>
            <p:ph type="sldNum" idx="12"/>
          </p:nvPr>
        </p:nvSpPr>
        <p:spPr>
          <a:xfrm>
            <a:off x="11282426" y="6440594"/>
            <a:ext cx="250825" cy="200659"/>
          </a:xfrm>
          <a:prstGeom prst="rect">
            <a:avLst/>
          </a:prstGeom>
          <a:noFill/>
          <a:ln>
            <a:noFill/>
          </a:ln>
        </p:spPr>
        <p:txBody>
          <a:bodyPr spcFirstLastPara="1" wrap="square" lIns="0" tIns="2525" rIns="0" bIns="0" anchor="t" anchorCtr="0">
            <a:spAutoFit/>
          </a:bodyPr>
          <a:lstStyle/>
          <a:p>
            <a:pPr marL="38100" lvl="0" indent="0" algn="l" rtl="0">
              <a:lnSpc>
                <a:spcPct val="100000"/>
              </a:lnSpc>
              <a:spcBef>
                <a:spcPts val="0"/>
              </a:spcBef>
              <a:spcAft>
                <a:spcPts val="0"/>
              </a:spcAft>
              <a:buNone/>
            </a:pPr>
            <a:r>
              <a:rPr lang="en-US"/>
              <a:t>31</a:t>
            </a:r>
            <a:endParaRPr/>
          </a:p>
        </p:txBody>
      </p:sp>
      <p:sp>
        <p:nvSpPr>
          <p:cNvPr id="3782" name="Google Shape;3782;p156"/>
          <p:cNvSpPr txBox="1"/>
          <p:nvPr/>
        </p:nvSpPr>
        <p:spPr>
          <a:xfrm>
            <a:off x="4115814" y="6107684"/>
            <a:ext cx="5691505"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Arial Narrow"/>
                <a:ea typeface="Arial Narrow"/>
                <a:cs typeface="Arial Narrow"/>
                <a:sym typeface="Arial Narrow"/>
              </a:rPr>
              <a:t>…because mean concave points &gt; 0.05, mean area &gt; 791</a:t>
            </a:r>
            <a:endParaRPr sz="1800">
              <a:latin typeface="Arial Narrow"/>
              <a:ea typeface="Arial Narrow"/>
              <a:cs typeface="Arial Narrow"/>
              <a:sym typeface="Arial Narrow"/>
            </a:endParaRPr>
          </a:p>
        </p:txBody>
      </p:sp>
    </p:spTree>
    <p:extLst>
      <p:ext uri="{BB962C8B-B14F-4D97-AF65-F5344CB8AC3E}">
        <p14:creationId xmlns:p14="http://schemas.microsoft.com/office/powerpoint/2010/main" val="220916341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81"/>
        <p:cNvGrpSpPr/>
        <p:nvPr/>
      </p:nvGrpSpPr>
      <p:grpSpPr>
        <a:xfrm>
          <a:off x="0" y="0"/>
          <a:ext cx="0" cy="0"/>
          <a:chOff x="0" y="0"/>
          <a:chExt cx="0" cy="0"/>
        </a:xfrm>
      </p:grpSpPr>
      <p:sp useBgFill="1">
        <p:nvSpPr>
          <p:cNvPr id="1189" name="Rectangle 1188">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2" name="Google Shape;1182;p56" descr="$PPTXTitle"/>
          <p:cNvSpPr txBox="1">
            <a:spLocks noGrp="1"/>
          </p:cNvSpPr>
          <p:nvPr>
            <p:ph type="title"/>
          </p:nvPr>
        </p:nvSpPr>
        <p:spPr>
          <a:xfrm>
            <a:off x="873582" y="6016132"/>
            <a:ext cx="4427287" cy="2560234"/>
          </a:xfrm>
          <a:prstGeom prst="rect">
            <a:avLst/>
          </a:prstGeom>
        </p:spPr>
        <p:txBody>
          <a:bodyPr spcFirstLastPara="1" vert="horz" lIns="91440" tIns="45720" rIns="91440" bIns="45720" rtlCol="0" anchor="t" anchorCtr="0">
            <a:normAutofit/>
          </a:bodyPr>
          <a:lstStyle/>
          <a:p>
            <a:pPr marL="12700" lvl="0" indent="0" algn="r">
              <a:lnSpc>
                <a:spcPct val="90000"/>
              </a:lnSpc>
              <a:spcBef>
                <a:spcPct val="0"/>
              </a:spcBef>
              <a:spcAft>
                <a:spcPts val="0"/>
              </a:spcAft>
            </a:pPr>
            <a:r>
              <a:rPr lang="en-US" sz="5000" b="1" kern="1200">
                <a:solidFill>
                  <a:schemeClr val="tx1"/>
                </a:solidFill>
                <a:latin typeface="+mj-lt"/>
                <a:ea typeface="+mj-ea"/>
                <a:cs typeface="+mj-cs"/>
              </a:rPr>
              <a:t>Decision Trees</a:t>
            </a:r>
          </a:p>
        </p:txBody>
      </p:sp>
      <p:pic>
        <p:nvPicPr>
          <p:cNvPr id="1184" name="Google Shape;1184;p56"/>
          <p:cNvPicPr preferRelativeResize="0"/>
          <p:nvPr/>
        </p:nvPicPr>
        <p:blipFill rotWithShape="1">
          <a:blip r:embed="rId3"/>
          <a:stretch/>
        </p:blipFill>
        <p:spPr>
          <a:xfrm>
            <a:off x="593698" y="760580"/>
            <a:ext cx="11882430" cy="4693559"/>
          </a:xfrm>
          <a:prstGeom prst="rect">
            <a:avLst/>
          </a:prstGeom>
          <a:noFill/>
        </p:spPr>
      </p:pic>
      <p:sp>
        <p:nvSpPr>
          <p:cNvPr id="1183" name="Google Shape;1183;p56"/>
          <p:cNvSpPr txBox="1"/>
          <p:nvPr/>
        </p:nvSpPr>
        <p:spPr>
          <a:xfrm>
            <a:off x="5596176" y="6016133"/>
            <a:ext cx="6650952" cy="2560233"/>
          </a:xfrm>
          <a:prstGeom prst="rect">
            <a:avLst/>
          </a:prstGeom>
        </p:spPr>
        <p:txBody>
          <a:bodyPr spcFirstLastPara="1" vert="horz" lIns="91440" tIns="45720" rIns="91440" bIns="45720" rtlCol="0" anchor="t" anchorCtr="0">
            <a:normAutofit/>
          </a:bodyPr>
          <a:lstStyle/>
          <a:p>
            <a:pPr marL="185420" lvl="0" indent="-228600">
              <a:lnSpc>
                <a:spcPct val="90000"/>
              </a:lnSpc>
              <a:spcBef>
                <a:spcPts val="0"/>
              </a:spcBef>
              <a:spcAft>
                <a:spcPts val="0"/>
              </a:spcAft>
              <a:buClr>
                <a:srgbClr val="001F5F"/>
              </a:buClr>
              <a:buSzPts val="2400"/>
              <a:buFont typeface="Arial" panose="020B0604020202020204" pitchFamily="34" charset="0"/>
              <a:buChar char="•"/>
            </a:pPr>
            <a:r>
              <a:rPr lang="en-US" sz="2500" kern="1200">
                <a:solidFill>
                  <a:schemeClr val="tx1"/>
                </a:solidFill>
                <a:latin typeface="+mn-lt"/>
                <a:ea typeface="+mn-ea"/>
                <a:cs typeface="+mn-cs"/>
                <a:sym typeface="Arial"/>
              </a:rPr>
              <a:t>Basic Idea</a:t>
            </a:r>
          </a:p>
          <a:p>
            <a:pPr marL="527050" lvl="1" indent="-228600">
              <a:lnSpc>
                <a:spcPct val="90000"/>
              </a:lnSpc>
              <a:spcBef>
                <a:spcPts val="275"/>
              </a:spcBef>
              <a:spcAft>
                <a:spcPts val="0"/>
              </a:spcAft>
              <a:buClr>
                <a:srgbClr val="001F5F"/>
              </a:buClr>
              <a:buSzPts val="2400"/>
              <a:buFont typeface="Arial" panose="020B0604020202020204" pitchFamily="34" charset="0"/>
              <a:buChar char="•"/>
            </a:pPr>
            <a:r>
              <a:rPr lang="en-US" sz="2500" kern="1200">
                <a:solidFill>
                  <a:schemeClr val="tx1"/>
                </a:solidFill>
                <a:latin typeface="+mn-lt"/>
                <a:ea typeface="+mn-ea"/>
                <a:cs typeface="+mn-cs"/>
                <a:sym typeface="Arial"/>
              </a:rPr>
              <a:t>Make decisions based on logical rules about features</a:t>
            </a:r>
          </a:p>
          <a:p>
            <a:pPr marL="527050" lvl="1" indent="-228600">
              <a:lnSpc>
                <a:spcPct val="90000"/>
              </a:lnSpc>
              <a:spcBef>
                <a:spcPts val="145"/>
              </a:spcBef>
              <a:spcAft>
                <a:spcPts val="0"/>
              </a:spcAft>
              <a:buClr>
                <a:srgbClr val="001F5F"/>
              </a:buClr>
              <a:buSzPts val="2400"/>
              <a:buFont typeface="Arial" panose="020B0604020202020204" pitchFamily="34" charset="0"/>
              <a:buChar char="•"/>
            </a:pPr>
            <a:r>
              <a:rPr lang="en-US" sz="2500" kern="1200">
                <a:solidFill>
                  <a:schemeClr val="tx1"/>
                </a:solidFill>
                <a:latin typeface="+mn-lt"/>
                <a:ea typeface="+mn-ea"/>
                <a:cs typeface="+mn-cs"/>
                <a:sym typeface="Arial"/>
              </a:rPr>
              <a:t>Organize rules as a tree</a:t>
            </a:r>
          </a:p>
        </p:txBody>
      </p:sp>
      <p:sp>
        <p:nvSpPr>
          <p:cNvPr id="1191" name="Rectangle 1190">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9110920"/>
            <a:ext cx="13004797" cy="656745"/>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3" name="Rectangle 1192">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656320" y="9110919"/>
            <a:ext cx="4348477" cy="660478"/>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Shape 1188"/>
        <p:cNvGrpSpPr/>
        <p:nvPr/>
      </p:nvGrpSpPr>
      <p:grpSpPr>
        <a:xfrm>
          <a:off x="0" y="0"/>
          <a:ext cx="0" cy="0"/>
          <a:chOff x="0" y="0"/>
          <a:chExt cx="0" cy="0"/>
        </a:xfrm>
      </p:grpSpPr>
      <p:sp>
        <p:nvSpPr>
          <p:cNvPr id="1189" name="Google Shape;1189;p57" descr="$PPTXTitle"/>
          <p:cNvSpPr txBox="1">
            <a:spLocks noGrp="1"/>
          </p:cNvSpPr>
          <p:nvPr>
            <p:ph type="title"/>
          </p:nvPr>
        </p:nvSpPr>
        <p:spPr>
          <a:xfrm>
            <a:off x="707542" y="494791"/>
            <a:ext cx="11589715" cy="757643"/>
          </a:xfrm>
          <a:prstGeom prst="rect">
            <a:avLst/>
          </a:prstGeom>
          <a:noFill/>
          <a:ln>
            <a:noFill/>
          </a:ln>
        </p:spPr>
        <p:txBody>
          <a:bodyPr spcFirstLastPara="1" wrap="square" lIns="0" tIns="232150" rIns="0" bIns="0" anchor="t" anchorCtr="0">
            <a:spAutoFit/>
          </a:bodyPr>
          <a:lstStyle/>
          <a:p>
            <a:pPr marL="12700" lvl="0" indent="0" algn="l" rtl="0">
              <a:lnSpc>
                <a:spcPct val="100000"/>
              </a:lnSpc>
              <a:spcBef>
                <a:spcPts val="0"/>
              </a:spcBef>
              <a:spcAft>
                <a:spcPts val="0"/>
              </a:spcAft>
              <a:buNone/>
            </a:pPr>
            <a:r>
              <a:rPr lang="en-US" sz="3400" b="1">
                <a:solidFill>
                  <a:srgbClr val="0070C0"/>
                </a:solidFill>
              </a:rPr>
              <a:t>Basic Decision Tree Algorithm</a:t>
            </a:r>
            <a:endParaRPr sz="3400" b="1">
              <a:solidFill>
                <a:srgbClr val="0070C0"/>
              </a:solidFill>
            </a:endParaRPr>
          </a:p>
        </p:txBody>
      </p:sp>
      <p:sp>
        <p:nvSpPr>
          <p:cNvPr id="1190" name="Google Shape;1190;p57"/>
          <p:cNvSpPr txBox="1"/>
          <p:nvPr/>
        </p:nvSpPr>
        <p:spPr>
          <a:xfrm>
            <a:off x="706906" y="1764537"/>
            <a:ext cx="11053294" cy="4398640"/>
          </a:xfrm>
          <a:prstGeom prst="rect">
            <a:avLst/>
          </a:prstGeom>
          <a:noFill/>
          <a:ln>
            <a:noFill/>
          </a:ln>
        </p:spPr>
        <p:txBody>
          <a:bodyPr spcFirstLastPara="1" wrap="square" lIns="0" tIns="53325" rIns="0" bIns="0" anchor="t" anchorCtr="0">
            <a:spAutoFit/>
          </a:bodyPr>
          <a:lstStyle/>
          <a:p>
            <a:pPr marL="185420" lvl="0" indent="-172720" algn="l" rtl="0">
              <a:lnSpc>
                <a:spcPct val="100000"/>
              </a:lnSpc>
              <a:spcBef>
                <a:spcPts val="0"/>
              </a:spcBef>
              <a:spcAft>
                <a:spcPts val="0"/>
              </a:spcAft>
              <a:buClr>
                <a:srgbClr val="001F5F"/>
              </a:buClr>
              <a:buSzPts val="2400"/>
              <a:buFont typeface="Arial"/>
              <a:buChar char="•"/>
            </a:pPr>
            <a:r>
              <a:rPr lang="en-US" sz="2400">
                <a:solidFill>
                  <a:srgbClr val="001F5F"/>
                </a:solidFill>
                <a:latin typeface="Arial"/>
                <a:ea typeface="Arial"/>
                <a:cs typeface="Arial"/>
                <a:sym typeface="Arial"/>
              </a:rPr>
              <a:t>Recursive algorithm</a:t>
            </a:r>
            <a:endParaRPr sz="2400">
              <a:latin typeface="Arial"/>
              <a:ea typeface="Arial"/>
              <a:cs typeface="Arial"/>
              <a:sym typeface="Arial"/>
            </a:endParaRPr>
          </a:p>
          <a:p>
            <a:pPr marL="527050" lvl="1" indent="-172084" algn="l" rtl="0">
              <a:lnSpc>
                <a:spcPct val="100000"/>
              </a:lnSpc>
              <a:spcBef>
                <a:spcPts val="275"/>
              </a:spcBef>
              <a:spcAft>
                <a:spcPts val="0"/>
              </a:spcAft>
              <a:buClr>
                <a:srgbClr val="001F5F"/>
              </a:buClr>
              <a:buSzPts val="2400"/>
              <a:buFont typeface="Arial"/>
              <a:buChar char="•"/>
            </a:pPr>
            <a:r>
              <a:rPr lang="en-US" sz="2400">
                <a:solidFill>
                  <a:srgbClr val="001F5F"/>
                </a:solidFill>
                <a:latin typeface="Arial"/>
                <a:ea typeface="Arial"/>
                <a:cs typeface="Arial"/>
                <a:sym typeface="Arial"/>
              </a:rPr>
              <a:t>Stop if</a:t>
            </a:r>
            <a:endParaRPr sz="2400">
              <a:latin typeface="Arial"/>
              <a:ea typeface="Arial"/>
              <a:cs typeface="Arial"/>
              <a:sym typeface="Arial"/>
            </a:endParaRPr>
          </a:p>
          <a:p>
            <a:pPr marL="869950" lvl="2" indent="-172085" algn="l" rtl="0">
              <a:lnSpc>
                <a:spcPct val="100000"/>
              </a:lnSpc>
              <a:spcBef>
                <a:spcPts val="160"/>
              </a:spcBef>
              <a:spcAft>
                <a:spcPts val="0"/>
              </a:spcAft>
              <a:buClr>
                <a:srgbClr val="001F5F"/>
              </a:buClr>
              <a:buSzPts val="2400"/>
              <a:buFont typeface="Arial"/>
              <a:buChar char="•"/>
            </a:pPr>
            <a:r>
              <a:rPr lang="en-US" sz="2400">
                <a:solidFill>
                  <a:srgbClr val="001F5F"/>
                </a:solidFill>
                <a:latin typeface="Arial"/>
                <a:ea typeface="Arial"/>
                <a:cs typeface="Arial"/>
                <a:sym typeface="Arial"/>
              </a:rPr>
              <a:t>Data is “pure”, i.e. mostly from class</a:t>
            </a:r>
            <a:endParaRPr sz="2400">
              <a:latin typeface="Arial"/>
              <a:ea typeface="Arial"/>
              <a:cs typeface="Arial"/>
              <a:sym typeface="Arial"/>
            </a:endParaRPr>
          </a:p>
          <a:p>
            <a:pPr marL="869950" lvl="2" indent="-172085" algn="l" rtl="0">
              <a:lnSpc>
                <a:spcPct val="100000"/>
              </a:lnSpc>
              <a:spcBef>
                <a:spcPts val="190"/>
              </a:spcBef>
              <a:spcAft>
                <a:spcPts val="0"/>
              </a:spcAft>
              <a:buClr>
                <a:srgbClr val="001F5F"/>
              </a:buClr>
              <a:buSzPts val="2400"/>
              <a:buFont typeface="Arial"/>
              <a:buChar char="•"/>
            </a:pPr>
            <a:r>
              <a:rPr lang="en-US" sz="2400">
                <a:solidFill>
                  <a:srgbClr val="001F5F"/>
                </a:solidFill>
                <a:latin typeface="Arial"/>
                <a:ea typeface="Arial"/>
                <a:cs typeface="Arial"/>
                <a:sym typeface="Arial"/>
              </a:rPr>
              <a:t>Amount of data is too small, i.e., only few instances in partition</a:t>
            </a:r>
            <a:endParaRPr sz="2400">
              <a:latin typeface="Arial"/>
              <a:ea typeface="Arial"/>
              <a:cs typeface="Arial"/>
              <a:sym typeface="Arial"/>
            </a:endParaRPr>
          </a:p>
          <a:p>
            <a:pPr marL="527050" lvl="1" indent="-172084" algn="l" rtl="0">
              <a:lnSpc>
                <a:spcPct val="100000"/>
              </a:lnSpc>
              <a:spcBef>
                <a:spcPts val="204"/>
              </a:spcBef>
              <a:spcAft>
                <a:spcPts val="0"/>
              </a:spcAft>
              <a:buClr>
                <a:srgbClr val="001F5F"/>
              </a:buClr>
              <a:buSzPts val="2400"/>
              <a:buFont typeface="Arial"/>
              <a:buChar char="•"/>
            </a:pPr>
            <a:r>
              <a:rPr lang="en-US" sz="2400">
                <a:solidFill>
                  <a:srgbClr val="001F5F"/>
                </a:solidFill>
                <a:latin typeface="Arial"/>
                <a:ea typeface="Arial"/>
                <a:cs typeface="Arial"/>
                <a:sym typeface="Arial"/>
              </a:rPr>
              <a:t>Otherwise</a:t>
            </a:r>
            <a:endParaRPr sz="2400">
              <a:latin typeface="Arial"/>
              <a:ea typeface="Arial"/>
              <a:cs typeface="Arial"/>
              <a:sym typeface="Arial"/>
            </a:endParaRPr>
          </a:p>
          <a:p>
            <a:pPr marL="869950" lvl="2" indent="-172085" algn="l" rtl="0">
              <a:lnSpc>
                <a:spcPct val="100000"/>
              </a:lnSpc>
              <a:spcBef>
                <a:spcPts val="130"/>
              </a:spcBef>
              <a:spcAft>
                <a:spcPts val="0"/>
              </a:spcAft>
              <a:buClr>
                <a:srgbClr val="001F5F"/>
              </a:buClr>
              <a:buSzPts val="2400"/>
              <a:buFont typeface="Arial"/>
              <a:buChar char="•"/>
            </a:pPr>
            <a:r>
              <a:rPr lang="en-US" sz="2400">
                <a:solidFill>
                  <a:srgbClr val="001F5F"/>
                </a:solidFill>
                <a:latin typeface="Arial"/>
                <a:ea typeface="Arial"/>
                <a:cs typeface="Arial"/>
                <a:sym typeface="Arial"/>
              </a:rPr>
              <a:t>Determine „most informative feature“ 𝑋</a:t>
            </a:r>
            <a:endParaRPr sz="2400">
              <a:latin typeface="Arial"/>
              <a:ea typeface="Arial"/>
              <a:cs typeface="Arial"/>
              <a:sym typeface="Arial"/>
            </a:endParaRPr>
          </a:p>
          <a:p>
            <a:pPr marL="869950" lvl="2" indent="-172085" algn="l" rtl="0">
              <a:lnSpc>
                <a:spcPct val="100000"/>
              </a:lnSpc>
              <a:spcBef>
                <a:spcPts val="215"/>
              </a:spcBef>
              <a:spcAft>
                <a:spcPts val="0"/>
              </a:spcAft>
              <a:buClr>
                <a:srgbClr val="001F5F"/>
              </a:buClr>
              <a:buSzPts val="2400"/>
              <a:buFont typeface="Arial"/>
              <a:buChar char="•"/>
            </a:pPr>
            <a:r>
              <a:rPr lang="en-US" sz="2400">
                <a:solidFill>
                  <a:srgbClr val="001F5F"/>
                </a:solidFill>
                <a:latin typeface="Arial"/>
                <a:ea typeface="Arial"/>
                <a:cs typeface="Arial"/>
                <a:sym typeface="Arial"/>
              </a:rPr>
              <a:t>Partition training data using 𝑋</a:t>
            </a:r>
            <a:endParaRPr sz="2400">
              <a:latin typeface="Arial"/>
              <a:ea typeface="Arial"/>
              <a:cs typeface="Arial"/>
              <a:sym typeface="Arial"/>
            </a:endParaRPr>
          </a:p>
          <a:p>
            <a:pPr marL="869950" lvl="2" indent="-172085" algn="l" rtl="0">
              <a:lnSpc>
                <a:spcPct val="100000"/>
              </a:lnSpc>
              <a:spcBef>
                <a:spcPts val="290"/>
              </a:spcBef>
              <a:spcAft>
                <a:spcPts val="0"/>
              </a:spcAft>
              <a:buClr>
                <a:srgbClr val="001F5F"/>
              </a:buClr>
              <a:buSzPts val="2400"/>
              <a:buFont typeface="Arial"/>
              <a:buChar char="•"/>
            </a:pPr>
            <a:r>
              <a:rPr lang="en-US" sz="2400">
                <a:solidFill>
                  <a:srgbClr val="001F5F"/>
                </a:solidFill>
                <a:latin typeface="Arial"/>
                <a:ea typeface="Arial"/>
                <a:cs typeface="Arial"/>
                <a:sym typeface="Arial"/>
              </a:rPr>
              <a:t>Recursively create subtree for each partition</a:t>
            </a:r>
            <a:endParaRPr sz="2400">
              <a:latin typeface="Arial"/>
              <a:ea typeface="Arial"/>
              <a:cs typeface="Arial"/>
              <a:sym typeface="Arial"/>
            </a:endParaRPr>
          </a:p>
          <a:p>
            <a:pPr marL="185420" lvl="0" indent="-172720" algn="l" rtl="0">
              <a:lnSpc>
                <a:spcPct val="100000"/>
              </a:lnSpc>
              <a:spcBef>
                <a:spcPts val="0"/>
              </a:spcBef>
              <a:spcAft>
                <a:spcPts val="0"/>
              </a:spcAft>
              <a:buClr>
                <a:srgbClr val="001F5F"/>
              </a:buClr>
              <a:buSzPts val="2400"/>
              <a:buFont typeface="Arial"/>
              <a:buChar char="•"/>
            </a:pPr>
            <a:r>
              <a:rPr lang="en-US" sz="2400">
                <a:solidFill>
                  <a:srgbClr val="001F5F"/>
                </a:solidFill>
                <a:latin typeface="Arial"/>
                <a:ea typeface="Arial"/>
                <a:cs typeface="Arial"/>
                <a:sym typeface="Arial"/>
              </a:rPr>
              <a:t>Details may vary depending on the specific algorithm</a:t>
            </a:r>
            <a:endParaRPr sz="2400">
              <a:latin typeface="Arial"/>
              <a:ea typeface="Arial"/>
              <a:cs typeface="Arial"/>
              <a:sym typeface="Arial"/>
            </a:endParaRPr>
          </a:p>
          <a:p>
            <a:pPr marL="527050" lvl="1" indent="-172084" algn="l" rtl="0">
              <a:lnSpc>
                <a:spcPct val="100000"/>
              </a:lnSpc>
              <a:spcBef>
                <a:spcPts val="300"/>
              </a:spcBef>
              <a:spcAft>
                <a:spcPts val="0"/>
              </a:spcAft>
              <a:buClr>
                <a:srgbClr val="001F5F"/>
              </a:buClr>
              <a:buSzPts val="2400"/>
              <a:buFont typeface="Arial"/>
              <a:buChar char="•"/>
            </a:pPr>
            <a:r>
              <a:rPr lang="en-US" sz="2400">
                <a:solidFill>
                  <a:srgbClr val="001F5F"/>
                </a:solidFill>
                <a:latin typeface="Arial"/>
                <a:ea typeface="Arial"/>
                <a:cs typeface="Arial"/>
                <a:sym typeface="Arial"/>
              </a:rPr>
              <a:t>For example, CART, ID3, C4.5</a:t>
            </a:r>
            <a:endParaRPr sz="2400">
              <a:latin typeface="Arial"/>
              <a:ea typeface="Arial"/>
              <a:cs typeface="Arial"/>
              <a:sym typeface="Arial"/>
            </a:endParaRPr>
          </a:p>
          <a:p>
            <a:pPr marL="185420" lvl="0" indent="-172720" algn="l" rtl="0">
              <a:lnSpc>
                <a:spcPct val="100000"/>
              </a:lnSpc>
              <a:spcBef>
                <a:spcPts val="420"/>
              </a:spcBef>
              <a:spcAft>
                <a:spcPts val="0"/>
              </a:spcAft>
              <a:buClr>
                <a:srgbClr val="001F5F"/>
              </a:buClr>
              <a:buSzPts val="2400"/>
              <a:buFont typeface="Arial"/>
              <a:buChar char="•"/>
            </a:pPr>
            <a:r>
              <a:rPr lang="en-US" sz="2400">
                <a:solidFill>
                  <a:srgbClr val="001F5F"/>
                </a:solidFill>
                <a:latin typeface="Arial"/>
                <a:ea typeface="Arial"/>
                <a:cs typeface="Arial"/>
                <a:sym typeface="Arial"/>
              </a:rPr>
              <a:t>General concept always the same</a:t>
            </a:r>
            <a:endParaRPr sz="2400">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Shape 1194"/>
        <p:cNvGrpSpPr/>
        <p:nvPr/>
      </p:nvGrpSpPr>
      <p:grpSpPr>
        <a:xfrm>
          <a:off x="0" y="0"/>
          <a:ext cx="0" cy="0"/>
          <a:chOff x="0" y="0"/>
          <a:chExt cx="0" cy="0"/>
        </a:xfrm>
      </p:grpSpPr>
      <p:sp>
        <p:nvSpPr>
          <p:cNvPr id="1195" name="Google Shape;1195;p58" descr="$PPTXTitle"/>
          <p:cNvSpPr txBox="1">
            <a:spLocks noGrp="1"/>
          </p:cNvSpPr>
          <p:nvPr>
            <p:ph type="title"/>
          </p:nvPr>
        </p:nvSpPr>
        <p:spPr>
          <a:xfrm>
            <a:off x="707542" y="494791"/>
            <a:ext cx="11589715" cy="757643"/>
          </a:xfrm>
          <a:prstGeom prst="rect">
            <a:avLst/>
          </a:prstGeom>
          <a:noFill/>
          <a:ln>
            <a:noFill/>
          </a:ln>
        </p:spPr>
        <p:txBody>
          <a:bodyPr spcFirstLastPara="1" wrap="square" lIns="0" tIns="232150" rIns="0" bIns="0" anchor="t" anchorCtr="0">
            <a:spAutoFit/>
          </a:bodyPr>
          <a:lstStyle/>
          <a:p>
            <a:pPr marL="12700" lvl="0" indent="0" algn="l" rtl="0">
              <a:lnSpc>
                <a:spcPct val="100000"/>
              </a:lnSpc>
              <a:spcBef>
                <a:spcPts val="0"/>
              </a:spcBef>
              <a:spcAft>
                <a:spcPts val="0"/>
              </a:spcAft>
              <a:buNone/>
            </a:pPr>
            <a:r>
              <a:rPr lang="en-US" sz="3400" b="1">
                <a:solidFill>
                  <a:srgbClr val="0070C0"/>
                </a:solidFill>
              </a:rPr>
              <a:t>The „Most Informative Feature“</a:t>
            </a:r>
            <a:endParaRPr sz="3400" b="1">
              <a:solidFill>
                <a:srgbClr val="0070C0"/>
              </a:solidFill>
            </a:endParaRPr>
          </a:p>
        </p:txBody>
      </p:sp>
      <p:grpSp>
        <p:nvGrpSpPr>
          <p:cNvPr id="1196" name="Google Shape;1196;p58"/>
          <p:cNvGrpSpPr/>
          <p:nvPr/>
        </p:nvGrpSpPr>
        <p:grpSpPr>
          <a:xfrm>
            <a:off x="7846847" y="5377813"/>
            <a:ext cx="4450046" cy="2354871"/>
            <a:chOff x="5966458" y="3968507"/>
            <a:chExt cx="3115055" cy="1104887"/>
          </a:xfrm>
        </p:grpSpPr>
        <p:pic>
          <p:nvPicPr>
            <p:cNvPr id="1197" name="Google Shape;1197;p58"/>
            <p:cNvPicPr preferRelativeResize="0"/>
            <p:nvPr/>
          </p:nvPicPr>
          <p:blipFill rotWithShape="1">
            <a:blip r:embed="rId3">
              <a:alphaModFix/>
            </a:blip>
            <a:srcRect/>
            <a:stretch/>
          </p:blipFill>
          <p:spPr>
            <a:xfrm>
              <a:off x="5966458" y="3968507"/>
              <a:ext cx="3115055" cy="1104887"/>
            </a:xfrm>
            <a:prstGeom prst="rect">
              <a:avLst/>
            </a:prstGeom>
            <a:noFill/>
            <a:ln>
              <a:noFill/>
            </a:ln>
          </p:spPr>
        </p:pic>
        <p:pic>
          <p:nvPicPr>
            <p:cNvPr id="1198" name="Google Shape;1198;p58"/>
            <p:cNvPicPr preferRelativeResize="0"/>
            <p:nvPr/>
          </p:nvPicPr>
          <p:blipFill rotWithShape="1">
            <a:blip r:embed="rId4">
              <a:alphaModFix/>
            </a:blip>
            <a:srcRect/>
            <a:stretch/>
          </p:blipFill>
          <p:spPr>
            <a:xfrm>
              <a:off x="6012178" y="3996688"/>
              <a:ext cx="3028186" cy="1015744"/>
            </a:xfrm>
            <a:prstGeom prst="rect">
              <a:avLst/>
            </a:prstGeom>
            <a:noFill/>
            <a:ln>
              <a:noFill/>
            </a:ln>
          </p:spPr>
        </p:pic>
        <p:sp>
          <p:nvSpPr>
            <p:cNvPr id="1199" name="Google Shape;1199;p58"/>
            <p:cNvSpPr/>
            <p:nvPr/>
          </p:nvSpPr>
          <p:spPr>
            <a:xfrm>
              <a:off x="6012178" y="3996688"/>
              <a:ext cx="3028315" cy="1016000"/>
            </a:xfrm>
            <a:custGeom>
              <a:avLst/>
              <a:gdLst/>
              <a:ahLst/>
              <a:cxnLst/>
              <a:rect l="l" t="t" r="r" b="b"/>
              <a:pathLst>
                <a:path w="3028315" h="1016000" extrusionOk="0">
                  <a:moveTo>
                    <a:pt x="0" y="368045"/>
                  </a:moveTo>
                  <a:lnTo>
                    <a:pt x="504698" y="368045"/>
                  </a:lnTo>
                  <a:lnTo>
                    <a:pt x="1439418" y="0"/>
                  </a:lnTo>
                  <a:lnTo>
                    <a:pt x="1261745" y="368045"/>
                  </a:lnTo>
                  <a:lnTo>
                    <a:pt x="3028188" y="368045"/>
                  </a:lnTo>
                  <a:lnTo>
                    <a:pt x="3028188" y="475995"/>
                  </a:lnTo>
                  <a:lnTo>
                    <a:pt x="3028188" y="637920"/>
                  </a:lnTo>
                  <a:lnTo>
                    <a:pt x="3028188" y="1015745"/>
                  </a:lnTo>
                  <a:lnTo>
                    <a:pt x="1261745" y="1015745"/>
                  </a:lnTo>
                  <a:lnTo>
                    <a:pt x="504698" y="1015745"/>
                  </a:lnTo>
                  <a:lnTo>
                    <a:pt x="0" y="1015745"/>
                  </a:lnTo>
                  <a:lnTo>
                    <a:pt x="0" y="637920"/>
                  </a:lnTo>
                  <a:lnTo>
                    <a:pt x="0" y="475995"/>
                  </a:lnTo>
                  <a:lnTo>
                    <a:pt x="0" y="368045"/>
                  </a:lnTo>
                  <a:close/>
                </a:path>
              </a:pathLst>
            </a:custGeom>
            <a:noFill/>
            <a:ln w="9525" cap="flat" cmpd="sng">
              <a:solidFill>
                <a:srgbClr val="FF901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200" name="Google Shape;1200;p58"/>
          <p:cNvSpPr txBox="1"/>
          <p:nvPr/>
        </p:nvSpPr>
        <p:spPr>
          <a:xfrm>
            <a:off x="8434271" y="6555248"/>
            <a:ext cx="2834640" cy="839461"/>
          </a:xfrm>
          <a:prstGeom prst="rect">
            <a:avLst/>
          </a:prstGeom>
          <a:noFill/>
          <a:ln>
            <a:noFill/>
          </a:ln>
        </p:spPr>
        <p:txBody>
          <a:bodyPr spcFirstLastPara="1" wrap="square" lIns="0" tIns="28575" rIns="0" bIns="0" anchor="t" anchorCtr="0">
            <a:spAutoFit/>
          </a:bodyPr>
          <a:lstStyle/>
          <a:p>
            <a:pPr marL="605155" marR="5080" lvl="0" indent="-593090" algn="l" rtl="0">
              <a:lnSpc>
                <a:spcPct val="87083"/>
              </a:lnSpc>
              <a:spcBef>
                <a:spcPts val="0"/>
              </a:spcBef>
              <a:spcAft>
                <a:spcPts val="0"/>
              </a:spcAft>
              <a:buNone/>
            </a:pPr>
            <a:r>
              <a:rPr lang="en-US" sz="2400">
                <a:solidFill>
                  <a:srgbClr val="001F5F"/>
                </a:solidFill>
                <a:latin typeface="Arial"/>
                <a:ea typeface="Arial"/>
                <a:cs typeface="Arial"/>
                <a:sym typeface="Arial"/>
              </a:rPr>
              <a:t>Interpret each dimension as random variable</a:t>
            </a:r>
            <a:endParaRPr sz="2400">
              <a:latin typeface="Arial"/>
              <a:ea typeface="Arial"/>
              <a:cs typeface="Arial"/>
              <a:sym typeface="Arial"/>
            </a:endParaRPr>
          </a:p>
        </p:txBody>
      </p:sp>
      <p:grpSp>
        <p:nvGrpSpPr>
          <p:cNvPr id="1201" name="Google Shape;1201;p58"/>
          <p:cNvGrpSpPr/>
          <p:nvPr/>
        </p:nvGrpSpPr>
        <p:grpSpPr>
          <a:xfrm>
            <a:off x="7760104" y="2020888"/>
            <a:ext cx="4182975" cy="1975544"/>
            <a:chOff x="4534304" y="2467343"/>
            <a:chExt cx="4182975" cy="1975544"/>
          </a:xfrm>
        </p:grpSpPr>
        <p:pic>
          <p:nvPicPr>
            <p:cNvPr id="1202" name="Google Shape;1202;p58"/>
            <p:cNvPicPr preferRelativeResize="0"/>
            <p:nvPr/>
          </p:nvPicPr>
          <p:blipFill rotWithShape="1">
            <a:blip r:embed="rId5">
              <a:alphaModFix/>
            </a:blip>
            <a:srcRect/>
            <a:stretch/>
          </p:blipFill>
          <p:spPr>
            <a:xfrm>
              <a:off x="4534304" y="2467343"/>
              <a:ext cx="4182975" cy="1975544"/>
            </a:xfrm>
            <a:prstGeom prst="rect">
              <a:avLst/>
            </a:prstGeom>
            <a:noFill/>
            <a:ln>
              <a:noFill/>
            </a:ln>
          </p:spPr>
        </p:pic>
        <p:pic>
          <p:nvPicPr>
            <p:cNvPr id="1203" name="Google Shape;1203;p58"/>
            <p:cNvPicPr preferRelativeResize="0"/>
            <p:nvPr/>
          </p:nvPicPr>
          <p:blipFill rotWithShape="1">
            <a:blip r:embed="rId6">
              <a:alphaModFix/>
            </a:blip>
            <a:srcRect/>
            <a:stretch/>
          </p:blipFill>
          <p:spPr>
            <a:xfrm>
              <a:off x="4684924" y="2493263"/>
              <a:ext cx="3991205" cy="1860991"/>
            </a:xfrm>
            <a:prstGeom prst="rect">
              <a:avLst/>
            </a:prstGeom>
            <a:noFill/>
            <a:ln>
              <a:noFill/>
            </a:ln>
          </p:spPr>
        </p:pic>
        <p:sp>
          <p:nvSpPr>
            <p:cNvPr id="1204" name="Google Shape;1204;p58"/>
            <p:cNvSpPr/>
            <p:nvPr/>
          </p:nvSpPr>
          <p:spPr>
            <a:xfrm>
              <a:off x="4725693" y="2493264"/>
              <a:ext cx="3950818" cy="1860992"/>
            </a:xfrm>
            <a:custGeom>
              <a:avLst/>
              <a:gdLst/>
              <a:ahLst/>
              <a:cxnLst/>
              <a:rect l="l" t="t" r="r" b="b"/>
              <a:pathLst>
                <a:path w="4571365" h="599439" extrusionOk="0">
                  <a:moveTo>
                    <a:pt x="323596" y="0"/>
                  </a:moveTo>
                  <a:lnTo>
                    <a:pt x="1031494" y="0"/>
                  </a:lnTo>
                  <a:lnTo>
                    <a:pt x="2093341" y="0"/>
                  </a:lnTo>
                  <a:lnTo>
                    <a:pt x="4570984" y="0"/>
                  </a:lnTo>
                  <a:lnTo>
                    <a:pt x="4570984" y="251586"/>
                  </a:lnTo>
                  <a:lnTo>
                    <a:pt x="4570984" y="359410"/>
                  </a:lnTo>
                  <a:lnTo>
                    <a:pt x="4570984" y="431292"/>
                  </a:lnTo>
                  <a:lnTo>
                    <a:pt x="2093341" y="431292"/>
                  </a:lnTo>
                  <a:lnTo>
                    <a:pt x="0" y="599314"/>
                  </a:lnTo>
                  <a:lnTo>
                    <a:pt x="1031494" y="431292"/>
                  </a:lnTo>
                  <a:lnTo>
                    <a:pt x="323596" y="431292"/>
                  </a:lnTo>
                  <a:lnTo>
                    <a:pt x="323596" y="359410"/>
                  </a:lnTo>
                  <a:lnTo>
                    <a:pt x="323596" y="251586"/>
                  </a:lnTo>
                  <a:lnTo>
                    <a:pt x="323596" y="0"/>
                  </a:lnTo>
                  <a:close/>
                </a:path>
              </a:pathLst>
            </a:custGeom>
            <a:noFill/>
            <a:ln w="9525" cap="flat" cmpd="sng">
              <a:solidFill>
                <a:srgbClr val="FF901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205" name="Google Shape;1205;p58"/>
          <p:cNvSpPr txBox="1"/>
          <p:nvPr/>
        </p:nvSpPr>
        <p:spPr>
          <a:xfrm>
            <a:off x="8332089" y="2129007"/>
            <a:ext cx="3245232" cy="751488"/>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solidFill>
                  <a:srgbClr val="001F5F"/>
                </a:solidFill>
                <a:latin typeface="Arial"/>
                <a:ea typeface="Arial"/>
                <a:cs typeface="Arial"/>
                <a:sym typeface="Arial"/>
              </a:rPr>
              <a:t>Can be used as measure for purity</a:t>
            </a:r>
            <a:endParaRPr sz="2400">
              <a:latin typeface="Arial"/>
              <a:ea typeface="Arial"/>
              <a:cs typeface="Arial"/>
              <a:sym typeface="Arial"/>
            </a:endParaRPr>
          </a:p>
        </p:txBody>
      </p:sp>
      <p:sp>
        <p:nvSpPr>
          <p:cNvPr id="1206" name="Google Shape;1206;p58"/>
          <p:cNvSpPr txBox="1"/>
          <p:nvPr/>
        </p:nvSpPr>
        <p:spPr>
          <a:xfrm>
            <a:off x="835756" y="1961686"/>
            <a:ext cx="6923966" cy="4402487"/>
          </a:xfrm>
          <a:prstGeom prst="rect">
            <a:avLst/>
          </a:prstGeom>
          <a:noFill/>
          <a:ln>
            <a:noFill/>
          </a:ln>
        </p:spPr>
        <p:txBody>
          <a:bodyPr spcFirstLastPara="1" wrap="square" lIns="0" tIns="57150" rIns="0" bIns="0" anchor="t" anchorCtr="0">
            <a:spAutoFit/>
          </a:bodyPr>
          <a:lstStyle/>
          <a:p>
            <a:pPr marL="185420" lvl="0" indent="-172720" algn="l" rtl="0">
              <a:lnSpc>
                <a:spcPct val="100000"/>
              </a:lnSpc>
              <a:spcBef>
                <a:spcPts val="0"/>
              </a:spcBef>
              <a:spcAft>
                <a:spcPts val="0"/>
              </a:spcAft>
              <a:buClr>
                <a:srgbClr val="001F5F"/>
              </a:buClr>
              <a:buSzPts val="2400"/>
              <a:buFont typeface="Arial"/>
              <a:buChar char="•"/>
            </a:pPr>
            <a:r>
              <a:rPr lang="en-US" sz="2400">
                <a:solidFill>
                  <a:srgbClr val="001F5F"/>
                </a:solidFill>
                <a:latin typeface="Arial"/>
                <a:ea typeface="Arial"/>
                <a:cs typeface="Arial"/>
                <a:sym typeface="Arial"/>
              </a:rPr>
              <a:t>Information theory-based approach</a:t>
            </a:r>
            <a:endParaRPr/>
          </a:p>
          <a:p>
            <a:pPr marL="210820" lvl="0" indent="-172720" algn="l" rtl="0">
              <a:lnSpc>
                <a:spcPct val="100000"/>
              </a:lnSpc>
              <a:spcBef>
                <a:spcPts val="309"/>
              </a:spcBef>
              <a:spcAft>
                <a:spcPts val="0"/>
              </a:spcAft>
              <a:buClr>
                <a:srgbClr val="001F5F"/>
              </a:buClr>
              <a:buSzPts val="2400"/>
              <a:buFont typeface="Arial"/>
              <a:buChar char="•"/>
            </a:pPr>
            <a:r>
              <a:rPr lang="en-US" sz="2400">
                <a:solidFill>
                  <a:srgbClr val="001F5F"/>
                </a:solidFill>
                <a:latin typeface="Arial"/>
                <a:ea typeface="Arial"/>
                <a:cs typeface="Arial"/>
                <a:sym typeface="Arial"/>
              </a:rPr>
              <a:t>Entropy of the class label</a:t>
            </a:r>
            <a:endParaRPr sz="2400">
              <a:latin typeface="Arial"/>
              <a:ea typeface="Arial"/>
              <a:cs typeface="Arial"/>
              <a:sym typeface="Arial"/>
            </a:endParaRPr>
          </a:p>
          <a:p>
            <a:pPr marL="552450" lvl="1" indent="-172084" algn="l" rtl="0">
              <a:lnSpc>
                <a:spcPct val="100000"/>
              </a:lnSpc>
              <a:spcBef>
                <a:spcPts val="180"/>
              </a:spcBef>
              <a:spcAft>
                <a:spcPts val="0"/>
              </a:spcAft>
              <a:buClr>
                <a:srgbClr val="001F5F"/>
              </a:buClr>
              <a:buSzPts val="2400"/>
              <a:buFont typeface="Arial"/>
              <a:buChar char="•"/>
            </a:pPr>
            <a:r>
              <a:rPr lang="en-US" sz="2400">
                <a:solidFill>
                  <a:srgbClr val="001F5F"/>
                </a:solidFill>
                <a:latin typeface="Arial"/>
                <a:ea typeface="Arial"/>
                <a:cs typeface="Arial"/>
                <a:sym typeface="Arial"/>
              </a:rPr>
              <a:t>𝐻(𝐶)= − </a:t>
            </a:r>
            <a:r>
              <a:rPr lang="en-US" sz="2400" baseline="30000">
                <a:solidFill>
                  <a:srgbClr val="001F5F"/>
                </a:solidFill>
                <a:latin typeface="Arial"/>
                <a:ea typeface="Arial"/>
                <a:cs typeface="Arial"/>
                <a:sym typeface="Arial"/>
              </a:rPr>
              <a:t>σ</a:t>
            </a:r>
            <a:r>
              <a:rPr lang="en-US" sz="2400" baseline="-25000">
                <a:solidFill>
                  <a:srgbClr val="001F5F"/>
                </a:solidFill>
                <a:latin typeface="Arial"/>
                <a:ea typeface="Arial"/>
                <a:cs typeface="Arial"/>
                <a:sym typeface="Arial"/>
              </a:rPr>
              <a:t>𝑐∈𝐶 </a:t>
            </a:r>
            <a:r>
              <a:rPr lang="en-US" sz="2400">
                <a:solidFill>
                  <a:srgbClr val="001F5F"/>
                </a:solidFill>
                <a:latin typeface="Arial"/>
                <a:ea typeface="Arial"/>
                <a:cs typeface="Arial"/>
                <a:sym typeface="Arial"/>
              </a:rPr>
              <a:t>𝑝 (𝑐)log 𝑝(𝑐)</a:t>
            </a:r>
            <a:endParaRPr sz="2400">
              <a:solidFill>
                <a:srgbClr val="001F5F"/>
              </a:solidFill>
              <a:latin typeface="Arial"/>
              <a:ea typeface="Arial"/>
              <a:cs typeface="Arial"/>
              <a:sym typeface="Arial"/>
            </a:endParaRPr>
          </a:p>
          <a:p>
            <a:pPr marL="210820" lvl="0" indent="-172720" algn="l" rtl="0">
              <a:lnSpc>
                <a:spcPct val="100000"/>
              </a:lnSpc>
              <a:spcBef>
                <a:spcPts val="450"/>
              </a:spcBef>
              <a:spcAft>
                <a:spcPts val="0"/>
              </a:spcAft>
              <a:buClr>
                <a:srgbClr val="001F5F"/>
              </a:buClr>
              <a:buSzPts val="2400"/>
              <a:buFont typeface="Arial"/>
              <a:buChar char="•"/>
            </a:pPr>
            <a:r>
              <a:rPr lang="en-US" sz="2400">
                <a:solidFill>
                  <a:srgbClr val="001F5F"/>
                </a:solidFill>
                <a:latin typeface="Arial"/>
                <a:ea typeface="Arial"/>
                <a:cs typeface="Arial"/>
                <a:sym typeface="Arial"/>
              </a:rPr>
              <a:t>Conditional entropy of the class label based on feature 𝑋</a:t>
            </a:r>
            <a:endParaRPr sz="2400">
              <a:latin typeface="Arial"/>
              <a:ea typeface="Arial"/>
              <a:cs typeface="Arial"/>
              <a:sym typeface="Arial"/>
            </a:endParaRPr>
          </a:p>
          <a:p>
            <a:pPr marL="552450" lvl="1" indent="-172084" algn="l" rtl="0">
              <a:lnSpc>
                <a:spcPct val="100000"/>
              </a:lnSpc>
              <a:spcBef>
                <a:spcPts val="300"/>
              </a:spcBef>
              <a:spcAft>
                <a:spcPts val="0"/>
              </a:spcAft>
              <a:buClr>
                <a:srgbClr val="001F5F"/>
              </a:buClr>
              <a:buSzPts val="2400"/>
              <a:buFont typeface="Arial"/>
              <a:buChar char="•"/>
            </a:pPr>
            <a:r>
              <a:rPr lang="en-US" sz="2400">
                <a:solidFill>
                  <a:srgbClr val="001F5F"/>
                </a:solidFill>
                <a:latin typeface="Arial"/>
                <a:ea typeface="Arial"/>
                <a:cs typeface="Arial"/>
                <a:sym typeface="Arial"/>
              </a:rPr>
              <a:t>𝐻(𝐶 𝑋)= − </a:t>
            </a:r>
            <a:r>
              <a:rPr lang="en-US" sz="2400" baseline="30000">
                <a:solidFill>
                  <a:srgbClr val="001F5F"/>
                </a:solidFill>
                <a:latin typeface="Arial"/>
                <a:ea typeface="Arial"/>
                <a:cs typeface="Arial"/>
                <a:sym typeface="Arial"/>
              </a:rPr>
              <a:t>σ</a:t>
            </a:r>
            <a:r>
              <a:rPr lang="en-US" sz="2400" baseline="-25000">
                <a:solidFill>
                  <a:srgbClr val="001F5F"/>
                </a:solidFill>
                <a:latin typeface="Arial"/>
                <a:ea typeface="Arial"/>
                <a:cs typeface="Arial"/>
                <a:sym typeface="Arial"/>
              </a:rPr>
              <a:t>𝑥∈𝑋 </a:t>
            </a:r>
            <a:r>
              <a:rPr lang="en-US" sz="2400">
                <a:solidFill>
                  <a:srgbClr val="001F5F"/>
                </a:solidFill>
                <a:latin typeface="Arial"/>
                <a:ea typeface="Arial"/>
                <a:cs typeface="Arial"/>
                <a:sym typeface="Arial"/>
              </a:rPr>
              <a:t>𝑝 (𝑥)</a:t>
            </a:r>
            <a:r>
              <a:rPr lang="en-US" sz="2400" baseline="30000">
                <a:solidFill>
                  <a:srgbClr val="001F5F"/>
                </a:solidFill>
                <a:latin typeface="Arial"/>
                <a:ea typeface="Arial"/>
                <a:cs typeface="Arial"/>
                <a:sym typeface="Arial"/>
              </a:rPr>
              <a:t>σ</a:t>
            </a:r>
            <a:r>
              <a:rPr lang="en-US" sz="2400" baseline="-25000">
                <a:solidFill>
                  <a:srgbClr val="001F5F"/>
                </a:solidFill>
                <a:latin typeface="Arial"/>
                <a:ea typeface="Arial"/>
                <a:cs typeface="Arial"/>
                <a:sym typeface="Arial"/>
              </a:rPr>
              <a:t>𝑐∈𝐶 </a:t>
            </a:r>
            <a:r>
              <a:rPr lang="en-US" sz="2400">
                <a:solidFill>
                  <a:srgbClr val="001F5F"/>
                </a:solidFill>
                <a:latin typeface="Arial"/>
                <a:ea typeface="Arial"/>
                <a:cs typeface="Arial"/>
                <a:sym typeface="Arial"/>
              </a:rPr>
              <a:t>𝑝 (𝑥)log 𝑝(𝑐|𝑥)</a:t>
            </a:r>
            <a:endParaRPr/>
          </a:p>
          <a:p>
            <a:pPr marL="185420" lvl="0" indent="-172720" algn="l" rtl="0">
              <a:lnSpc>
                <a:spcPct val="100000"/>
              </a:lnSpc>
              <a:spcBef>
                <a:spcPts val="310"/>
              </a:spcBef>
              <a:spcAft>
                <a:spcPts val="0"/>
              </a:spcAft>
              <a:buClr>
                <a:srgbClr val="001F5F"/>
              </a:buClr>
              <a:buSzPts val="2400"/>
              <a:buFont typeface="Arial"/>
              <a:buChar char="•"/>
            </a:pPr>
            <a:r>
              <a:rPr lang="en-US" sz="2400">
                <a:solidFill>
                  <a:srgbClr val="001F5F"/>
                </a:solidFill>
                <a:latin typeface="Arial"/>
                <a:ea typeface="Arial"/>
                <a:cs typeface="Arial"/>
                <a:sym typeface="Arial"/>
              </a:rPr>
              <a:t>Mutual Information</a:t>
            </a:r>
            <a:endParaRPr sz="2400">
              <a:latin typeface="Arial"/>
              <a:ea typeface="Arial"/>
              <a:cs typeface="Arial"/>
              <a:sym typeface="Arial"/>
            </a:endParaRPr>
          </a:p>
          <a:p>
            <a:pPr marL="527050" lvl="1" indent="-172084" algn="l" rtl="0">
              <a:lnSpc>
                <a:spcPct val="100000"/>
              </a:lnSpc>
              <a:spcBef>
                <a:spcPts val="180"/>
              </a:spcBef>
              <a:spcAft>
                <a:spcPts val="0"/>
              </a:spcAft>
              <a:buClr>
                <a:srgbClr val="001F5F"/>
              </a:buClr>
              <a:buSzPts val="2400"/>
              <a:buFont typeface="Arial"/>
              <a:buChar char="•"/>
            </a:pPr>
            <a:r>
              <a:rPr lang="en-US" sz="2400">
                <a:solidFill>
                  <a:srgbClr val="001F5F"/>
                </a:solidFill>
                <a:latin typeface="Arial"/>
                <a:ea typeface="Arial"/>
                <a:cs typeface="Arial"/>
                <a:sym typeface="Arial"/>
              </a:rPr>
              <a:t>𝐼(𝐶, 𝑋)= 𝐻 (𝐶)− 𝐻 (𝐶 𝑋)</a:t>
            </a:r>
            <a:endParaRPr/>
          </a:p>
          <a:p>
            <a:pPr marL="527050" lvl="1" indent="-172084" algn="l" rtl="0">
              <a:spcBef>
                <a:spcPts val="180"/>
              </a:spcBef>
              <a:spcAft>
                <a:spcPts val="0"/>
              </a:spcAft>
              <a:buClr>
                <a:srgbClr val="001F5F"/>
              </a:buClr>
              <a:buSzPts val="2400"/>
              <a:buFont typeface="Arial"/>
              <a:buChar char="•"/>
            </a:pPr>
            <a:r>
              <a:rPr lang="en-US" sz="2400">
                <a:solidFill>
                  <a:srgbClr val="001F5F"/>
                </a:solidFill>
                <a:latin typeface="Arial"/>
                <a:ea typeface="Arial"/>
                <a:cs typeface="Arial"/>
                <a:sym typeface="Arial"/>
              </a:rPr>
              <a:t>Feature with highest mutual information is most informative</a:t>
            </a:r>
            <a:endParaRPr sz="2400">
              <a:latin typeface="Arial"/>
              <a:ea typeface="Arial"/>
              <a:cs typeface="Arial"/>
              <a:sym typeface="Arial"/>
            </a:endParaRPr>
          </a:p>
          <a:p>
            <a:pPr marL="527050" lvl="1" indent="-19684" algn="l" rtl="0">
              <a:lnSpc>
                <a:spcPct val="100000"/>
              </a:lnSpc>
              <a:spcBef>
                <a:spcPts val="180"/>
              </a:spcBef>
              <a:spcAft>
                <a:spcPts val="0"/>
              </a:spcAft>
              <a:buSzPts val="2400"/>
              <a:buFont typeface="Arial"/>
              <a:buNone/>
            </a:pPr>
            <a:endParaRPr sz="2400">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Shape 1210"/>
        <p:cNvGrpSpPr/>
        <p:nvPr/>
      </p:nvGrpSpPr>
      <p:grpSpPr>
        <a:xfrm>
          <a:off x="0" y="0"/>
          <a:ext cx="0" cy="0"/>
          <a:chOff x="0" y="0"/>
          <a:chExt cx="0" cy="0"/>
        </a:xfrm>
      </p:grpSpPr>
      <p:sp>
        <p:nvSpPr>
          <p:cNvPr id="1211" name="Google Shape;1211;p59" descr="$PPTXTitle"/>
          <p:cNvSpPr txBox="1">
            <a:spLocks noGrp="1"/>
          </p:cNvSpPr>
          <p:nvPr>
            <p:ph type="title"/>
          </p:nvPr>
        </p:nvSpPr>
        <p:spPr>
          <a:xfrm>
            <a:off x="707542" y="494791"/>
            <a:ext cx="11589715" cy="757643"/>
          </a:xfrm>
          <a:prstGeom prst="rect">
            <a:avLst/>
          </a:prstGeom>
          <a:noFill/>
          <a:ln>
            <a:noFill/>
          </a:ln>
        </p:spPr>
        <p:txBody>
          <a:bodyPr spcFirstLastPara="1" wrap="square" lIns="0" tIns="232150" rIns="0" bIns="0" anchor="t" anchorCtr="0">
            <a:spAutoFit/>
          </a:bodyPr>
          <a:lstStyle/>
          <a:p>
            <a:pPr marL="12700" lvl="0" indent="0" algn="l" rtl="0">
              <a:lnSpc>
                <a:spcPct val="100000"/>
              </a:lnSpc>
              <a:spcBef>
                <a:spcPts val="0"/>
              </a:spcBef>
              <a:spcAft>
                <a:spcPts val="0"/>
              </a:spcAft>
              <a:buNone/>
            </a:pPr>
            <a:r>
              <a:rPr lang="en-US" sz="3400" b="1">
                <a:solidFill>
                  <a:srgbClr val="0070C0"/>
                </a:solidFill>
              </a:rPr>
              <a:t>Decision Surface of Decision Trees</a:t>
            </a:r>
            <a:endParaRPr sz="3400" b="1">
              <a:solidFill>
                <a:srgbClr val="0070C0"/>
              </a:solidFill>
            </a:endParaRPr>
          </a:p>
        </p:txBody>
      </p:sp>
      <p:sp>
        <p:nvSpPr>
          <p:cNvPr id="1212" name="Google Shape;1212;p59"/>
          <p:cNvSpPr txBox="1"/>
          <p:nvPr/>
        </p:nvSpPr>
        <p:spPr>
          <a:xfrm>
            <a:off x="706906" y="1805431"/>
            <a:ext cx="7243294" cy="382156"/>
          </a:xfrm>
          <a:prstGeom prst="rect">
            <a:avLst/>
          </a:prstGeom>
          <a:noFill/>
          <a:ln>
            <a:noFill/>
          </a:ln>
        </p:spPr>
        <p:txBody>
          <a:bodyPr spcFirstLastPara="1" wrap="square" lIns="0" tIns="12700" rIns="0" bIns="0" anchor="t" anchorCtr="0">
            <a:spAutoFit/>
          </a:bodyPr>
          <a:lstStyle/>
          <a:p>
            <a:pPr marL="185420" lvl="0" indent="-172720" algn="l" rtl="0">
              <a:lnSpc>
                <a:spcPct val="100000"/>
              </a:lnSpc>
              <a:spcBef>
                <a:spcPts val="0"/>
              </a:spcBef>
              <a:spcAft>
                <a:spcPts val="0"/>
              </a:spcAft>
              <a:buClr>
                <a:srgbClr val="001F5F"/>
              </a:buClr>
              <a:buSzPts val="2400"/>
              <a:buFont typeface="Arial"/>
              <a:buChar char="•"/>
            </a:pPr>
            <a:r>
              <a:rPr lang="en-US" sz="2400">
                <a:solidFill>
                  <a:srgbClr val="001F5F"/>
                </a:solidFill>
                <a:latin typeface="Arial"/>
                <a:ea typeface="Arial"/>
                <a:cs typeface="Arial"/>
                <a:sym typeface="Arial"/>
              </a:rPr>
              <a:t>All decisions are axis-aligned</a:t>
            </a:r>
            <a:endParaRPr sz="2400">
              <a:latin typeface="Arial"/>
              <a:ea typeface="Arial"/>
              <a:cs typeface="Arial"/>
              <a:sym typeface="Arial"/>
            </a:endParaRPr>
          </a:p>
        </p:txBody>
      </p:sp>
      <p:grpSp>
        <p:nvGrpSpPr>
          <p:cNvPr id="1213" name="Google Shape;1213;p59"/>
          <p:cNvGrpSpPr/>
          <p:nvPr/>
        </p:nvGrpSpPr>
        <p:grpSpPr>
          <a:xfrm>
            <a:off x="972310" y="2563793"/>
            <a:ext cx="4076888" cy="6122336"/>
            <a:chOff x="972311" y="2560320"/>
            <a:chExt cx="3355974" cy="3479292"/>
          </a:xfrm>
        </p:grpSpPr>
        <p:pic>
          <p:nvPicPr>
            <p:cNvPr id="1214" name="Google Shape;1214;p59"/>
            <p:cNvPicPr preferRelativeResize="0"/>
            <p:nvPr/>
          </p:nvPicPr>
          <p:blipFill rotWithShape="1">
            <a:blip r:embed="rId3">
              <a:alphaModFix/>
            </a:blip>
            <a:srcRect/>
            <a:stretch/>
          </p:blipFill>
          <p:spPr>
            <a:xfrm>
              <a:off x="1281682" y="2564892"/>
              <a:ext cx="2917575" cy="2093974"/>
            </a:xfrm>
            <a:prstGeom prst="rect">
              <a:avLst/>
            </a:prstGeom>
            <a:noFill/>
            <a:ln>
              <a:noFill/>
            </a:ln>
          </p:spPr>
        </p:pic>
        <p:sp>
          <p:nvSpPr>
            <p:cNvPr id="1215" name="Google Shape;1215;p59"/>
            <p:cNvSpPr/>
            <p:nvPr/>
          </p:nvSpPr>
          <p:spPr>
            <a:xfrm>
              <a:off x="1277110" y="2560320"/>
              <a:ext cx="3051175" cy="2103120"/>
            </a:xfrm>
            <a:custGeom>
              <a:avLst/>
              <a:gdLst/>
              <a:ahLst/>
              <a:cxnLst/>
              <a:rect l="l" t="t" r="r" b="b"/>
              <a:pathLst>
                <a:path w="3051175" h="2103120" extrusionOk="0">
                  <a:moveTo>
                    <a:pt x="0" y="0"/>
                  </a:moveTo>
                  <a:lnTo>
                    <a:pt x="3051048" y="0"/>
                  </a:lnTo>
                  <a:lnTo>
                    <a:pt x="3051048" y="2103119"/>
                  </a:lnTo>
                  <a:lnTo>
                    <a:pt x="0" y="2103119"/>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1216" name="Google Shape;1216;p59"/>
            <p:cNvPicPr preferRelativeResize="0"/>
            <p:nvPr/>
          </p:nvPicPr>
          <p:blipFill rotWithShape="1">
            <a:blip r:embed="rId4">
              <a:alphaModFix/>
            </a:blip>
            <a:srcRect/>
            <a:stretch/>
          </p:blipFill>
          <p:spPr>
            <a:xfrm>
              <a:off x="972311" y="5102352"/>
              <a:ext cx="2447542" cy="937260"/>
            </a:xfrm>
            <a:prstGeom prst="rect">
              <a:avLst/>
            </a:prstGeom>
            <a:noFill/>
            <a:ln>
              <a:noFill/>
            </a:ln>
          </p:spPr>
        </p:pic>
        <p:sp>
          <p:nvSpPr>
            <p:cNvPr id="1217" name="Google Shape;1217;p59"/>
            <p:cNvSpPr/>
            <p:nvPr/>
          </p:nvSpPr>
          <p:spPr>
            <a:xfrm>
              <a:off x="1115566" y="5087112"/>
              <a:ext cx="2087880" cy="311150"/>
            </a:xfrm>
            <a:custGeom>
              <a:avLst/>
              <a:gdLst/>
              <a:ahLst/>
              <a:cxnLst/>
              <a:rect l="l" t="t" r="r" b="b"/>
              <a:pathLst>
                <a:path w="2087880" h="311150" extrusionOk="0">
                  <a:moveTo>
                    <a:pt x="0" y="155447"/>
                  </a:moveTo>
                  <a:lnTo>
                    <a:pt x="25163" y="121368"/>
                  </a:lnTo>
                  <a:lnTo>
                    <a:pt x="68217" y="100057"/>
                  </a:lnTo>
                  <a:lnTo>
                    <a:pt x="130409" y="80153"/>
                  </a:lnTo>
                  <a:lnTo>
                    <a:pt x="168178" y="70804"/>
                  </a:lnTo>
                  <a:lnTo>
                    <a:pt x="210126" y="61897"/>
                  </a:lnTo>
                  <a:lnTo>
                    <a:pt x="256051" y="53462"/>
                  </a:lnTo>
                  <a:lnTo>
                    <a:pt x="305752" y="45529"/>
                  </a:lnTo>
                  <a:lnTo>
                    <a:pt x="359027" y="38128"/>
                  </a:lnTo>
                  <a:lnTo>
                    <a:pt x="415674" y="31289"/>
                  </a:lnTo>
                  <a:lnTo>
                    <a:pt x="475491" y="25043"/>
                  </a:lnTo>
                  <a:lnTo>
                    <a:pt x="538277" y="19419"/>
                  </a:lnTo>
                  <a:lnTo>
                    <a:pt x="603829" y="14447"/>
                  </a:lnTo>
                  <a:lnTo>
                    <a:pt x="671946" y="10158"/>
                  </a:lnTo>
                  <a:lnTo>
                    <a:pt x="742426" y="6581"/>
                  </a:lnTo>
                  <a:lnTo>
                    <a:pt x="815067" y="3747"/>
                  </a:lnTo>
                  <a:lnTo>
                    <a:pt x="889667" y="1685"/>
                  </a:lnTo>
                  <a:lnTo>
                    <a:pt x="966026" y="426"/>
                  </a:lnTo>
                  <a:lnTo>
                    <a:pt x="1043940" y="0"/>
                  </a:lnTo>
                  <a:lnTo>
                    <a:pt x="1121853" y="426"/>
                  </a:lnTo>
                  <a:lnTo>
                    <a:pt x="1198212" y="1685"/>
                  </a:lnTo>
                  <a:lnTo>
                    <a:pt x="1272812" y="3747"/>
                  </a:lnTo>
                  <a:lnTo>
                    <a:pt x="1345453" y="6581"/>
                  </a:lnTo>
                  <a:lnTo>
                    <a:pt x="1415933" y="10158"/>
                  </a:lnTo>
                  <a:lnTo>
                    <a:pt x="1484050" y="14447"/>
                  </a:lnTo>
                  <a:lnTo>
                    <a:pt x="1549602" y="19419"/>
                  </a:lnTo>
                  <a:lnTo>
                    <a:pt x="1612388" y="25043"/>
                  </a:lnTo>
                  <a:lnTo>
                    <a:pt x="1672205" y="31289"/>
                  </a:lnTo>
                  <a:lnTo>
                    <a:pt x="1728852" y="38128"/>
                  </a:lnTo>
                  <a:lnTo>
                    <a:pt x="1782127" y="45529"/>
                  </a:lnTo>
                  <a:lnTo>
                    <a:pt x="1831828" y="53462"/>
                  </a:lnTo>
                  <a:lnTo>
                    <a:pt x="1877753" y="61897"/>
                  </a:lnTo>
                  <a:lnTo>
                    <a:pt x="1919701" y="70804"/>
                  </a:lnTo>
                  <a:lnTo>
                    <a:pt x="1957470" y="80153"/>
                  </a:lnTo>
                  <a:lnTo>
                    <a:pt x="2019662" y="100057"/>
                  </a:lnTo>
                  <a:lnTo>
                    <a:pt x="2062716" y="121368"/>
                  </a:lnTo>
                  <a:lnTo>
                    <a:pt x="2087880" y="155447"/>
                  </a:lnTo>
                  <a:lnTo>
                    <a:pt x="2085016" y="167049"/>
                  </a:lnTo>
                  <a:lnTo>
                    <a:pt x="2043682" y="200343"/>
                  </a:lnTo>
                  <a:lnTo>
                    <a:pt x="1990858" y="220981"/>
                  </a:lnTo>
                  <a:lnTo>
                    <a:pt x="1919701" y="240091"/>
                  </a:lnTo>
                  <a:lnTo>
                    <a:pt x="1877753" y="248998"/>
                  </a:lnTo>
                  <a:lnTo>
                    <a:pt x="1831828" y="257433"/>
                  </a:lnTo>
                  <a:lnTo>
                    <a:pt x="1782127" y="265366"/>
                  </a:lnTo>
                  <a:lnTo>
                    <a:pt x="1728852" y="272767"/>
                  </a:lnTo>
                  <a:lnTo>
                    <a:pt x="1672205" y="279606"/>
                  </a:lnTo>
                  <a:lnTo>
                    <a:pt x="1612388" y="285852"/>
                  </a:lnTo>
                  <a:lnTo>
                    <a:pt x="1549602" y="291476"/>
                  </a:lnTo>
                  <a:lnTo>
                    <a:pt x="1484050" y="296448"/>
                  </a:lnTo>
                  <a:lnTo>
                    <a:pt x="1415933" y="300737"/>
                  </a:lnTo>
                  <a:lnTo>
                    <a:pt x="1345453" y="304314"/>
                  </a:lnTo>
                  <a:lnTo>
                    <a:pt x="1272812" y="307148"/>
                  </a:lnTo>
                  <a:lnTo>
                    <a:pt x="1198212" y="309210"/>
                  </a:lnTo>
                  <a:lnTo>
                    <a:pt x="1121853" y="310469"/>
                  </a:lnTo>
                  <a:lnTo>
                    <a:pt x="1043940" y="310895"/>
                  </a:lnTo>
                  <a:lnTo>
                    <a:pt x="966026" y="310469"/>
                  </a:lnTo>
                  <a:lnTo>
                    <a:pt x="889667" y="309210"/>
                  </a:lnTo>
                  <a:lnTo>
                    <a:pt x="815067" y="307148"/>
                  </a:lnTo>
                  <a:lnTo>
                    <a:pt x="742426" y="304314"/>
                  </a:lnTo>
                  <a:lnTo>
                    <a:pt x="671946" y="300737"/>
                  </a:lnTo>
                  <a:lnTo>
                    <a:pt x="603829" y="296448"/>
                  </a:lnTo>
                  <a:lnTo>
                    <a:pt x="538277" y="291476"/>
                  </a:lnTo>
                  <a:lnTo>
                    <a:pt x="475491" y="285852"/>
                  </a:lnTo>
                  <a:lnTo>
                    <a:pt x="415674" y="279606"/>
                  </a:lnTo>
                  <a:lnTo>
                    <a:pt x="359027" y="272767"/>
                  </a:lnTo>
                  <a:lnTo>
                    <a:pt x="305752" y="265366"/>
                  </a:lnTo>
                  <a:lnTo>
                    <a:pt x="256051" y="257433"/>
                  </a:lnTo>
                  <a:lnTo>
                    <a:pt x="210126" y="248998"/>
                  </a:lnTo>
                  <a:lnTo>
                    <a:pt x="168178" y="240091"/>
                  </a:lnTo>
                  <a:lnTo>
                    <a:pt x="130409" y="230742"/>
                  </a:lnTo>
                  <a:lnTo>
                    <a:pt x="68217" y="210838"/>
                  </a:lnTo>
                  <a:lnTo>
                    <a:pt x="25163" y="189527"/>
                  </a:lnTo>
                  <a:lnTo>
                    <a:pt x="0" y="155447"/>
                  </a:lnTo>
                  <a:close/>
                </a:path>
              </a:pathLst>
            </a:custGeom>
            <a:noFill/>
            <a:ln w="5790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218" name="Google Shape;1218;p59"/>
            <p:cNvSpPr/>
            <p:nvPr/>
          </p:nvSpPr>
          <p:spPr>
            <a:xfrm>
              <a:off x="2160268" y="3789426"/>
              <a:ext cx="252095" cy="1298575"/>
            </a:xfrm>
            <a:custGeom>
              <a:avLst/>
              <a:gdLst/>
              <a:ahLst/>
              <a:cxnLst/>
              <a:rect l="l" t="t" r="r" b="b"/>
              <a:pathLst>
                <a:path w="252094" h="1298575" extrusionOk="0">
                  <a:moveTo>
                    <a:pt x="251969" y="0"/>
                  </a:moveTo>
                  <a:lnTo>
                    <a:pt x="0" y="1298194"/>
                  </a:lnTo>
                </a:path>
              </a:pathLst>
            </a:custGeom>
            <a:noFill/>
            <a:ln w="289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1219" name="Google Shape;1219;p59"/>
          <p:cNvGrpSpPr/>
          <p:nvPr/>
        </p:nvGrpSpPr>
        <p:grpSpPr>
          <a:xfrm>
            <a:off x="5484643" y="2571838"/>
            <a:ext cx="6787754" cy="6609152"/>
            <a:chOff x="4594858" y="2570988"/>
            <a:chExt cx="6787754" cy="6609152"/>
          </a:xfrm>
        </p:grpSpPr>
        <p:pic>
          <p:nvPicPr>
            <p:cNvPr id="1220" name="Google Shape;1220;p59"/>
            <p:cNvPicPr preferRelativeResize="0"/>
            <p:nvPr/>
          </p:nvPicPr>
          <p:blipFill rotWithShape="1">
            <a:blip r:embed="rId5">
              <a:alphaModFix/>
            </a:blip>
            <a:srcRect/>
            <a:stretch/>
          </p:blipFill>
          <p:spPr>
            <a:xfrm>
              <a:off x="4594858" y="2570988"/>
              <a:ext cx="4829089" cy="6609152"/>
            </a:xfrm>
            <a:prstGeom prst="rect">
              <a:avLst/>
            </a:prstGeom>
            <a:noFill/>
            <a:ln>
              <a:noFill/>
            </a:ln>
          </p:spPr>
        </p:pic>
        <p:pic>
          <p:nvPicPr>
            <p:cNvPr id="1221" name="Google Shape;1221;p59"/>
            <p:cNvPicPr preferRelativeResize="0"/>
            <p:nvPr/>
          </p:nvPicPr>
          <p:blipFill rotWithShape="1">
            <a:blip r:embed="rId6">
              <a:alphaModFix/>
            </a:blip>
            <a:srcRect/>
            <a:stretch/>
          </p:blipFill>
          <p:spPr>
            <a:xfrm>
              <a:off x="8608257" y="2619150"/>
              <a:ext cx="2774355" cy="1216149"/>
            </a:xfrm>
            <a:prstGeom prst="rect">
              <a:avLst/>
            </a:prstGeom>
            <a:noFill/>
            <a:ln>
              <a:noFill/>
            </a:ln>
          </p:spPr>
        </p:pic>
        <p:sp>
          <p:nvSpPr>
            <p:cNvPr id="1222" name="Google Shape;1222;p59"/>
            <p:cNvSpPr/>
            <p:nvPr/>
          </p:nvSpPr>
          <p:spPr>
            <a:xfrm>
              <a:off x="8995289" y="2654773"/>
              <a:ext cx="2332990" cy="1144905"/>
            </a:xfrm>
            <a:custGeom>
              <a:avLst/>
              <a:gdLst/>
              <a:ahLst/>
              <a:cxnLst/>
              <a:rect l="l" t="t" r="r" b="b"/>
              <a:pathLst>
                <a:path w="2332990" h="1144904" extrusionOk="0">
                  <a:moveTo>
                    <a:pt x="1009903" y="0"/>
                  </a:moveTo>
                  <a:lnTo>
                    <a:pt x="1230375" y="0"/>
                  </a:lnTo>
                  <a:lnTo>
                    <a:pt x="1561083" y="0"/>
                  </a:lnTo>
                  <a:lnTo>
                    <a:pt x="2332735" y="0"/>
                  </a:lnTo>
                  <a:lnTo>
                    <a:pt x="2332735" y="257810"/>
                  </a:lnTo>
                  <a:lnTo>
                    <a:pt x="2332735" y="368300"/>
                  </a:lnTo>
                  <a:lnTo>
                    <a:pt x="2332735" y="441959"/>
                  </a:lnTo>
                  <a:lnTo>
                    <a:pt x="1561083" y="441959"/>
                  </a:lnTo>
                  <a:lnTo>
                    <a:pt x="0" y="1144652"/>
                  </a:lnTo>
                  <a:lnTo>
                    <a:pt x="1230375" y="441959"/>
                  </a:lnTo>
                  <a:lnTo>
                    <a:pt x="1009903" y="441959"/>
                  </a:lnTo>
                  <a:lnTo>
                    <a:pt x="1009903" y="368300"/>
                  </a:lnTo>
                  <a:lnTo>
                    <a:pt x="1009903" y="257810"/>
                  </a:lnTo>
                  <a:lnTo>
                    <a:pt x="1009903" y="0"/>
                  </a:lnTo>
                  <a:close/>
                </a:path>
              </a:pathLst>
            </a:custGeom>
            <a:noFill/>
            <a:ln w="9525" cap="flat" cmpd="sng">
              <a:solidFill>
                <a:srgbClr val="FF901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223" name="Google Shape;1223;p59"/>
          <p:cNvSpPr txBox="1"/>
          <p:nvPr/>
        </p:nvSpPr>
        <p:spPr>
          <a:xfrm>
            <a:off x="10749177" y="2655623"/>
            <a:ext cx="1618128"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solidFill>
                  <a:srgbClr val="001F5F"/>
                </a:solidFill>
                <a:latin typeface="Arial"/>
                <a:ea typeface="Arial"/>
                <a:cs typeface="Arial"/>
                <a:sym typeface="Arial"/>
              </a:rPr>
              <a:t>Overfitting</a:t>
            </a:r>
            <a:endParaRPr sz="2400">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3807"/>
        <p:cNvGrpSpPr/>
        <p:nvPr/>
      </p:nvGrpSpPr>
      <p:grpSpPr>
        <a:xfrm>
          <a:off x="0" y="0"/>
          <a:ext cx="0" cy="0"/>
          <a:chOff x="0" y="0"/>
          <a:chExt cx="0" cy="0"/>
        </a:xfrm>
      </p:grpSpPr>
      <p:sp>
        <p:nvSpPr>
          <p:cNvPr id="3808" name="Google Shape;3808;p160"/>
          <p:cNvSpPr txBox="1">
            <a:spLocks noGrp="1"/>
          </p:cNvSpPr>
          <p:nvPr>
            <p:ph type="sldNum" idx="12"/>
          </p:nvPr>
        </p:nvSpPr>
        <p:spPr>
          <a:xfrm>
            <a:off x="11282426" y="6440594"/>
            <a:ext cx="250825" cy="200659"/>
          </a:xfrm>
          <a:prstGeom prst="rect">
            <a:avLst/>
          </a:prstGeom>
          <a:noFill/>
          <a:ln>
            <a:noFill/>
          </a:ln>
        </p:spPr>
        <p:txBody>
          <a:bodyPr spcFirstLastPara="1" wrap="square" lIns="0" tIns="2525" rIns="0" bIns="0" anchor="t" anchorCtr="0">
            <a:spAutoFit/>
          </a:bodyPr>
          <a:lstStyle/>
          <a:p>
            <a:pPr marL="38100" lvl="0" indent="0" algn="l" rtl="0">
              <a:lnSpc>
                <a:spcPct val="100000"/>
              </a:lnSpc>
              <a:spcBef>
                <a:spcPts val="0"/>
              </a:spcBef>
              <a:spcAft>
                <a:spcPts val="0"/>
              </a:spcAft>
              <a:buNone/>
            </a:pPr>
            <a:r>
              <a:rPr lang="en-US"/>
              <a:t>35</a:t>
            </a:r>
            <a:endParaRPr/>
          </a:p>
        </p:txBody>
      </p:sp>
      <p:sp>
        <p:nvSpPr>
          <p:cNvPr id="3809" name="Google Shape;3809;p160" descr="$PPTXTitle"/>
          <p:cNvSpPr txBox="1">
            <a:spLocks noGrp="1"/>
          </p:cNvSpPr>
          <p:nvPr>
            <p:ph type="title"/>
          </p:nvPr>
        </p:nvSpPr>
        <p:spPr>
          <a:xfrm>
            <a:off x="707542" y="494791"/>
            <a:ext cx="11589715" cy="985519"/>
          </a:xfrm>
          <a:prstGeom prst="rect">
            <a:avLst/>
          </a:prstGeom>
          <a:noFill/>
          <a:ln>
            <a:noFill/>
          </a:ln>
        </p:spPr>
        <p:txBody>
          <a:bodyPr spcFirstLastPara="1" wrap="square" lIns="0" tIns="12700" rIns="0" bIns="0" anchor="t" anchorCtr="0">
            <a:spAutoFit/>
          </a:bodyPr>
          <a:lstStyle/>
          <a:p>
            <a:pPr marL="3212465" lvl="0" indent="0" algn="l" rtl="0">
              <a:lnSpc>
                <a:spcPct val="100000"/>
              </a:lnSpc>
              <a:spcBef>
                <a:spcPts val="0"/>
              </a:spcBef>
              <a:spcAft>
                <a:spcPts val="0"/>
              </a:spcAft>
              <a:buNone/>
            </a:pPr>
            <a:r>
              <a:rPr lang="en-US"/>
              <a:t>Ensembles of trees</a:t>
            </a:r>
            <a:endParaRPr/>
          </a:p>
        </p:txBody>
      </p:sp>
      <p:sp>
        <p:nvSpPr>
          <p:cNvPr id="3810" name="Google Shape;3810;p160"/>
          <p:cNvSpPr txBox="1"/>
          <p:nvPr/>
        </p:nvSpPr>
        <p:spPr>
          <a:xfrm>
            <a:off x="688340" y="1611883"/>
            <a:ext cx="10452100" cy="4305300"/>
          </a:xfrm>
          <a:prstGeom prst="rect">
            <a:avLst/>
          </a:prstGeom>
          <a:noFill/>
          <a:ln>
            <a:noFill/>
          </a:ln>
        </p:spPr>
        <p:txBody>
          <a:bodyPr spcFirstLastPara="1" wrap="square" lIns="0" tIns="9525" rIns="0" bIns="0" anchor="t" anchorCtr="0">
            <a:spAutoFit/>
          </a:bodyPr>
          <a:lstStyle/>
          <a:p>
            <a:pPr marL="12700" marR="586105" lvl="0" indent="0" algn="l" rtl="0">
              <a:lnSpc>
                <a:spcPct val="100800"/>
              </a:lnSpc>
              <a:spcBef>
                <a:spcPts val="0"/>
              </a:spcBef>
              <a:spcAft>
                <a:spcPts val="0"/>
              </a:spcAft>
              <a:buNone/>
            </a:pPr>
            <a:r>
              <a:rPr lang="en-US" sz="2400">
                <a:latin typeface="Arial Narrow"/>
                <a:ea typeface="Arial Narrow"/>
                <a:cs typeface="Arial Narrow"/>
                <a:sym typeface="Arial Narrow"/>
              </a:rPr>
              <a:t>Decision trees have notable advantages (they are relatively easy to interpret, usually fast to train, insensitive to scale of input features)</a:t>
            </a:r>
            <a:endParaRPr sz="2400">
              <a:latin typeface="Arial Narrow"/>
              <a:ea typeface="Arial Narrow"/>
              <a:cs typeface="Arial Narrow"/>
              <a:sym typeface="Arial Narrow"/>
            </a:endParaRPr>
          </a:p>
          <a:p>
            <a:pPr marL="0" lvl="0" indent="0" algn="l" rtl="0">
              <a:lnSpc>
                <a:spcPct val="100000"/>
              </a:lnSpc>
              <a:spcBef>
                <a:spcPts val="150"/>
              </a:spcBef>
              <a:spcAft>
                <a:spcPts val="0"/>
              </a:spcAft>
              <a:buNone/>
            </a:pPr>
            <a:endParaRPr sz="2400">
              <a:latin typeface="Arial Narrow"/>
              <a:ea typeface="Arial Narrow"/>
              <a:cs typeface="Arial Narrow"/>
              <a:sym typeface="Arial Narrow"/>
            </a:endParaRPr>
          </a:p>
          <a:p>
            <a:pPr marL="12700" marR="41910" lvl="0" indent="0" algn="l" rtl="0">
              <a:lnSpc>
                <a:spcPct val="100800"/>
              </a:lnSpc>
              <a:spcBef>
                <a:spcPts val="0"/>
              </a:spcBef>
              <a:spcAft>
                <a:spcPts val="0"/>
              </a:spcAft>
              <a:buNone/>
            </a:pPr>
            <a:r>
              <a:rPr lang="en-US" sz="2400">
                <a:latin typeface="Arial Narrow"/>
                <a:ea typeface="Arial Narrow"/>
                <a:cs typeface="Arial Narrow"/>
                <a:sym typeface="Arial Narrow"/>
              </a:rPr>
              <a:t>But, they are also quite limited in their representation power (require axis-aligned splits, don’t model probabilities very smoothly)</a:t>
            </a:r>
            <a:endParaRPr sz="2400">
              <a:latin typeface="Arial Narrow"/>
              <a:ea typeface="Arial Narrow"/>
              <a:cs typeface="Arial Narrow"/>
              <a:sym typeface="Arial Narrow"/>
            </a:endParaRPr>
          </a:p>
          <a:p>
            <a:pPr marL="0" lvl="0" indent="0" algn="l" rtl="0">
              <a:lnSpc>
                <a:spcPct val="100000"/>
              </a:lnSpc>
              <a:spcBef>
                <a:spcPts val="130"/>
              </a:spcBef>
              <a:spcAft>
                <a:spcPts val="0"/>
              </a:spcAft>
              <a:buNone/>
            </a:pPr>
            <a:endParaRPr sz="2400">
              <a:latin typeface="Arial Narrow"/>
              <a:ea typeface="Arial Narrow"/>
              <a:cs typeface="Arial Narrow"/>
              <a:sym typeface="Arial Narrow"/>
            </a:endParaRPr>
          </a:p>
          <a:p>
            <a:pPr marL="12700" marR="5080" lvl="0" indent="0" algn="l" rtl="0">
              <a:lnSpc>
                <a:spcPct val="100800"/>
              </a:lnSpc>
              <a:spcBef>
                <a:spcPts val="0"/>
              </a:spcBef>
              <a:spcAft>
                <a:spcPts val="0"/>
              </a:spcAft>
              <a:buNone/>
            </a:pPr>
            <a:r>
              <a:rPr lang="en-US" sz="2400">
                <a:latin typeface="Arial Narrow"/>
                <a:ea typeface="Arial Narrow"/>
                <a:cs typeface="Arial Narrow"/>
                <a:sym typeface="Arial Narrow"/>
              </a:rPr>
              <a:t>Basic idea of tree </a:t>
            </a:r>
            <a:r>
              <a:rPr lang="en-US" sz="2400" i="1">
                <a:latin typeface="Arial Narrow"/>
                <a:ea typeface="Arial Narrow"/>
                <a:cs typeface="Arial Narrow"/>
                <a:sym typeface="Arial Narrow"/>
              </a:rPr>
              <a:t>ensemble </a:t>
            </a:r>
            <a:r>
              <a:rPr lang="en-US" sz="2400">
                <a:latin typeface="Arial Narrow"/>
                <a:ea typeface="Arial Narrow"/>
                <a:cs typeface="Arial Narrow"/>
                <a:sym typeface="Arial Narrow"/>
              </a:rPr>
              <a:t>methods is to combine </a:t>
            </a:r>
            <a:r>
              <a:rPr lang="en-US" sz="2400" i="1">
                <a:latin typeface="Arial Narrow"/>
                <a:ea typeface="Arial Narrow"/>
                <a:cs typeface="Arial Narrow"/>
                <a:sym typeface="Arial Narrow"/>
              </a:rPr>
              <a:t>multiple </a:t>
            </a:r>
            <a:r>
              <a:rPr lang="en-US" sz="2400">
                <a:latin typeface="Arial Narrow"/>
                <a:ea typeface="Arial Narrow"/>
                <a:cs typeface="Arial Narrow"/>
                <a:sym typeface="Arial Narrow"/>
              </a:rPr>
              <a:t>tree models together to form a better predictor</a:t>
            </a:r>
            <a:endParaRPr sz="2400">
              <a:latin typeface="Arial Narrow"/>
              <a:ea typeface="Arial Narrow"/>
              <a:cs typeface="Arial Narrow"/>
              <a:sym typeface="Arial Narrow"/>
            </a:endParaRPr>
          </a:p>
          <a:p>
            <a:pPr marL="12700" lvl="0" indent="0" algn="l" rtl="0">
              <a:lnSpc>
                <a:spcPct val="100000"/>
              </a:lnSpc>
              <a:spcBef>
                <a:spcPts val="1920"/>
              </a:spcBef>
              <a:spcAft>
                <a:spcPts val="0"/>
              </a:spcAft>
              <a:buNone/>
            </a:pPr>
            <a:r>
              <a:rPr lang="en-US" sz="2400">
                <a:latin typeface="Arial Narrow"/>
                <a:ea typeface="Arial Narrow"/>
                <a:cs typeface="Arial Narrow"/>
                <a:sym typeface="Arial Narrow"/>
              </a:rPr>
              <a:t>Two of the most popular ensemble methods: random forests and boosting</a:t>
            </a:r>
            <a:endParaRPr sz="2400">
              <a:latin typeface="Arial Narrow"/>
              <a:ea typeface="Arial Narrow"/>
              <a:cs typeface="Arial Narrow"/>
              <a:sym typeface="Arial Narrow"/>
            </a:endParaRPr>
          </a:p>
          <a:p>
            <a:pPr marL="0" lvl="0" indent="0" algn="l" rtl="0">
              <a:lnSpc>
                <a:spcPct val="100000"/>
              </a:lnSpc>
              <a:spcBef>
                <a:spcPts val="75"/>
              </a:spcBef>
              <a:spcAft>
                <a:spcPts val="0"/>
              </a:spcAft>
              <a:buNone/>
            </a:pPr>
            <a:endParaRPr sz="2400">
              <a:latin typeface="Arial Narrow"/>
              <a:ea typeface="Arial Narrow"/>
              <a:cs typeface="Arial Narrow"/>
              <a:sym typeface="Arial Narrow"/>
            </a:endParaRPr>
          </a:p>
          <a:p>
            <a:pPr marL="12700" lvl="0" indent="0" algn="l" rtl="0">
              <a:lnSpc>
                <a:spcPct val="100000"/>
              </a:lnSpc>
              <a:spcBef>
                <a:spcPts val="0"/>
              </a:spcBef>
              <a:spcAft>
                <a:spcPts val="0"/>
              </a:spcAft>
              <a:buNone/>
            </a:pPr>
            <a:r>
              <a:rPr lang="en-US" sz="2400">
                <a:latin typeface="Arial Narrow"/>
                <a:ea typeface="Arial Narrow"/>
                <a:cs typeface="Arial Narrow"/>
                <a:sym typeface="Arial Narrow"/>
              </a:rPr>
              <a:t>(These models no longer interpretable in the sense we have discussed)</a:t>
            </a:r>
            <a:endParaRPr sz="2400">
              <a:latin typeface="Arial Narrow"/>
              <a:ea typeface="Arial Narrow"/>
              <a:cs typeface="Arial Narrow"/>
              <a:sym typeface="Arial Narrow"/>
            </a:endParaRPr>
          </a:p>
        </p:txBody>
      </p:sp>
    </p:spTree>
    <p:extLst>
      <p:ext uri="{BB962C8B-B14F-4D97-AF65-F5344CB8AC3E}">
        <p14:creationId xmlns:p14="http://schemas.microsoft.com/office/powerpoint/2010/main" val="59899239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814"/>
        <p:cNvGrpSpPr/>
        <p:nvPr/>
      </p:nvGrpSpPr>
      <p:grpSpPr>
        <a:xfrm>
          <a:off x="0" y="0"/>
          <a:ext cx="0" cy="0"/>
          <a:chOff x="0" y="0"/>
          <a:chExt cx="0" cy="0"/>
        </a:xfrm>
      </p:grpSpPr>
      <p:sp useBgFill="1">
        <p:nvSpPr>
          <p:cNvPr id="3823" name="Rectangle 382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25" name="Rectangle 382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3004798" cy="2241358"/>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27" name="Rectangle 382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670780" y="0"/>
            <a:ext cx="4334020" cy="2242008"/>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29" name="Rectangle 382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81372" y="-5381373"/>
            <a:ext cx="2242057" cy="130048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16" name="Google Shape;3816;p161" descr="$PPTXTitle"/>
          <p:cNvSpPr txBox="1">
            <a:spLocks noGrp="1"/>
          </p:cNvSpPr>
          <p:nvPr>
            <p:ph type="title"/>
          </p:nvPr>
        </p:nvSpPr>
        <p:spPr>
          <a:xfrm>
            <a:off x="1463036" y="496163"/>
            <a:ext cx="10713625" cy="1248326"/>
          </a:xfrm>
          <a:prstGeom prst="rect">
            <a:avLst/>
          </a:prstGeom>
        </p:spPr>
        <p:txBody>
          <a:bodyPr spcFirstLastPara="1" vert="horz" lIns="91440" tIns="45720" rIns="91440" bIns="45720" rtlCol="0" anchor="ctr" anchorCtr="0">
            <a:normAutofit/>
          </a:bodyPr>
          <a:lstStyle/>
          <a:p>
            <a:pPr marL="4400550" lvl="0" indent="0">
              <a:lnSpc>
                <a:spcPct val="90000"/>
              </a:lnSpc>
              <a:spcBef>
                <a:spcPct val="0"/>
              </a:spcBef>
              <a:spcAft>
                <a:spcPts val="0"/>
              </a:spcAft>
            </a:pPr>
            <a:r>
              <a:rPr lang="en-US" sz="5000" kern="1200">
                <a:solidFill>
                  <a:srgbClr val="FFFFFF"/>
                </a:solidFill>
                <a:latin typeface="+mj-lt"/>
                <a:ea typeface="+mj-ea"/>
                <a:cs typeface="+mj-cs"/>
              </a:rPr>
              <a:t>Boosting</a:t>
            </a:r>
          </a:p>
        </p:txBody>
      </p:sp>
      <p:sp>
        <p:nvSpPr>
          <p:cNvPr id="3815" name="Google Shape;3815;p161"/>
          <p:cNvSpPr txBox="1">
            <a:spLocks noGrp="1"/>
          </p:cNvSpPr>
          <p:nvPr>
            <p:ph type="sldNum" idx="12"/>
          </p:nvPr>
        </p:nvSpPr>
        <p:spPr>
          <a:xfrm>
            <a:off x="12484608" y="9181388"/>
            <a:ext cx="477926" cy="519289"/>
          </a:xfrm>
          <a:prstGeom prst="rect">
            <a:avLst/>
          </a:prstGeom>
        </p:spPr>
        <p:txBody>
          <a:bodyPr spcFirstLastPara="1" vert="horz" lIns="91440" tIns="45720" rIns="91440" bIns="45720" rtlCol="0" anchor="ctr" anchorCtr="0">
            <a:normAutofit/>
          </a:bodyPr>
          <a:lstStyle/>
          <a:p>
            <a:pPr marL="0" lvl="0" indent="0" algn="r">
              <a:spcBef>
                <a:spcPts val="0"/>
              </a:spcBef>
              <a:spcAft>
                <a:spcPts val="600"/>
              </a:spcAft>
              <a:buNone/>
            </a:pPr>
            <a:r>
              <a:rPr lang="en-US" sz="1400" kern="1200">
                <a:solidFill>
                  <a:schemeClr val="tx1">
                    <a:lumMod val="50000"/>
                    <a:lumOff val="50000"/>
                  </a:schemeClr>
                </a:solidFill>
                <a:latin typeface="+mn-lt"/>
                <a:ea typeface="+mn-ea"/>
                <a:cs typeface="+mn-cs"/>
              </a:rPr>
              <a:t>36</a:t>
            </a:r>
          </a:p>
        </p:txBody>
      </p:sp>
      <p:graphicFrame>
        <p:nvGraphicFramePr>
          <p:cNvPr id="3819" name="Google Shape;3817;p161">
            <a:extLst>
              <a:ext uri="{FF2B5EF4-FFF2-40B4-BE49-F238E27FC236}">
                <a16:creationId xmlns:a16="http://schemas.microsoft.com/office/drawing/2014/main" id="{2198C47B-546A-D5EC-41A7-8DDDCDA3C9F5}"/>
              </a:ext>
            </a:extLst>
          </p:cNvPr>
          <p:cNvGraphicFramePr/>
          <p:nvPr>
            <p:extLst>
              <p:ext uri="{D42A27DB-BD31-4B8C-83A1-F6EECF244321}">
                <p14:modId xmlns:p14="http://schemas.microsoft.com/office/powerpoint/2010/main" val="1567447358"/>
              </p:ext>
            </p:extLst>
          </p:nvPr>
        </p:nvGraphicFramePr>
        <p:xfrm>
          <a:off x="686993" y="3004556"/>
          <a:ext cx="11656351" cy="59631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899920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Shape 1227"/>
        <p:cNvGrpSpPr/>
        <p:nvPr/>
      </p:nvGrpSpPr>
      <p:grpSpPr>
        <a:xfrm>
          <a:off x="0" y="0"/>
          <a:ext cx="0" cy="0"/>
          <a:chOff x="0" y="0"/>
          <a:chExt cx="0" cy="0"/>
        </a:xfrm>
      </p:grpSpPr>
      <p:sp>
        <p:nvSpPr>
          <p:cNvPr id="1228" name="Google Shape;1228;p60" descr="$PPTXTitle"/>
          <p:cNvSpPr txBox="1">
            <a:spLocks noGrp="1"/>
          </p:cNvSpPr>
          <p:nvPr>
            <p:ph type="title"/>
          </p:nvPr>
        </p:nvSpPr>
        <p:spPr>
          <a:xfrm>
            <a:off x="707542" y="714247"/>
            <a:ext cx="5490058" cy="5283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300" b="1" dirty="0">
                <a:solidFill>
                  <a:schemeClr val="accent1"/>
                </a:solidFill>
              </a:rPr>
              <a:t>Random Forest</a:t>
            </a:r>
            <a:endParaRPr sz="3300" b="1" dirty="0">
              <a:solidFill>
                <a:schemeClr val="accent1"/>
              </a:solidFill>
            </a:endParaRPr>
          </a:p>
        </p:txBody>
      </p:sp>
      <p:sp>
        <p:nvSpPr>
          <p:cNvPr id="1229" name="Google Shape;1229;p60"/>
          <p:cNvSpPr txBox="1"/>
          <p:nvPr/>
        </p:nvSpPr>
        <p:spPr>
          <a:xfrm>
            <a:off x="707542" y="1470025"/>
            <a:ext cx="4528820" cy="1200329"/>
          </a:xfrm>
          <a:prstGeom prst="rect">
            <a:avLst/>
          </a:prstGeom>
          <a:noFill/>
          <a:ln>
            <a:noFill/>
          </a:ln>
        </p:spPr>
        <p:txBody>
          <a:bodyPr spcFirstLastPara="1" wrap="square" lIns="0" tIns="53325" rIns="0" bIns="0" anchor="t" anchorCtr="0">
            <a:spAutoFit/>
          </a:bodyPr>
          <a:lstStyle/>
          <a:p>
            <a:pPr marL="185420" lvl="0" indent="-172720" algn="l" rtl="0">
              <a:lnSpc>
                <a:spcPct val="100000"/>
              </a:lnSpc>
              <a:spcBef>
                <a:spcPts val="0"/>
              </a:spcBef>
              <a:spcAft>
                <a:spcPts val="0"/>
              </a:spcAft>
              <a:buClr>
                <a:srgbClr val="001F5F"/>
              </a:buClr>
              <a:buSzPts val="2400"/>
              <a:buFont typeface="Arial"/>
              <a:buChar char="•"/>
            </a:pPr>
            <a:r>
              <a:rPr lang="en-US" sz="2400">
                <a:solidFill>
                  <a:srgbClr val="001F5F"/>
                </a:solidFill>
                <a:latin typeface="Arial"/>
                <a:ea typeface="Arial"/>
                <a:cs typeface="Arial"/>
                <a:sym typeface="Arial"/>
              </a:rPr>
              <a:t>Basic Idea</a:t>
            </a:r>
            <a:endParaRPr sz="2400">
              <a:latin typeface="Arial"/>
              <a:ea typeface="Arial"/>
              <a:cs typeface="Arial"/>
              <a:sym typeface="Arial"/>
            </a:endParaRPr>
          </a:p>
          <a:p>
            <a:pPr marL="527050" lvl="1" indent="-172084" algn="l" rtl="0">
              <a:lnSpc>
                <a:spcPct val="100000"/>
              </a:lnSpc>
              <a:spcBef>
                <a:spcPts val="275"/>
              </a:spcBef>
              <a:spcAft>
                <a:spcPts val="0"/>
              </a:spcAft>
              <a:buClr>
                <a:srgbClr val="001F5F"/>
              </a:buClr>
              <a:buSzPts val="2400"/>
              <a:buFont typeface="Arial"/>
              <a:buChar char="•"/>
            </a:pPr>
            <a:r>
              <a:rPr lang="en-US" sz="2400">
                <a:solidFill>
                  <a:srgbClr val="001F5F"/>
                </a:solidFill>
                <a:latin typeface="Arial"/>
                <a:ea typeface="Arial"/>
                <a:cs typeface="Arial"/>
                <a:sym typeface="Arial"/>
              </a:rPr>
              <a:t>Ensemble of randomized decision trees</a:t>
            </a:r>
            <a:endParaRPr sz="2400">
              <a:latin typeface="Arial"/>
              <a:ea typeface="Arial"/>
              <a:cs typeface="Arial"/>
              <a:sym typeface="Arial"/>
            </a:endParaRPr>
          </a:p>
        </p:txBody>
      </p:sp>
      <p:grpSp>
        <p:nvGrpSpPr>
          <p:cNvPr id="1230" name="Google Shape;1230;p60"/>
          <p:cNvGrpSpPr/>
          <p:nvPr/>
        </p:nvGrpSpPr>
        <p:grpSpPr>
          <a:xfrm>
            <a:off x="5589381" y="2802324"/>
            <a:ext cx="4638714" cy="3006924"/>
            <a:chOff x="4419600" y="4075174"/>
            <a:chExt cx="2834640" cy="1442085"/>
          </a:xfrm>
        </p:grpSpPr>
        <p:pic>
          <p:nvPicPr>
            <p:cNvPr id="1231" name="Google Shape;1231;p60"/>
            <p:cNvPicPr preferRelativeResize="0"/>
            <p:nvPr/>
          </p:nvPicPr>
          <p:blipFill rotWithShape="1">
            <a:blip r:embed="rId3">
              <a:alphaModFix/>
            </a:blip>
            <a:srcRect/>
            <a:stretch/>
          </p:blipFill>
          <p:spPr>
            <a:xfrm>
              <a:off x="4424172" y="4079746"/>
              <a:ext cx="2806009" cy="1432560"/>
            </a:xfrm>
            <a:prstGeom prst="rect">
              <a:avLst/>
            </a:prstGeom>
            <a:noFill/>
            <a:ln>
              <a:noFill/>
            </a:ln>
          </p:spPr>
        </p:pic>
        <p:sp>
          <p:nvSpPr>
            <p:cNvPr id="1232" name="Google Shape;1232;p60"/>
            <p:cNvSpPr/>
            <p:nvPr/>
          </p:nvSpPr>
          <p:spPr>
            <a:xfrm>
              <a:off x="4419600" y="4075174"/>
              <a:ext cx="2834640" cy="1442085"/>
            </a:xfrm>
            <a:custGeom>
              <a:avLst/>
              <a:gdLst/>
              <a:ahLst/>
              <a:cxnLst/>
              <a:rect l="l" t="t" r="r" b="b"/>
              <a:pathLst>
                <a:path w="2834640" h="1442085" extrusionOk="0">
                  <a:moveTo>
                    <a:pt x="0" y="0"/>
                  </a:moveTo>
                  <a:lnTo>
                    <a:pt x="2834640" y="0"/>
                  </a:lnTo>
                  <a:lnTo>
                    <a:pt x="2834640" y="1441704"/>
                  </a:lnTo>
                  <a:lnTo>
                    <a:pt x="0" y="1441704"/>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1233" name="Google Shape;1233;p60"/>
          <p:cNvGrpSpPr/>
          <p:nvPr/>
        </p:nvGrpSpPr>
        <p:grpSpPr>
          <a:xfrm>
            <a:off x="1012185" y="2792791"/>
            <a:ext cx="3992383" cy="2605534"/>
            <a:chOff x="1470660" y="2560320"/>
            <a:chExt cx="2836545" cy="1442085"/>
          </a:xfrm>
        </p:grpSpPr>
        <p:pic>
          <p:nvPicPr>
            <p:cNvPr id="1234" name="Google Shape;1234;p60"/>
            <p:cNvPicPr preferRelativeResize="0"/>
            <p:nvPr/>
          </p:nvPicPr>
          <p:blipFill rotWithShape="1">
            <a:blip r:embed="rId4">
              <a:alphaModFix/>
            </a:blip>
            <a:srcRect/>
            <a:stretch/>
          </p:blipFill>
          <p:spPr>
            <a:xfrm>
              <a:off x="1475232" y="2564892"/>
              <a:ext cx="2755532" cy="1432559"/>
            </a:xfrm>
            <a:prstGeom prst="rect">
              <a:avLst/>
            </a:prstGeom>
            <a:noFill/>
            <a:ln>
              <a:noFill/>
            </a:ln>
          </p:spPr>
        </p:pic>
        <p:sp>
          <p:nvSpPr>
            <p:cNvPr id="1235" name="Google Shape;1235;p60"/>
            <p:cNvSpPr/>
            <p:nvPr/>
          </p:nvSpPr>
          <p:spPr>
            <a:xfrm>
              <a:off x="1470660" y="2560320"/>
              <a:ext cx="2836545" cy="1442085"/>
            </a:xfrm>
            <a:custGeom>
              <a:avLst/>
              <a:gdLst/>
              <a:ahLst/>
              <a:cxnLst/>
              <a:rect l="l" t="t" r="r" b="b"/>
              <a:pathLst>
                <a:path w="2836545" h="1442085" extrusionOk="0">
                  <a:moveTo>
                    <a:pt x="0" y="0"/>
                  </a:moveTo>
                  <a:lnTo>
                    <a:pt x="2836164" y="0"/>
                  </a:lnTo>
                  <a:lnTo>
                    <a:pt x="2836164" y="1441703"/>
                  </a:lnTo>
                  <a:lnTo>
                    <a:pt x="0" y="1441703"/>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1236" name="Google Shape;1236;p60"/>
          <p:cNvGrpSpPr/>
          <p:nvPr/>
        </p:nvGrpSpPr>
        <p:grpSpPr>
          <a:xfrm>
            <a:off x="713893" y="5570892"/>
            <a:ext cx="4334110" cy="2621595"/>
            <a:chOff x="1470660" y="4072126"/>
            <a:chExt cx="2836545" cy="1445260"/>
          </a:xfrm>
        </p:grpSpPr>
        <p:pic>
          <p:nvPicPr>
            <p:cNvPr id="1237" name="Google Shape;1237;p60"/>
            <p:cNvPicPr preferRelativeResize="0"/>
            <p:nvPr/>
          </p:nvPicPr>
          <p:blipFill rotWithShape="1">
            <a:blip r:embed="rId5">
              <a:alphaModFix/>
            </a:blip>
            <a:srcRect/>
            <a:stretch/>
          </p:blipFill>
          <p:spPr>
            <a:xfrm>
              <a:off x="1475232" y="4076698"/>
              <a:ext cx="2807523" cy="1435607"/>
            </a:xfrm>
            <a:prstGeom prst="rect">
              <a:avLst/>
            </a:prstGeom>
            <a:noFill/>
            <a:ln>
              <a:noFill/>
            </a:ln>
          </p:spPr>
        </p:pic>
        <p:sp>
          <p:nvSpPr>
            <p:cNvPr id="1238" name="Google Shape;1238;p60"/>
            <p:cNvSpPr/>
            <p:nvPr/>
          </p:nvSpPr>
          <p:spPr>
            <a:xfrm>
              <a:off x="1470660" y="4072126"/>
              <a:ext cx="2836545" cy="1445260"/>
            </a:xfrm>
            <a:custGeom>
              <a:avLst/>
              <a:gdLst/>
              <a:ahLst/>
              <a:cxnLst/>
              <a:rect l="l" t="t" r="r" b="b"/>
              <a:pathLst>
                <a:path w="2836545" h="1445260" extrusionOk="0">
                  <a:moveTo>
                    <a:pt x="0" y="0"/>
                  </a:moveTo>
                  <a:lnTo>
                    <a:pt x="2836164" y="0"/>
                  </a:lnTo>
                  <a:lnTo>
                    <a:pt x="2836164" y="1444752"/>
                  </a:lnTo>
                  <a:lnTo>
                    <a:pt x="0" y="1444752"/>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1239" name="Google Shape;1239;p60"/>
          <p:cNvGrpSpPr/>
          <p:nvPr/>
        </p:nvGrpSpPr>
        <p:grpSpPr>
          <a:xfrm>
            <a:off x="5356586" y="5798920"/>
            <a:ext cx="4334110" cy="2477038"/>
            <a:chOff x="4419600" y="2560320"/>
            <a:chExt cx="2834640" cy="1445260"/>
          </a:xfrm>
        </p:grpSpPr>
        <p:pic>
          <p:nvPicPr>
            <p:cNvPr id="1240" name="Google Shape;1240;p60"/>
            <p:cNvPicPr preferRelativeResize="0"/>
            <p:nvPr/>
          </p:nvPicPr>
          <p:blipFill rotWithShape="1">
            <a:blip r:embed="rId6">
              <a:alphaModFix/>
            </a:blip>
            <a:srcRect/>
            <a:stretch/>
          </p:blipFill>
          <p:spPr>
            <a:xfrm>
              <a:off x="4424172" y="2564892"/>
              <a:ext cx="2806009" cy="1435607"/>
            </a:xfrm>
            <a:prstGeom prst="rect">
              <a:avLst/>
            </a:prstGeom>
            <a:noFill/>
            <a:ln>
              <a:noFill/>
            </a:ln>
          </p:spPr>
        </p:pic>
        <p:sp>
          <p:nvSpPr>
            <p:cNvPr id="1241" name="Google Shape;1241;p60"/>
            <p:cNvSpPr/>
            <p:nvPr/>
          </p:nvSpPr>
          <p:spPr>
            <a:xfrm>
              <a:off x="4419600" y="2560320"/>
              <a:ext cx="2834640" cy="1445260"/>
            </a:xfrm>
            <a:custGeom>
              <a:avLst/>
              <a:gdLst/>
              <a:ahLst/>
              <a:cxnLst/>
              <a:rect l="l" t="t" r="r" b="b"/>
              <a:pathLst>
                <a:path w="2834640" h="1445260" extrusionOk="0">
                  <a:moveTo>
                    <a:pt x="0" y="0"/>
                  </a:moveTo>
                  <a:lnTo>
                    <a:pt x="2834640" y="0"/>
                  </a:lnTo>
                  <a:lnTo>
                    <a:pt x="2834640" y="1444752"/>
                  </a:lnTo>
                  <a:lnTo>
                    <a:pt x="0" y="1444752"/>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1242" name="Google Shape;1242;p60"/>
          <p:cNvGrpSpPr/>
          <p:nvPr/>
        </p:nvGrpSpPr>
        <p:grpSpPr>
          <a:xfrm>
            <a:off x="4664065" y="1464611"/>
            <a:ext cx="2887978" cy="1299971"/>
            <a:chOff x="5757670" y="1386839"/>
            <a:chExt cx="2887978" cy="1299971"/>
          </a:xfrm>
        </p:grpSpPr>
        <p:pic>
          <p:nvPicPr>
            <p:cNvPr id="1243" name="Google Shape;1243;p60"/>
            <p:cNvPicPr preferRelativeResize="0"/>
            <p:nvPr/>
          </p:nvPicPr>
          <p:blipFill rotWithShape="1">
            <a:blip r:embed="rId7">
              <a:alphaModFix/>
            </a:blip>
            <a:srcRect/>
            <a:stretch/>
          </p:blipFill>
          <p:spPr>
            <a:xfrm>
              <a:off x="5757670" y="1386839"/>
              <a:ext cx="2887978" cy="1299971"/>
            </a:xfrm>
            <a:prstGeom prst="rect">
              <a:avLst/>
            </a:prstGeom>
            <a:noFill/>
            <a:ln>
              <a:noFill/>
            </a:ln>
          </p:spPr>
        </p:pic>
        <p:pic>
          <p:nvPicPr>
            <p:cNvPr id="1244" name="Google Shape;1244;p60"/>
            <p:cNvPicPr preferRelativeResize="0"/>
            <p:nvPr/>
          </p:nvPicPr>
          <p:blipFill rotWithShape="1">
            <a:blip r:embed="rId8">
              <a:alphaModFix/>
            </a:blip>
            <a:srcRect/>
            <a:stretch/>
          </p:blipFill>
          <p:spPr>
            <a:xfrm>
              <a:off x="5822821" y="1412747"/>
              <a:ext cx="2781679" cy="1204339"/>
            </a:xfrm>
            <a:prstGeom prst="rect">
              <a:avLst/>
            </a:prstGeom>
            <a:noFill/>
            <a:ln>
              <a:noFill/>
            </a:ln>
          </p:spPr>
        </p:pic>
        <p:sp>
          <p:nvSpPr>
            <p:cNvPr id="1245" name="Google Shape;1245;p60"/>
            <p:cNvSpPr/>
            <p:nvPr/>
          </p:nvSpPr>
          <p:spPr>
            <a:xfrm>
              <a:off x="5822821" y="1412747"/>
              <a:ext cx="2781935" cy="1204595"/>
            </a:xfrm>
            <a:custGeom>
              <a:avLst/>
              <a:gdLst/>
              <a:ahLst/>
              <a:cxnLst/>
              <a:rect l="l" t="t" r="r" b="b"/>
              <a:pathLst>
                <a:path w="2781934" h="1204595" extrusionOk="0">
                  <a:moveTo>
                    <a:pt x="693801" y="0"/>
                  </a:moveTo>
                  <a:lnTo>
                    <a:pt x="1041781" y="0"/>
                  </a:lnTo>
                  <a:lnTo>
                    <a:pt x="1563752" y="0"/>
                  </a:lnTo>
                  <a:lnTo>
                    <a:pt x="2781682" y="0"/>
                  </a:lnTo>
                  <a:lnTo>
                    <a:pt x="2781682" y="336042"/>
                  </a:lnTo>
                  <a:lnTo>
                    <a:pt x="2781682" y="480059"/>
                  </a:lnTo>
                  <a:lnTo>
                    <a:pt x="2781682" y="576072"/>
                  </a:lnTo>
                  <a:lnTo>
                    <a:pt x="1563752" y="576072"/>
                  </a:lnTo>
                  <a:lnTo>
                    <a:pt x="0" y="1204341"/>
                  </a:lnTo>
                  <a:lnTo>
                    <a:pt x="1041781" y="576072"/>
                  </a:lnTo>
                  <a:lnTo>
                    <a:pt x="693801" y="576072"/>
                  </a:lnTo>
                  <a:lnTo>
                    <a:pt x="693801" y="480059"/>
                  </a:lnTo>
                  <a:lnTo>
                    <a:pt x="693801" y="336042"/>
                  </a:lnTo>
                  <a:lnTo>
                    <a:pt x="693801" y="0"/>
                  </a:lnTo>
                  <a:close/>
                </a:path>
              </a:pathLst>
            </a:custGeom>
            <a:noFill/>
            <a:ln w="9525" cap="flat" cmpd="sng">
              <a:solidFill>
                <a:srgbClr val="FF901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246" name="Google Shape;1246;p60"/>
          <p:cNvSpPr txBox="1"/>
          <p:nvPr/>
        </p:nvSpPr>
        <p:spPr>
          <a:xfrm>
            <a:off x="5776940" y="1524363"/>
            <a:ext cx="1991499" cy="568232"/>
          </a:xfrm>
          <a:prstGeom prst="rect">
            <a:avLst/>
          </a:prstGeom>
          <a:noFill/>
          <a:ln>
            <a:noFill/>
          </a:ln>
        </p:spPr>
        <p:txBody>
          <a:bodyPr spcFirstLastPara="1" wrap="square" lIns="0" tIns="26650" rIns="0" bIns="0" anchor="t" anchorCtr="0">
            <a:spAutoFit/>
          </a:bodyPr>
          <a:lstStyle/>
          <a:p>
            <a:pPr marL="183515" marR="5080" lvl="0" indent="-170815" algn="l" rtl="0">
              <a:lnSpc>
                <a:spcPct val="87916"/>
              </a:lnSpc>
              <a:spcBef>
                <a:spcPts val="0"/>
              </a:spcBef>
              <a:spcAft>
                <a:spcPts val="0"/>
              </a:spcAft>
              <a:buNone/>
            </a:pPr>
            <a:r>
              <a:rPr lang="en-US" sz="2400">
                <a:solidFill>
                  <a:srgbClr val="001F5F"/>
                </a:solidFill>
                <a:latin typeface="Arial"/>
                <a:ea typeface="Arial"/>
                <a:cs typeface="Arial"/>
                <a:sym typeface="Arial"/>
              </a:rPr>
              <a:t>Randomized attributes</a:t>
            </a:r>
            <a:endParaRPr sz="2400">
              <a:latin typeface="Arial"/>
              <a:ea typeface="Arial"/>
              <a:cs typeface="Arial"/>
              <a:sym typeface="Arial"/>
            </a:endParaRPr>
          </a:p>
        </p:txBody>
      </p:sp>
      <p:sp>
        <p:nvSpPr>
          <p:cNvPr id="1247" name="Google Shape;1247;p60"/>
          <p:cNvSpPr/>
          <p:nvPr/>
        </p:nvSpPr>
        <p:spPr>
          <a:xfrm>
            <a:off x="2021458" y="8304160"/>
            <a:ext cx="5773420" cy="474221"/>
          </a:xfrm>
          <a:custGeom>
            <a:avLst/>
            <a:gdLst/>
            <a:ahLst/>
            <a:cxnLst/>
            <a:rect l="l" t="t" r="r" b="b"/>
            <a:pathLst>
              <a:path w="5773420" h="216535" extrusionOk="0">
                <a:moveTo>
                  <a:pt x="5772912" y="0"/>
                </a:moveTo>
                <a:lnTo>
                  <a:pt x="5771487" y="42120"/>
                </a:lnTo>
                <a:lnTo>
                  <a:pt x="5767609" y="76514"/>
                </a:lnTo>
                <a:lnTo>
                  <a:pt x="5761874" y="99701"/>
                </a:lnTo>
                <a:lnTo>
                  <a:pt x="5754878" y="108203"/>
                </a:lnTo>
                <a:lnTo>
                  <a:pt x="2904490" y="108203"/>
                </a:lnTo>
                <a:lnTo>
                  <a:pt x="2897493" y="116706"/>
                </a:lnTo>
                <a:lnTo>
                  <a:pt x="2891758" y="139893"/>
                </a:lnTo>
                <a:lnTo>
                  <a:pt x="2887880" y="174287"/>
                </a:lnTo>
                <a:lnTo>
                  <a:pt x="2886456" y="216407"/>
                </a:lnTo>
                <a:lnTo>
                  <a:pt x="2885031" y="174287"/>
                </a:lnTo>
                <a:lnTo>
                  <a:pt x="2881153" y="139893"/>
                </a:lnTo>
                <a:lnTo>
                  <a:pt x="2875418" y="116706"/>
                </a:lnTo>
                <a:lnTo>
                  <a:pt x="2868422" y="108203"/>
                </a:lnTo>
                <a:lnTo>
                  <a:pt x="18034" y="108203"/>
                </a:lnTo>
                <a:lnTo>
                  <a:pt x="11037" y="99699"/>
                </a:lnTo>
                <a:lnTo>
                  <a:pt x="5302" y="76509"/>
                </a:lnTo>
                <a:lnTo>
                  <a:pt x="1424" y="42115"/>
                </a:lnTo>
                <a:lnTo>
                  <a:pt x="0" y="0"/>
                </a:lnTo>
              </a:path>
            </a:pathLst>
          </a:custGeom>
          <a:noFill/>
          <a:ln w="19800"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248" name="Google Shape;1248;p60"/>
          <p:cNvSpPr txBox="1"/>
          <p:nvPr/>
        </p:nvSpPr>
        <p:spPr>
          <a:xfrm>
            <a:off x="2021458" y="8889493"/>
            <a:ext cx="6385941"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solidFill>
                  <a:srgbClr val="001F5F"/>
                </a:solidFill>
                <a:latin typeface="Arial"/>
                <a:ea typeface="Arial"/>
                <a:cs typeface="Arial"/>
                <a:sym typeface="Arial"/>
              </a:rPr>
              <a:t>Classification as majority vote of random trees</a:t>
            </a:r>
            <a:endParaRPr sz="2400">
              <a:latin typeface="Arial"/>
              <a:ea typeface="Arial"/>
              <a:cs typeface="Arial"/>
              <a:sym typeface="Arial"/>
            </a:endParaRPr>
          </a:p>
        </p:txBody>
      </p:sp>
      <p:pic>
        <p:nvPicPr>
          <p:cNvPr id="1249" name="Google Shape;1249;p60"/>
          <p:cNvPicPr preferRelativeResize="0"/>
          <p:nvPr/>
        </p:nvPicPr>
        <p:blipFill rotWithShape="1">
          <a:blip r:embed="rId9">
            <a:alphaModFix/>
          </a:blip>
          <a:srcRect/>
          <a:stretch/>
        </p:blipFill>
        <p:spPr>
          <a:xfrm>
            <a:off x="8010476" y="1575245"/>
            <a:ext cx="4683627" cy="1234988"/>
          </a:xfrm>
          <a:prstGeom prst="rect">
            <a:avLst/>
          </a:prstGeom>
          <a:noFill/>
          <a:ln>
            <a:noFill/>
          </a:ln>
        </p:spPr>
      </p:pic>
      <p:pic>
        <p:nvPicPr>
          <p:cNvPr id="1250" name="Google Shape;1250;p60"/>
          <p:cNvPicPr preferRelativeResize="0"/>
          <p:nvPr/>
        </p:nvPicPr>
        <p:blipFill rotWithShape="1">
          <a:blip r:embed="rId10">
            <a:alphaModFix/>
          </a:blip>
          <a:srcRect/>
          <a:stretch/>
        </p:blipFill>
        <p:spPr>
          <a:xfrm>
            <a:off x="7920444" y="1459011"/>
            <a:ext cx="4863693" cy="1421212"/>
          </a:xfrm>
          <a:prstGeom prst="rect">
            <a:avLst/>
          </a:prstGeom>
          <a:noFill/>
          <a:ln>
            <a:noFill/>
          </a:ln>
        </p:spPr>
      </p:pic>
      <p:sp>
        <p:nvSpPr>
          <p:cNvPr id="1251" name="Google Shape;1251;p60"/>
          <p:cNvSpPr txBox="1"/>
          <p:nvPr/>
        </p:nvSpPr>
        <p:spPr>
          <a:xfrm>
            <a:off x="10021756" y="1903707"/>
            <a:ext cx="2645866" cy="570156"/>
          </a:xfrm>
          <a:prstGeom prst="rect">
            <a:avLst/>
          </a:prstGeom>
          <a:noFill/>
          <a:ln>
            <a:noFill/>
          </a:ln>
        </p:spPr>
        <p:txBody>
          <a:bodyPr spcFirstLastPara="1" wrap="square" lIns="0" tIns="28575" rIns="0" bIns="0" anchor="t" anchorCtr="0">
            <a:spAutoFit/>
          </a:bodyPr>
          <a:lstStyle/>
          <a:p>
            <a:pPr marL="315595" marR="5080" lvl="0" indent="-303530" algn="l" rtl="0">
              <a:lnSpc>
                <a:spcPct val="87083"/>
              </a:lnSpc>
              <a:spcBef>
                <a:spcPts val="0"/>
              </a:spcBef>
              <a:spcAft>
                <a:spcPts val="0"/>
              </a:spcAft>
              <a:buNone/>
            </a:pPr>
            <a:r>
              <a:rPr lang="en-US" sz="2400">
                <a:solidFill>
                  <a:srgbClr val="001F5F"/>
                </a:solidFill>
                <a:latin typeface="Arial"/>
                <a:ea typeface="Arial"/>
                <a:cs typeface="Arial"/>
                <a:sym typeface="Arial"/>
              </a:rPr>
              <a:t>Randomized subset</a:t>
            </a:r>
            <a:endParaRPr sz="2400">
              <a:latin typeface="Arial"/>
              <a:ea typeface="Arial"/>
              <a:cs typeface="Arial"/>
              <a:sym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255"/>
        <p:cNvGrpSpPr/>
        <p:nvPr/>
      </p:nvGrpSpPr>
      <p:grpSpPr>
        <a:xfrm>
          <a:off x="0" y="0"/>
          <a:ext cx="0" cy="0"/>
          <a:chOff x="0" y="0"/>
          <a:chExt cx="0" cy="0"/>
        </a:xfrm>
      </p:grpSpPr>
      <p:sp useBgFill="1">
        <p:nvSpPr>
          <p:cNvPr id="1262" name="Rectangle 1261">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4" name="Rectangle 1263">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00283" y="1901099"/>
            <a:ext cx="9753600" cy="5951403"/>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6" name="Rectangle 1265">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47635" y="1553374"/>
            <a:ext cx="9025719" cy="5947819"/>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8" name="Rectangle 1267">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86038" y="5000501"/>
            <a:ext cx="3558370" cy="5947819"/>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0" name="Rectangle 1269">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672536" y="2128846"/>
            <a:ext cx="9753601" cy="5495906"/>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2" name="Oval 1271">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05638" y="2372672"/>
            <a:ext cx="6141586" cy="4606190"/>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56" name="Google Shape;1256;p61" descr="$PPTXTitle"/>
          <p:cNvSpPr txBox="1">
            <a:spLocks noGrp="1"/>
          </p:cNvSpPr>
          <p:nvPr>
            <p:ph type="title"/>
          </p:nvPr>
        </p:nvSpPr>
        <p:spPr>
          <a:xfrm>
            <a:off x="881489" y="834638"/>
            <a:ext cx="4512106" cy="4817773"/>
          </a:xfrm>
          <a:prstGeom prst="rect">
            <a:avLst/>
          </a:prstGeom>
        </p:spPr>
        <p:txBody>
          <a:bodyPr spcFirstLastPara="1" vert="horz" lIns="91440" tIns="45720" rIns="91440" bIns="45720" rtlCol="0" anchor="b" anchorCtr="0">
            <a:normAutofit/>
          </a:bodyPr>
          <a:lstStyle/>
          <a:p>
            <a:pPr marL="12700" lvl="0" indent="0" algn="r">
              <a:lnSpc>
                <a:spcPct val="90000"/>
              </a:lnSpc>
              <a:spcBef>
                <a:spcPct val="0"/>
              </a:spcBef>
              <a:spcAft>
                <a:spcPts val="0"/>
              </a:spcAft>
            </a:pPr>
            <a:r>
              <a:rPr lang="en-US" sz="5000" b="1" kern="1200">
                <a:solidFill>
                  <a:srgbClr val="FFFFFF"/>
                </a:solidFill>
                <a:latin typeface="+mj-lt"/>
                <a:ea typeface="+mj-ea"/>
                <a:cs typeface="+mj-cs"/>
              </a:rPr>
              <a:t>Bagging as Ensemble Learner</a:t>
            </a:r>
          </a:p>
        </p:txBody>
      </p:sp>
      <p:sp>
        <p:nvSpPr>
          <p:cNvPr id="1257" name="Google Shape;1257;p61"/>
          <p:cNvSpPr txBox="1"/>
          <p:nvPr/>
        </p:nvSpPr>
        <p:spPr>
          <a:xfrm>
            <a:off x="6936701" y="923704"/>
            <a:ext cx="5186611" cy="7887712"/>
          </a:xfrm>
          <a:prstGeom prst="rect">
            <a:avLst/>
          </a:prstGeom>
        </p:spPr>
        <p:txBody>
          <a:bodyPr spcFirstLastPara="1" vert="horz" lIns="91440" tIns="45720" rIns="91440" bIns="45720" rtlCol="0" anchor="ctr" anchorCtr="0">
            <a:normAutofit/>
          </a:bodyPr>
          <a:lstStyle/>
          <a:p>
            <a:pPr marL="185420" lvl="0" indent="-228600">
              <a:lnSpc>
                <a:spcPct val="90000"/>
              </a:lnSpc>
              <a:spcBef>
                <a:spcPts val="0"/>
              </a:spcBef>
              <a:spcAft>
                <a:spcPts val="0"/>
              </a:spcAft>
              <a:buClr>
                <a:srgbClr val="001F5F"/>
              </a:buClr>
              <a:buSzPts val="2400"/>
              <a:buFont typeface="Arial" panose="020B0604020202020204" pitchFamily="34" charset="0"/>
              <a:buChar char="•"/>
            </a:pPr>
            <a:r>
              <a:rPr lang="en-US" sz="2500" kern="1200">
                <a:solidFill>
                  <a:schemeClr val="tx1"/>
                </a:solidFill>
                <a:latin typeface="+mn-lt"/>
                <a:ea typeface="+mn-ea"/>
                <a:cs typeface="+mn-cs"/>
                <a:sym typeface="Arial"/>
              </a:rPr>
              <a:t>Bagging is short for </a:t>
            </a:r>
            <a:r>
              <a:rPr lang="en-US" sz="2500" i="1" kern="1200">
                <a:solidFill>
                  <a:schemeClr val="tx1"/>
                </a:solidFill>
                <a:latin typeface="+mn-lt"/>
                <a:ea typeface="+mn-ea"/>
                <a:cs typeface="+mn-cs"/>
                <a:sym typeface="Arial"/>
              </a:rPr>
              <a:t>bootstrap aggregating</a:t>
            </a:r>
            <a:endParaRPr lang="en-US" sz="2500" kern="1200">
              <a:solidFill>
                <a:schemeClr val="tx1"/>
              </a:solidFill>
              <a:latin typeface="+mn-lt"/>
              <a:ea typeface="+mn-ea"/>
              <a:cs typeface="+mn-cs"/>
              <a:sym typeface="Arial"/>
            </a:endParaRPr>
          </a:p>
          <a:p>
            <a:pPr marL="185420" lvl="0" indent="-228600">
              <a:lnSpc>
                <a:spcPct val="90000"/>
              </a:lnSpc>
              <a:spcBef>
                <a:spcPts val="0"/>
              </a:spcBef>
              <a:spcAft>
                <a:spcPts val="0"/>
              </a:spcAft>
              <a:buClr>
                <a:srgbClr val="001F5F"/>
              </a:buClr>
              <a:buSzPts val="2400"/>
              <a:buFont typeface="Arial" panose="020B0604020202020204" pitchFamily="34" charset="0"/>
              <a:buChar char="•"/>
            </a:pPr>
            <a:r>
              <a:rPr lang="en-US" sz="2500" kern="1200">
                <a:solidFill>
                  <a:schemeClr val="tx1"/>
                </a:solidFill>
                <a:latin typeface="+mn-lt"/>
                <a:ea typeface="+mn-ea"/>
                <a:cs typeface="+mn-cs"/>
                <a:sym typeface="Arial"/>
              </a:rPr>
              <a:t>Randomly draw subsamples of training data</a:t>
            </a:r>
          </a:p>
          <a:p>
            <a:pPr marL="185420" lvl="0" indent="-228600">
              <a:lnSpc>
                <a:spcPct val="90000"/>
              </a:lnSpc>
              <a:spcBef>
                <a:spcPts val="575"/>
              </a:spcBef>
              <a:spcAft>
                <a:spcPts val="0"/>
              </a:spcAft>
              <a:buClr>
                <a:srgbClr val="001F5F"/>
              </a:buClr>
              <a:buSzPts val="2400"/>
              <a:buFont typeface="Arial" panose="020B0604020202020204" pitchFamily="34" charset="0"/>
              <a:buChar char="•"/>
            </a:pPr>
            <a:r>
              <a:rPr lang="en-US" sz="2500" kern="1200">
                <a:solidFill>
                  <a:schemeClr val="tx1"/>
                </a:solidFill>
                <a:latin typeface="+mn-lt"/>
                <a:ea typeface="+mn-ea"/>
                <a:cs typeface="+mn-cs"/>
                <a:sym typeface="Arial"/>
              </a:rPr>
              <a:t>Build model for each subsample ensemble of models</a:t>
            </a:r>
          </a:p>
          <a:p>
            <a:pPr marL="185420" lvl="0" indent="-228600">
              <a:lnSpc>
                <a:spcPct val="90000"/>
              </a:lnSpc>
              <a:spcBef>
                <a:spcPts val="580"/>
              </a:spcBef>
              <a:spcAft>
                <a:spcPts val="0"/>
              </a:spcAft>
              <a:buClr>
                <a:srgbClr val="001F5F"/>
              </a:buClr>
              <a:buSzPts val="2400"/>
              <a:buFont typeface="Arial" panose="020B0604020202020204" pitchFamily="34" charset="0"/>
              <a:buChar char="•"/>
            </a:pPr>
            <a:r>
              <a:rPr lang="en-US" sz="2500" kern="1200">
                <a:solidFill>
                  <a:schemeClr val="tx1"/>
                </a:solidFill>
                <a:latin typeface="+mn-lt"/>
                <a:ea typeface="+mn-ea"/>
                <a:cs typeface="+mn-cs"/>
                <a:sym typeface="Arial"/>
              </a:rPr>
              <a:t>Voting to create class</a:t>
            </a:r>
          </a:p>
          <a:p>
            <a:pPr marL="527050" lvl="1" indent="-228600">
              <a:lnSpc>
                <a:spcPct val="90000"/>
              </a:lnSpc>
              <a:spcBef>
                <a:spcPts val="180"/>
              </a:spcBef>
              <a:spcAft>
                <a:spcPts val="0"/>
              </a:spcAft>
              <a:buClr>
                <a:srgbClr val="001F5F"/>
              </a:buClr>
              <a:buSzPts val="2400"/>
              <a:buFont typeface="Arial" panose="020B0604020202020204" pitchFamily="34" charset="0"/>
              <a:buChar char="•"/>
            </a:pPr>
            <a:r>
              <a:rPr lang="en-US" sz="2500" kern="1200">
                <a:solidFill>
                  <a:schemeClr val="tx1"/>
                </a:solidFill>
                <a:latin typeface="+mn-lt"/>
                <a:ea typeface="+mn-ea"/>
                <a:cs typeface="+mn-cs"/>
                <a:sym typeface="Arial"/>
              </a:rPr>
              <a:t>Can be weighted, e.g., using quality of ensemble models</a:t>
            </a:r>
          </a:p>
          <a:p>
            <a:pPr marL="185420" lvl="0" indent="-228600">
              <a:lnSpc>
                <a:spcPct val="90000"/>
              </a:lnSpc>
              <a:spcBef>
                <a:spcPts val="0"/>
              </a:spcBef>
              <a:spcAft>
                <a:spcPts val="0"/>
              </a:spcAft>
              <a:buClr>
                <a:srgbClr val="001F5F"/>
              </a:buClr>
              <a:buSzPts val="2400"/>
              <a:buFont typeface="Arial" panose="020B0604020202020204" pitchFamily="34" charset="0"/>
              <a:buChar char="•"/>
            </a:pPr>
            <a:r>
              <a:rPr lang="en-US" sz="2500" kern="1200">
                <a:solidFill>
                  <a:schemeClr val="tx1"/>
                </a:solidFill>
                <a:latin typeface="+mn-lt"/>
                <a:ea typeface="+mn-ea"/>
                <a:cs typeface="+mn-cs"/>
                <a:sym typeface="Arial"/>
              </a:rPr>
              <a:t>Random Forests combine Bagging with</a:t>
            </a:r>
          </a:p>
          <a:p>
            <a:pPr marL="527050" lvl="1" indent="-228600">
              <a:lnSpc>
                <a:spcPct val="90000"/>
              </a:lnSpc>
              <a:spcBef>
                <a:spcPts val="300"/>
              </a:spcBef>
              <a:spcAft>
                <a:spcPts val="0"/>
              </a:spcAft>
              <a:buClr>
                <a:srgbClr val="001F5F"/>
              </a:buClr>
              <a:buSzPts val="2400"/>
              <a:buFont typeface="Arial" panose="020B0604020202020204" pitchFamily="34" charset="0"/>
              <a:buChar char="•"/>
            </a:pPr>
            <a:r>
              <a:rPr lang="en-US" sz="2500" kern="1200">
                <a:solidFill>
                  <a:schemeClr val="tx1"/>
                </a:solidFill>
                <a:latin typeface="+mn-lt"/>
                <a:ea typeface="+mn-ea"/>
                <a:cs typeface="+mn-cs"/>
                <a:sym typeface="Arial"/>
              </a:rPr>
              <a:t>Short decision trees, i.e., low depth</a:t>
            </a:r>
          </a:p>
          <a:p>
            <a:pPr marL="527050" lvl="1" indent="-228600">
              <a:lnSpc>
                <a:spcPct val="90000"/>
              </a:lnSpc>
              <a:spcBef>
                <a:spcPts val="120"/>
              </a:spcBef>
              <a:spcAft>
                <a:spcPts val="0"/>
              </a:spcAft>
              <a:buClr>
                <a:srgbClr val="001F5F"/>
              </a:buClr>
              <a:buSzPts val="2400"/>
              <a:buFont typeface="Arial" panose="020B0604020202020204" pitchFamily="34" charset="0"/>
              <a:buChar char="•"/>
            </a:pPr>
            <a:r>
              <a:rPr lang="en-US" sz="2500" kern="1200">
                <a:solidFill>
                  <a:schemeClr val="tx1"/>
                </a:solidFill>
                <a:latin typeface="+mn-lt"/>
                <a:ea typeface="+mn-ea"/>
                <a:cs typeface="+mn-cs"/>
                <a:sym typeface="Arial"/>
              </a:rPr>
              <a:t>Allowing only a random subset of features for each decision</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Shape 1261"/>
        <p:cNvGrpSpPr/>
        <p:nvPr/>
      </p:nvGrpSpPr>
      <p:grpSpPr>
        <a:xfrm>
          <a:off x="0" y="0"/>
          <a:ext cx="0" cy="0"/>
          <a:chOff x="0" y="0"/>
          <a:chExt cx="0" cy="0"/>
        </a:xfrm>
      </p:grpSpPr>
      <p:sp>
        <p:nvSpPr>
          <p:cNvPr id="1262" name="Google Shape;1262;p62" descr="$PPTXTitle"/>
          <p:cNvSpPr txBox="1">
            <a:spLocks noGrp="1"/>
          </p:cNvSpPr>
          <p:nvPr>
            <p:ph type="title"/>
          </p:nvPr>
        </p:nvSpPr>
        <p:spPr>
          <a:xfrm>
            <a:off x="707542" y="494791"/>
            <a:ext cx="11589715" cy="757643"/>
          </a:xfrm>
          <a:prstGeom prst="rect">
            <a:avLst/>
          </a:prstGeom>
          <a:noFill/>
          <a:ln>
            <a:noFill/>
          </a:ln>
        </p:spPr>
        <p:txBody>
          <a:bodyPr spcFirstLastPara="1" wrap="square" lIns="0" tIns="232150" rIns="0" bIns="0" anchor="t" anchorCtr="0">
            <a:spAutoFit/>
          </a:bodyPr>
          <a:lstStyle/>
          <a:p>
            <a:pPr marL="12700" lvl="0" indent="0" algn="l" rtl="0">
              <a:lnSpc>
                <a:spcPct val="100000"/>
              </a:lnSpc>
              <a:spcBef>
                <a:spcPts val="0"/>
              </a:spcBef>
              <a:spcAft>
                <a:spcPts val="0"/>
              </a:spcAft>
              <a:buNone/>
            </a:pPr>
            <a:r>
              <a:rPr lang="en-US" sz="3400" b="1">
                <a:solidFill>
                  <a:srgbClr val="0070C0"/>
                </a:solidFill>
              </a:rPr>
              <a:t>Decision Surface of Random Forests</a:t>
            </a:r>
            <a:endParaRPr sz="3400" b="1">
              <a:solidFill>
                <a:srgbClr val="0070C0"/>
              </a:solidFill>
            </a:endParaRPr>
          </a:p>
        </p:txBody>
      </p:sp>
      <p:grpSp>
        <p:nvGrpSpPr>
          <p:cNvPr id="1263" name="Google Shape;1263;p62"/>
          <p:cNvGrpSpPr/>
          <p:nvPr/>
        </p:nvGrpSpPr>
        <p:grpSpPr>
          <a:xfrm>
            <a:off x="3456659" y="2019357"/>
            <a:ext cx="3131668" cy="2553378"/>
            <a:chOff x="2749294" y="1825750"/>
            <a:chExt cx="1521460" cy="1089660"/>
          </a:xfrm>
        </p:grpSpPr>
        <p:pic>
          <p:nvPicPr>
            <p:cNvPr id="1264" name="Google Shape;1264;p62"/>
            <p:cNvPicPr preferRelativeResize="0"/>
            <p:nvPr/>
          </p:nvPicPr>
          <p:blipFill rotWithShape="1">
            <a:blip r:embed="rId3">
              <a:alphaModFix/>
            </a:blip>
            <a:srcRect/>
            <a:stretch/>
          </p:blipFill>
          <p:spPr>
            <a:xfrm>
              <a:off x="2753866" y="1863569"/>
              <a:ext cx="1511808" cy="1030644"/>
            </a:xfrm>
            <a:prstGeom prst="rect">
              <a:avLst/>
            </a:prstGeom>
            <a:noFill/>
            <a:ln>
              <a:noFill/>
            </a:ln>
          </p:spPr>
        </p:pic>
        <p:sp>
          <p:nvSpPr>
            <p:cNvPr id="1265" name="Google Shape;1265;p62"/>
            <p:cNvSpPr/>
            <p:nvPr/>
          </p:nvSpPr>
          <p:spPr>
            <a:xfrm>
              <a:off x="2749294" y="1825750"/>
              <a:ext cx="1521460" cy="1089660"/>
            </a:xfrm>
            <a:custGeom>
              <a:avLst/>
              <a:gdLst/>
              <a:ahLst/>
              <a:cxnLst/>
              <a:rect l="l" t="t" r="r" b="b"/>
              <a:pathLst>
                <a:path w="1521460" h="1089660" extrusionOk="0">
                  <a:moveTo>
                    <a:pt x="0" y="0"/>
                  </a:moveTo>
                  <a:lnTo>
                    <a:pt x="1520952" y="0"/>
                  </a:lnTo>
                  <a:lnTo>
                    <a:pt x="1520952" y="1089660"/>
                  </a:lnTo>
                  <a:lnTo>
                    <a:pt x="0" y="1089660"/>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1266" name="Google Shape;1266;p62"/>
          <p:cNvGrpSpPr/>
          <p:nvPr/>
        </p:nvGrpSpPr>
        <p:grpSpPr>
          <a:xfrm>
            <a:off x="75630" y="1470038"/>
            <a:ext cx="3651673" cy="2688631"/>
            <a:chOff x="1028699" y="1825750"/>
            <a:chExt cx="1521460" cy="1089660"/>
          </a:xfrm>
        </p:grpSpPr>
        <p:pic>
          <p:nvPicPr>
            <p:cNvPr id="1267" name="Google Shape;1267;p62"/>
            <p:cNvPicPr preferRelativeResize="0"/>
            <p:nvPr/>
          </p:nvPicPr>
          <p:blipFill rotWithShape="1">
            <a:blip r:embed="rId4">
              <a:alphaModFix/>
            </a:blip>
            <a:srcRect/>
            <a:stretch/>
          </p:blipFill>
          <p:spPr>
            <a:xfrm>
              <a:off x="1033271" y="1830322"/>
              <a:ext cx="1511807" cy="1067999"/>
            </a:xfrm>
            <a:prstGeom prst="rect">
              <a:avLst/>
            </a:prstGeom>
            <a:noFill/>
            <a:ln>
              <a:noFill/>
            </a:ln>
          </p:spPr>
        </p:pic>
        <p:sp>
          <p:nvSpPr>
            <p:cNvPr id="1268" name="Google Shape;1268;p62"/>
            <p:cNvSpPr/>
            <p:nvPr/>
          </p:nvSpPr>
          <p:spPr>
            <a:xfrm>
              <a:off x="1028699" y="1825750"/>
              <a:ext cx="1521460" cy="1089660"/>
            </a:xfrm>
            <a:custGeom>
              <a:avLst/>
              <a:gdLst/>
              <a:ahLst/>
              <a:cxnLst/>
              <a:rect l="l" t="t" r="r" b="b"/>
              <a:pathLst>
                <a:path w="1521460" h="1089660" extrusionOk="0">
                  <a:moveTo>
                    <a:pt x="0" y="0"/>
                  </a:moveTo>
                  <a:lnTo>
                    <a:pt x="1520952" y="0"/>
                  </a:lnTo>
                  <a:lnTo>
                    <a:pt x="1520952" y="1089660"/>
                  </a:lnTo>
                  <a:lnTo>
                    <a:pt x="0" y="1089660"/>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1269" name="Google Shape;1269;p62"/>
          <p:cNvGrpSpPr/>
          <p:nvPr/>
        </p:nvGrpSpPr>
        <p:grpSpPr>
          <a:xfrm>
            <a:off x="6586423" y="1813034"/>
            <a:ext cx="3377875" cy="2697768"/>
            <a:chOff x="4495800" y="1825750"/>
            <a:chExt cx="1521460" cy="1089660"/>
          </a:xfrm>
        </p:grpSpPr>
        <p:pic>
          <p:nvPicPr>
            <p:cNvPr id="1270" name="Google Shape;1270;p62"/>
            <p:cNvPicPr preferRelativeResize="0"/>
            <p:nvPr/>
          </p:nvPicPr>
          <p:blipFill rotWithShape="1">
            <a:blip r:embed="rId5">
              <a:alphaModFix/>
            </a:blip>
            <a:srcRect/>
            <a:stretch/>
          </p:blipFill>
          <p:spPr>
            <a:xfrm>
              <a:off x="4500372" y="1863697"/>
              <a:ext cx="1511807" cy="1034624"/>
            </a:xfrm>
            <a:prstGeom prst="rect">
              <a:avLst/>
            </a:prstGeom>
            <a:noFill/>
            <a:ln>
              <a:noFill/>
            </a:ln>
          </p:spPr>
        </p:pic>
        <p:sp>
          <p:nvSpPr>
            <p:cNvPr id="1271" name="Google Shape;1271;p62"/>
            <p:cNvSpPr/>
            <p:nvPr/>
          </p:nvSpPr>
          <p:spPr>
            <a:xfrm>
              <a:off x="4495800" y="1825750"/>
              <a:ext cx="1521460" cy="1089660"/>
            </a:xfrm>
            <a:custGeom>
              <a:avLst/>
              <a:gdLst/>
              <a:ahLst/>
              <a:cxnLst/>
              <a:rect l="l" t="t" r="r" b="b"/>
              <a:pathLst>
                <a:path w="1521460" h="1089660" extrusionOk="0">
                  <a:moveTo>
                    <a:pt x="0" y="0"/>
                  </a:moveTo>
                  <a:lnTo>
                    <a:pt x="1520952" y="0"/>
                  </a:lnTo>
                  <a:lnTo>
                    <a:pt x="1520952" y="1089660"/>
                  </a:lnTo>
                  <a:lnTo>
                    <a:pt x="0" y="1089660"/>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1272" name="Google Shape;1272;p62"/>
          <p:cNvGrpSpPr/>
          <p:nvPr/>
        </p:nvGrpSpPr>
        <p:grpSpPr>
          <a:xfrm>
            <a:off x="9697417" y="1814195"/>
            <a:ext cx="3652616" cy="2970771"/>
            <a:chOff x="6224016" y="1840992"/>
            <a:chExt cx="1521460" cy="1088390"/>
          </a:xfrm>
        </p:grpSpPr>
        <p:pic>
          <p:nvPicPr>
            <p:cNvPr id="1273" name="Google Shape;1273;p62"/>
            <p:cNvPicPr preferRelativeResize="0"/>
            <p:nvPr/>
          </p:nvPicPr>
          <p:blipFill rotWithShape="1">
            <a:blip r:embed="rId6">
              <a:alphaModFix/>
            </a:blip>
            <a:srcRect/>
            <a:stretch/>
          </p:blipFill>
          <p:spPr>
            <a:xfrm>
              <a:off x="6228588" y="1845564"/>
              <a:ext cx="1511808" cy="1078990"/>
            </a:xfrm>
            <a:prstGeom prst="rect">
              <a:avLst/>
            </a:prstGeom>
            <a:noFill/>
            <a:ln>
              <a:noFill/>
            </a:ln>
          </p:spPr>
        </p:pic>
        <p:sp>
          <p:nvSpPr>
            <p:cNvPr id="1274" name="Google Shape;1274;p62"/>
            <p:cNvSpPr/>
            <p:nvPr/>
          </p:nvSpPr>
          <p:spPr>
            <a:xfrm>
              <a:off x="6224016" y="1840992"/>
              <a:ext cx="1521460" cy="1088390"/>
            </a:xfrm>
            <a:custGeom>
              <a:avLst/>
              <a:gdLst/>
              <a:ahLst/>
              <a:cxnLst/>
              <a:rect l="l" t="t" r="r" b="b"/>
              <a:pathLst>
                <a:path w="1521459" h="1088389" extrusionOk="0">
                  <a:moveTo>
                    <a:pt x="0" y="0"/>
                  </a:moveTo>
                  <a:lnTo>
                    <a:pt x="1520953" y="0"/>
                  </a:lnTo>
                  <a:lnTo>
                    <a:pt x="1520953" y="1088137"/>
                  </a:lnTo>
                  <a:lnTo>
                    <a:pt x="0" y="1088137"/>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275" name="Google Shape;1275;p62"/>
          <p:cNvSpPr/>
          <p:nvPr/>
        </p:nvSpPr>
        <p:spPr>
          <a:xfrm>
            <a:off x="3488629" y="4584341"/>
            <a:ext cx="7280971" cy="783059"/>
          </a:xfrm>
          <a:custGeom>
            <a:avLst/>
            <a:gdLst/>
            <a:ahLst/>
            <a:cxnLst/>
            <a:rect l="l" t="t" r="r" b="b"/>
            <a:pathLst>
              <a:path w="6707505" h="216535" extrusionOk="0">
                <a:moveTo>
                  <a:pt x="6707124" y="0"/>
                </a:moveTo>
                <a:lnTo>
                  <a:pt x="6705699" y="42142"/>
                </a:lnTo>
                <a:lnTo>
                  <a:pt x="6701821" y="76533"/>
                </a:lnTo>
                <a:lnTo>
                  <a:pt x="6696086" y="99708"/>
                </a:lnTo>
                <a:lnTo>
                  <a:pt x="6689090" y="108204"/>
                </a:lnTo>
                <a:lnTo>
                  <a:pt x="3371596" y="108204"/>
                </a:lnTo>
                <a:lnTo>
                  <a:pt x="3364599" y="116699"/>
                </a:lnTo>
                <a:lnTo>
                  <a:pt x="3358864" y="139874"/>
                </a:lnTo>
                <a:lnTo>
                  <a:pt x="3354986" y="174265"/>
                </a:lnTo>
                <a:lnTo>
                  <a:pt x="3353562" y="216408"/>
                </a:lnTo>
                <a:lnTo>
                  <a:pt x="3352137" y="174265"/>
                </a:lnTo>
                <a:lnTo>
                  <a:pt x="3348259" y="139874"/>
                </a:lnTo>
                <a:lnTo>
                  <a:pt x="3342524" y="116699"/>
                </a:lnTo>
                <a:lnTo>
                  <a:pt x="3335528" y="108204"/>
                </a:lnTo>
                <a:lnTo>
                  <a:pt x="18033" y="108204"/>
                </a:lnTo>
                <a:lnTo>
                  <a:pt x="11015" y="99708"/>
                </a:lnTo>
                <a:lnTo>
                  <a:pt x="5283" y="76533"/>
                </a:lnTo>
                <a:lnTo>
                  <a:pt x="1417" y="42142"/>
                </a:lnTo>
                <a:lnTo>
                  <a:pt x="0" y="0"/>
                </a:lnTo>
              </a:path>
            </a:pathLst>
          </a:custGeom>
          <a:noFill/>
          <a:ln w="19800"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nvGrpSpPr>
          <p:cNvPr id="1276" name="Google Shape;1276;p62"/>
          <p:cNvGrpSpPr/>
          <p:nvPr/>
        </p:nvGrpSpPr>
        <p:grpSpPr>
          <a:xfrm>
            <a:off x="4501493" y="5341167"/>
            <a:ext cx="4966489" cy="3794669"/>
            <a:chOff x="2662426" y="3549394"/>
            <a:chExt cx="3449320" cy="2420620"/>
          </a:xfrm>
        </p:grpSpPr>
        <p:pic>
          <p:nvPicPr>
            <p:cNvPr id="1277" name="Google Shape;1277;p62"/>
            <p:cNvPicPr preferRelativeResize="0"/>
            <p:nvPr/>
          </p:nvPicPr>
          <p:blipFill rotWithShape="1">
            <a:blip r:embed="rId7">
              <a:alphaModFix/>
            </a:blip>
            <a:srcRect/>
            <a:stretch/>
          </p:blipFill>
          <p:spPr>
            <a:xfrm>
              <a:off x="2666998" y="3553966"/>
              <a:ext cx="3430138" cy="2410966"/>
            </a:xfrm>
            <a:prstGeom prst="rect">
              <a:avLst/>
            </a:prstGeom>
            <a:noFill/>
            <a:ln>
              <a:noFill/>
            </a:ln>
          </p:spPr>
        </p:pic>
        <p:sp>
          <p:nvSpPr>
            <p:cNvPr id="1278" name="Google Shape;1278;p62"/>
            <p:cNvSpPr/>
            <p:nvPr/>
          </p:nvSpPr>
          <p:spPr>
            <a:xfrm>
              <a:off x="2662426" y="3549394"/>
              <a:ext cx="3449320" cy="2420620"/>
            </a:xfrm>
            <a:custGeom>
              <a:avLst/>
              <a:gdLst/>
              <a:ahLst/>
              <a:cxnLst/>
              <a:rect l="l" t="t" r="r" b="b"/>
              <a:pathLst>
                <a:path w="3449320" h="2420620" extrusionOk="0">
                  <a:moveTo>
                    <a:pt x="0" y="0"/>
                  </a:moveTo>
                  <a:lnTo>
                    <a:pt x="3448812" y="0"/>
                  </a:lnTo>
                  <a:lnTo>
                    <a:pt x="3448812" y="2420112"/>
                  </a:lnTo>
                  <a:lnTo>
                    <a:pt x="0" y="2420112"/>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Shape 1342"/>
        <p:cNvGrpSpPr/>
        <p:nvPr/>
      </p:nvGrpSpPr>
      <p:grpSpPr>
        <a:xfrm>
          <a:off x="0" y="0"/>
          <a:ext cx="0" cy="0"/>
          <a:chOff x="0" y="0"/>
          <a:chExt cx="0" cy="0"/>
        </a:xfrm>
      </p:grpSpPr>
      <p:sp>
        <p:nvSpPr>
          <p:cNvPr id="1343" name="Google Shape;1343;p66" descr="$PPTXTitle"/>
          <p:cNvSpPr txBox="1">
            <a:spLocks noGrp="1"/>
          </p:cNvSpPr>
          <p:nvPr>
            <p:ph type="title"/>
          </p:nvPr>
        </p:nvSpPr>
        <p:spPr>
          <a:xfrm>
            <a:off x="707542" y="494791"/>
            <a:ext cx="11589715" cy="757637"/>
          </a:xfrm>
          <a:prstGeom prst="rect">
            <a:avLst/>
          </a:prstGeom>
          <a:noFill/>
          <a:ln>
            <a:noFill/>
          </a:ln>
        </p:spPr>
        <p:txBody>
          <a:bodyPr spcFirstLastPara="1" wrap="square" lIns="0" tIns="232150" rIns="0" bIns="0" anchor="t" anchorCtr="0">
            <a:spAutoFit/>
          </a:bodyPr>
          <a:lstStyle/>
          <a:p>
            <a:pPr marL="12700" lvl="0" indent="0" algn="l" rtl="0">
              <a:lnSpc>
                <a:spcPct val="100000"/>
              </a:lnSpc>
              <a:spcBef>
                <a:spcPts val="0"/>
              </a:spcBef>
              <a:spcAft>
                <a:spcPts val="0"/>
              </a:spcAft>
              <a:buNone/>
            </a:pPr>
            <a:r>
              <a:rPr lang="en-US" sz="3400" b="1" dirty="0">
                <a:solidFill>
                  <a:schemeClr val="accent1"/>
                </a:solidFill>
              </a:rPr>
              <a:t>Naive Bayes</a:t>
            </a:r>
            <a:endParaRPr sz="3400" b="1" dirty="0">
              <a:solidFill>
                <a:schemeClr val="accent1"/>
              </a:solidFill>
            </a:endParaRPr>
          </a:p>
        </p:txBody>
      </p:sp>
      <p:sp>
        <p:nvSpPr>
          <p:cNvPr id="1344" name="Google Shape;1344;p66"/>
          <p:cNvSpPr txBox="1"/>
          <p:nvPr/>
        </p:nvSpPr>
        <p:spPr>
          <a:xfrm>
            <a:off x="706906" y="1764537"/>
            <a:ext cx="5191760" cy="1785620"/>
          </a:xfrm>
          <a:prstGeom prst="rect">
            <a:avLst/>
          </a:prstGeom>
          <a:noFill/>
          <a:ln>
            <a:noFill/>
          </a:ln>
        </p:spPr>
        <p:txBody>
          <a:bodyPr spcFirstLastPara="1" wrap="square" lIns="0" tIns="53325" rIns="0" bIns="0" anchor="t" anchorCtr="0">
            <a:spAutoFit/>
          </a:bodyPr>
          <a:lstStyle/>
          <a:p>
            <a:pPr marL="185420" lvl="0" indent="-172720" algn="l" rtl="0">
              <a:lnSpc>
                <a:spcPct val="100000"/>
              </a:lnSpc>
              <a:spcBef>
                <a:spcPts val="0"/>
              </a:spcBef>
              <a:spcAft>
                <a:spcPts val="0"/>
              </a:spcAft>
              <a:buClr>
                <a:srgbClr val="001F5F"/>
              </a:buClr>
              <a:buSzPts val="2100"/>
              <a:buFont typeface="Arial"/>
              <a:buChar char="•"/>
            </a:pPr>
            <a:r>
              <a:rPr lang="en-US" sz="2100">
                <a:solidFill>
                  <a:srgbClr val="001F5F"/>
                </a:solidFill>
                <a:latin typeface="Arial"/>
                <a:ea typeface="Arial"/>
                <a:cs typeface="Arial"/>
                <a:sym typeface="Arial"/>
              </a:rPr>
              <a:t>Basic idea:</a:t>
            </a:r>
            <a:endParaRPr sz="2100">
              <a:latin typeface="Arial"/>
              <a:ea typeface="Arial"/>
              <a:cs typeface="Arial"/>
              <a:sym typeface="Arial"/>
            </a:endParaRPr>
          </a:p>
          <a:p>
            <a:pPr marL="527050" lvl="1" indent="-172084" algn="l" rtl="0">
              <a:lnSpc>
                <a:spcPct val="100000"/>
              </a:lnSpc>
              <a:spcBef>
                <a:spcPts val="275"/>
              </a:spcBef>
              <a:spcAft>
                <a:spcPts val="0"/>
              </a:spcAft>
              <a:buClr>
                <a:srgbClr val="001F5F"/>
              </a:buClr>
              <a:buSzPts val="1800"/>
              <a:buFont typeface="Arial"/>
              <a:buChar char="•"/>
            </a:pPr>
            <a:r>
              <a:rPr lang="en-US" sz="1800">
                <a:solidFill>
                  <a:srgbClr val="001F5F"/>
                </a:solidFill>
                <a:latin typeface="Arial"/>
                <a:ea typeface="Arial"/>
                <a:cs typeface="Arial"/>
                <a:sym typeface="Arial"/>
              </a:rPr>
              <a:t>Assume all features as independent</a:t>
            </a:r>
            <a:endParaRPr sz="1800">
              <a:latin typeface="Arial"/>
              <a:ea typeface="Arial"/>
              <a:cs typeface="Arial"/>
              <a:sym typeface="Arial"/>
            </a:endParaRPr>
          </a:p>
          <a:p>
            <a:pPr marL="527050" lvl="1" indent="-172084" algn="l" rtl="0">
              <a:lnSpc>
                <a:spcPct val="100000"/>
              </a:lnSpc>
              <a:spcBef>
                <a:spcPts val="145"/>
              </a:spcBef>
              <a:spcAft>
                <a:spcPts val="0"/>
              </a:spcAft>
              <a:buClr>
                <a:srgbClr val="001F5F"/>
              </a:buClr>
              <a:buSzPts val="1800"/>
              <a:buFont typeface="Arial"/>
              <a:buChar char="•"/>
            </a:pPr>
            <a:r>
              <a:rPr lang="en-US" sz="1800">
                <a:solidFill>
                  <a:srgbClr val="001F5F"/>
                </a:solidFill>
                <a:latin typeface="Arial"/>
                <a:ea typeface="Arial"/>
                <a:cs typeface="Arial"/>
                <a:sym typeface="Arial"/>
              </a:rPr>
              <a:t>Score classes using the conditional probability</a:t>
            </a:r>
            <a:endParaRPr sz="1800">
              <a:latin typeface="Arial"/>
              <a:ea typeface="Arial"/>
              <a:cs typeface="Arial"/>
              <a:sym typeface="Arial"/>
            </a:endParaRPr>
          </a:p>
          <a:p>
            <a:pPr marL="0" lvl="1" indent="0" algn="l" rtl="0">
              <a:lnSpc>
                <a:spcPct val="100000"/>
              </a:lnSpc>
              <a:spcBef>
                <a:spcPts val="1685"/>
              </a:spcBef>
              <a:spcAft>
                <a:spcPts val="0"/>
              </a:spcAft>
              <a:buClr>
                <a:srgbClr val="001F5F"/>
              </a:buClr>
              <a:buSzPts val="1800"/>
              <a:buFont typeface="Arial"/>
              <a:buNone/>
            </a:pPr>
            <a:endParaRPr sz="1800">
              <a:latin typeface="Arial"/>
              <a:ea typeface="Arial"/>
              <a:cs typeface="Arial"/>
              <a:sym typeface="Arial"/>
            </a:endParaRPr>
          </a:p>
          <a:p>
            <a:pPr marL="185420" lvl="0" indent="-172720" algn="l" rtl="0">
              <a:lnSpc>
                <a:spcPct val="100000"/>
              </a:lnSpc>
              <a:spcBef>
                <a:spcPts val="0"/>
              </a:spcBef>
              <a:spcAft>
                <a:spcPts val="0"/>
              </a:spcAft>
              <a:buClr>
                <a:srgbClr val="001F5F"/>
              </a:buClr>
              <a:buSzPts val="2100"/>
              <a:buFont typeface="Arial"/>
              <a:buChar char="•"/>
            </a:pPr>
            <a:r>
              <a:rPr lang="en-US" sz="2100">
                <a:solidFill>
                  <a:srgbClr val="001F5F"/>
                </a:solidFill>
                <a:latin typeface="Arial"/>
                <a:ea typeface="Arial"/>
                <a:cs typeface="Arial"/>
                <a:sym typeface="Arial"/>
              </a:rPr>
              <a:t>Bayes Law</a:t>
            </a:r>
            <a:endParaRPr sz="2100">
              <a:latin typeface="Arial"/>
              <a:ea typeface="Arial"/>
              <a:cs typeface="Arial"/>
              <a:sym typeface="Arial"/>
            </a:endParaRPr>
          </a:p>
        </p:txBody>
      </p:sp>
      <p:pic>
        <p:nvPicPr>
          <p:cNvPr id="1345" name="Google Shape;1345;p66"/>
          <p:cNvPicPr preferRelativeResize="0"/>
          <p:nvPr/>
        </p:nvPicPr>
        <p:blipFill rotWithShape="1">
          <a:blip r:embed="rId3">
            <a:alphaModFix/>
          </a:blip>
          <a:srcRect/>
          <a:stretch/>
        </p:blipFill>
        <p:spPr>
          <a:xfrm>
            <a:off x="1850518" y="3666871"/>
            <a:ext cx="70612" cy="211708"/>
          </a:xfrm>
          <a:prstGeom prst="rect">
            <a:avLst/>
          </a:prstGeom>
          <a:noFill/>
          <a:ln>
            <a:noFill/>
          </a:ln>
        </p:spPr>
      </p:pic>
      <p:pic>
        <p:nvPicPr>
          <p:cNvPr id="1346" name="Google Shape;1346;p66"/>
          <p:cNvPicPr preferRelativeResize="0"/>
          <p:nvPr/>
        </p:nvPicPr>
        <p:blipFill rotWithShape="1">
          <a:blip r:embed="rId4">
            <a:alphaModFix/>
          </a:blip>
          <a:srcRect/>
          <a:stretch/>
        </p:blipFill>
        <p:spPr>
          <a:xfrm>
            <a:off x="1401572" y="3666871"/>
            <a:ext cx="70612" cy="211708"/>
          </a:xfrm>
          <a:prstGeom prst="rect">
            <a:avLst/>
          </a:prstGeom>
          <a:noFill/>
          <a:ln>
            <a:noFill/>
          </a:ln>
        </p:spPr>
      </p:pic>
      <p:sp>
        <p:nvSpPr>
          <p:cNvPr id="1347" name="Google Shape;1347;p66"/>
          <p:cNvSpPr txBox="1"/>
          <p:nvPr/>
        </p:nvSpPr>
        <p:spPr>
          <a:xfrm>
            <a:off x="1049806" y="3583940"/>
            <a:ext cx="788035" cy="299720"/>
          </a:xfrm>
          <a:prstGeom prst="rect">
            <a:avLst/>
          </a:prstGeom>
          <a:noFill/>
          <a:ln>
            <a:noFill/>
          </a:ln>
        </p:spPr>
        <p:txBody>
          <a:bodyPr spcFirstLastPara="1" wrap="square" lIns="0" tIns="12700" rIns="0" bIns="0" anchor="t" anchorCtr="0">
            <a:spAutoFit/>
          </a:bodyPr>
          <a:lstStyle/>
          <a:p>
            <a:pPr marL="184785" lvl="0" indent="-172085" algn="l" rtl="0">
              <a:lnSpc>
                <a:spcPct val="100000"/>
              </a:lnSpc>
              <a:spcBef>
                <a:spcPts val="0"/>
              </a:spcBef>
              <a:spcAft>
                <a:spcPts val="0"/>
              </a:spcAft>
              <a:buClr>
                <a:srgbClr val="001F5F"/>
              </a:buClr>
              <a:buSzPts val="1800"/>
              <a:buFont typeface="Arial"/>
              <a:buChar char="•"/>
            </a:pPr>
            <a:r>
              <a:rPr lang="en-US" sz="1800">
                <a:solidFill>
                  <a:srgbClr val="001F5F"/>
                </a:solidFill>
                <a:latin typeface="Arial"/>
                <a:ea typeface="Arial"/>
                <a:cs typeface="Arial"/>
                <a:sym typeface="Arial"/>
              </a:rPr>
              <a:t>𝑃 𝑌|𝑋</a:t>
            </a:r>
            <a:endParaRPr sz="1800">
              <a:latin typeface="Arial"/>
              <a:ea typeface="Arial"/>
              <a:cs typeface="Arial"/>
              <a:sym typeface="Arial"/>
            </a:endParaRPr>
          </a:p>
        </p:txBody>
      </p:sp>
      <p:sp>
        <p:nvSpPr>
          <p:cNvPr id="1348" name="Google Shape;1348;p66"/>
          <p:cNvSpPr/>
          <p:nvPr/>
        </p:nvSpPr>
        <p:spPr>
          <a:xfrm>
            <a:off x="2239516" y="3764153"/>
            <a:ext cx="890269" cy="15240"/>
          </a:xfrm>
          <a:custGeom>
            <a:avLst/>
            <a:gdLst/>
            <a:ahLst/>
            <a:cxnLst/>
            <a:rect l="l" t="t" r="r" b="b"/>
            <a:pathLst>
              <a:path w="890269" h="15239" extrusionOk="0">
                <a:moveTo>
                  <a:pt x="890015" y="0"/>
                </a:moveTo>
                <a:lnTo>
                  <a:pt x="0" y="0"/>
                </a:lnTo>
                <a:lnTo>
                  <a:pt x="0" y="15241"/>
                </a:lnTo>
                <a:lnTo>
                  <a:pt x="890015" y="15241"/>
                </a:lnTo>
                <a:lnTo>
                  <a:pt x="890015"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349" name="Google Shape;1349;p66"/>
          <p:cNvSpPr txBox="1"/>
          <p:nvPr/>
        </p:nvSpPr>
        <p:spPr>
          <a:xfrm>
            <a:off x="1967228" y="3437635"/>
            <a:ext cx="1184910" cy="29972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2700" baseline="-25000">
                <a:solidFill>
                  <a:srgbClr val="001F5F"/>
                </a:solidFill>
                <a:latin typeface="Arial"/>
                <a:ea typeface="Arial"/>
                <a:cs typeface="Arial"/>
                <a:sym typeface="Arial"/>
              </a:rPr>
              <a:t>= </a:t>
            </a:r>
            <a:r>
              <a:rPr lang="en-US" sz="1300">
                <a:solidFill>
                  <a:srgbClr val="001F5F"/>
                </a:solidFill>
                <a:latin typeface="Arial"/>
                <a:ea typeface="Arial"/>
                <a:cs typeface="Arial"/>
                <a:sym typeface="Arial"/>
              </a:rPr>
              <a:t>𝑃(𝑋|𝑌)𝑃(𝑌)</a:t>
            </a:r>
            <a:endParaRPr sz="1300">
              <a:latin typeface="Arial"/>
              <a:ea typeface="Arial"/>
              <a:cs typeface="Arial"/>
              <a:sym typeface="Arial"/>
            </a:endParaRPr>
          </a:p>
        </p:txBody>
      </p:sp>
      <p:sp>
        <p:nvSpPr>
          <p:cNvPr id="1350" name="Google Shape;1350;p66"/>
          <p:cNvSpPr txBox="1"/>
          <p:nvPr/>
        </p:nvSpPr>
        <p:spPr>
          <a:xfrm>
            <a:off x="2487928" y="3763264"/>
            <a:ext cx="379730" cy="2235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300">
                <a:solidFill>
                  <a:srgbClr val="001F5F"/>
                </a:solidFill>
                <a:latin typeface="Arial"/>
                <a:ea typeface="Arial"/>
                <a:cs typeface="Arial"/>
                <a:sym typeface="Arial"/>
              </a:rPr>
              <a:t>𝑃(𝑋)</a:t>
            </a:r>
            <a:endParaRPr sz="1300">
              <a:latin typeface="Arial"/>
              <a:ea typeface="Arial"/>
              <a:cs typeface="Arial"/>
              <a:sym typeface="Arial"/>
            </a:endParaRPr>
          </a:p>
        </p:txBody>
      </p:sp>
      <p:sp>
        <p:nvSpPr>
          <p:cNvPr id="1351" name="Google Shape;1351;p66"/>
          <p:cNvSpPr txBox="1"/>
          <p:nvPr/>
        </p:nvSpPr>
        <p:spPr>
          <a:xfrm>
            <a:off x="706906" y="4405376"/>
            <a:ext cx="4057015" cy="345440"/>
          </a:xfrm>
          <a:prstGeom prst="rect">
            <a:avLst/>
          </a:prstGeom>
          <a:noFill/>
          <a:ln>
            <a:noFill/>
          </a:ln>
        </p:spPr>
        <p:txBody>
          <a:bodyPr spcFirstLastPara="1" wrap="square" lIns="0" tIns="12700" rIns="0" bIns="0" anchor="t" anchorCtr="0">
            <a:spAutoFit/>
          </a:bodyPr>
          <a:lstStyle/>
          <a:p>
            <a:pPr marL="185420" lvl="0" indent="-172720" algn="l" rtl="0">
              <a:lnSpc>
                <a:spcPct val="100000"/>
              </a:lnSpc>
              <a:spcBef>
                <a:spcPts val="0"/>
              </a:spcBef>
              <a:spcAft>
                <a:spcPts val="0"/>
              </a:spcAft>
              <a:buClr>
                <a:srgbClr val="001F5F"/>
              </a:buClr>
              <a:buSzPts val="2100"/>
              <a:buFont typeface="Arial"/>
              <a:buChar char="•"/>
            </a:pPr>
            <a:r>
              <a:rPr lang="en-US" sz="2100">
                <a:solidFill>
                  <a:srgbClr val="001F5F"/>
                </a:solidFill>
                <a:latin typeface="Arial"/>
                <a:ea typeface="Arial"/>
                <a:cs typeface="Arial"/>
                <a:sym typeface="Arial"/>
              </a:rPr>
              <a:t>Conditional probability of a class:</a:t>
            </a:r>
            <a:endParaRPr sz="2100">
              <a:latin typeface="Arial"/>
              <a:ea typeface="Arial"/>
              <a:cs typeface="Arial"/>
              <a:sym typeface="Arial"/>
            </a:endParaRPr>
          </a:p>
        </p:txBody>
      </p:sp>
      <p:pic>
        <p:nvPicPr>
          <p:cNvPr id="1352" name="Google Shape;1352;p66"/>
          <p:cNvPicPr preferRelativeResize="0"/>
          <p:nvPr/>
        </p:nvPicPr>
        <p:blipFill rotWithShape="1">
          <a:blip r:embed="rId5">
            <a:alphaModFix/>
          </a:blip>
          <a:srcRect/>
          <a:stretch/>
        </p:blipFill>
        <p:spPr>
          <a:xfrm>
            <a:off x="2508885" y="4890641"/>
            <a:ext cx="70612" cy="211709"/>
          </a:xfrm>
          <a:prstGeom prst="rect">
            <a:avLst/>
          </a:prstGeom>
          <a:noFill/>
          <a:ln>
            <a:noFill/>
          </a:ln>
        </p:spPr>
      </p:pic>
      <p:pic>
        <p:nvPicPr>
          <p:cNvPr id="1353" name="Google Shape;1353;p66"/>
          <p:cNvPicPr preferRelativeResize="0"/>
          <p:nvPr/>
        </p:nvPicPr>
        <p:blipFill rotWithShape="1">
          <a:blip r:embed="rId4">
            <a:alphaModFix/>
          </a:blip>
          <a:srcRect/>
          <a:stretch/>
        </p:blipFill>
        <p:spPr>
          <a:xfrm>
            <a:off x="1401572" y="4890641"/>
            <a:ext cx="70612" cy="211709"/>
          </a:xfrm>
          <a:prstGeom prst="rect">
            <a:avLst/>
          </a:prstGeom>
          <a:noFill/>
          <a:ln>
            <a:noFill/>
          </a:ln>
        </p:spPr>
      </p:pic>
      <p:sp>
        <p:nvSpPr>
          <p:cNvPr id="1354" name="Google Shape;1354;p66"/>
          <p:cNvSpPr txBox="1"/>
          <p:nvPr/>
        </p:nvSpPr>
        <p:spPr>
          <a:xfrm>
            <a:off x="1765173" y="4918455"/>
            <a:ext cx="107314" cy="2235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300">
                <a:solidFill>
                  <a:srgbClr val="001F5F"/>
                </a:solidFill>
                <a:latin typeface="Arial"/>
                <a:ea typeface="Arial"/>
                <a:cs typeface="Arial"/>
                <a:sym typeface="Arial"/>
              </a:rPr>
              <a:t>1</a:t>
            </a:r>
            <a:endParaRPr sz="1300">
              <a:latin typeface="Arial"/>
              <a:ea typeface="Arial"/>
              <a:cs typeface="Arial"/>
              <a:sym typeface="Arial"/>
            </a:endParaRPr>
          </a:p>
        </p:txBody>
      </p:sp>
      <p:sp>
        <p:nvSpPr>
          <p:cNvPr id="1355" name="Google Shape;1355;p66"/>
          <p:cNvSpPr txBox="1"/>
          <p:nvPr/>
        </p:nvSpPr>
        <p:spPr>
          <a:xfrm>
            <a:off x="1049806" y="4809235"/>
            <a:ext cx="1357630" cy="299720"/>
          </a:xfrm>
          <a:prstGeom prst="rect">
            <a:avLst/>
          </a:prstGeom>
          <a:noFill/>
          <a:ln>
            <a:noFill/>
          </a:ln>
        </p:spPr>
        <p:txBody>
          <a:bodyPr spcFirstLastPara="1" wrap="square" lIns="0" tIns="12700" rIns="0" bIns="0" anchor="t" anchorCtr="0">
            <a:spAutoFit/>
          </a:bodyPr>
          <a:lstStyle/>
          <a:p>
            <a:pPr marL="184785" lvl="0" indent="-172085" algn="l" rtl="0">
              <a:lnSpc>
                <a:spcPct val="100000"/>
              </a:lnSpc>
              <a:spcBef>
                <a:spcPts val="0"/>
              </a:spcBef>
              <a:spcAft>
                <a:spcPts val="0"/>
              </a:spcAft>
              <a:buClr>
                <a:srgbClr val="001F5F"/>
              </a:buClr>
              <a:buSzPts val="1800"/>
              <a:buFont typeface="Arial"/>
              <a:buChar char="•"/>
            </a:pPr>
            <a:r>
              <a:rPr lang="en-US" sz="1800">
                <a:solidFill>
                  <a:srgbClr val="001F5F"/>
                </a:solidFill>
                <a:latin typeface="Arial"/>
                <a:ea typeface="Arial"/>
                <a:cs typeface="Arial"/>
                <a:sym typeface="Arial"/>
              </a:rPr>
              <a:t>𝑃 𝑐|𝑥 ,…, 𝑥</a:t>
            </a:r>
            <a:endParaRPr sz="1800">
              <a:latin typeface="Arial"/>
              <a:ea typeface="Arial"/>
              <a:cs typeface="Arial"/>
              <a:sym typeface="Arial"/>
            </a:endParaRPr>
          </a:p>
        </p:txBody>
      </p:sp>
      <p:sp>
        <p:nvSpPr>
          <p:cNvPr id="1356" name="Google Shape;1356;p66"/>
          <p:cNvSpPr txBox="1"/>
          <p:nvPr/>
        </p:nvSpPr>
        <p:spPr>
          <a:xfrm>
            <a:off x="2372104" y="4918455"/>
            <a:ext cx="120650" cy="2235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300">
                <a:solidFill>
                  <a:srgbClr val="001F5F"/>
                </a:solidFill>
                <a:latin typeface="Arial"/>
                <a:ea typeface="Arial"/>
                <a:cs typeface="Arial"/>
                <a:sym typeface="Arial"/>
              </a:rPr>
              <a:t>𝑛</a:t>
            </a:r>
            <a:endParaRPr sz="1300">
              <a:latin typeface="Arial"/>
              <a:ea typeface="Arial"/>
              <a:cs typeface="Arial"/>
              <a:sym typeface="Arial"/>
            </a:endParaRPr>
          </a:p>
        </p:txBody>
      </p:sp>
      <p:sp>
        <p:nvSpPr>
          <p:cNvPr id="1357" name="Google Shape;1357;p66"/>
          <p:cNvSpPr/>
          <p:nvPr/>
        </p:nvSpPr>
        <p:spPr>
          <a:xfrm>
            <a:off x="2896360" y="4987925"/>
            <a:ext cx="1318260" cy="15240"/>
          </a:xfrm>
          <a:custGeom>
            <a:avLst/>
            <a:gdLst/>
            <a:ahLst/>
            <a:cxnLst/>
            <a:rect l="l" t="t" r="r" b="b"/>
            <a:pathLst>
              <a:path w="1318260" h="15239" extrusionOk="0">
                <a:moveTo>
                  <a:pt x="1318259" y="0"/>
                </a:moveTo>
                <a:lnTo>
                  <a:pt x="0" y="0"/>
                </a:lnTo>
                <a:lnTo>
                  <a:pt x="0" y="15239"/>
                </a:lnTo>
                <a:lnTo>
                  <a:pt x="1318259" y="15239"/>
                </a:lnTo>
                <a:lnTo>
                  <a:pt x="1318259"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358" name="Google Shape;1358;p66"/>
          <p:cNvSpPr txBox="1"/>
          <p:nvPr/>
        </p:nvSpPr>
        <p:spPr>
          <a:xfrm>
            <a:off x="2624072" y="4659884"/>
            <a:ext cx="1602740" cy="29972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2700" baseline="-25000">
                <a:solidFill>
                  <a:srgbClr val="001F5F"/>
                </a:solidFill>
                <a:latin typeface="Arial"/>
                <a:ea typeface="Arial"/>
                <a:cs typeface="Arial"/>
                <a:sym typeface="Arial"/>
              </a:rPr>
              <a:t>= </a:t>
            </a:r>
            <a:r>
              <a:rPr lang="en-US" sz="1300">
                <a:solidFill>
                  <a:srgbClr val="001F5F"/>
                </a:solidFill>
                <a:latin typeface="Arial"/>
                <a:ea typeface="Arial"/>
                <a:cs typeface="Arial"/>
                <a:sym typeface="Arial"/>
              </a:rPr>
              <a:t>𝑃(𝑥</a:t>
            </a:r>
            <a:r>
              <a:rPr lang="en-US" sz="1650" baseline="-25000">
                <a:solidFill>
                  <a:srgbClr val="001F5F"/>
                </a:solidFill>
                <a:latin typeface="Arial"/>
                <a:ea typeface="Arial"/>
                <a:cs typeface="Arial"/>
                <a:sym typeface="Arial"/>
              </a:rPr>
              <a:t>1</a:t>
            </a:r>
            <a:r>
              <a:rPr lang="en-US" sz="1300">
                <a:solidFill>
                  <a:srgbClr val="001F5F"/>
                </a:solidFill>
                <a:latin typeface="Arial"/>
                <a:ea typeface="Arial"/>
                <a:cs typeface="Arial"/>
                <a:sym typeface="Arial"/>
              </a:rPr>
              <a:t>,…,𝑥</a:t>
            </a:r>
            <a:r>
              <a:rPr lang="en-US" sz="1650" baseline="-25000">
                <a:solidFill>
                  <a:srgbClr val="001F5F"/>
                </a:solidFill>
                <a:latin typeface="Arial"/>
                <a:ea typeface="Arial"/>
                <a:cs typeface="Arial"/>
                <a:sym typeface="Arial"/>
              </a:rPr>
              <a:t>𝑛</a:t>
            </a:r>
            <a:r>
              <a:rPr lang="en-US" sz="1300">
                <a:solidFill>
                  <a:srgbClr val="001F5F"/>
                </a:solidFill>
                <a:latin typeface="Arial"/>
                <a:ea typeface="Arial"/>
                <a:cs typeface="Arial"/>
                <a:sym typeface="Arial"/>
              </a:rPr>
              <a:t>|𝑐)𝑃(𝑐)</a:t>
            </a:r>
            <a:endParaRPr sz="1300">
              <a:latin typeface="Arial"/>
              <a:ea typeface="Arial"/>
              <a:cs typeface="Arial"/>
              <a:sym typeface="Arial"/>
            </a:endParaRPr>
          </a:p>
        </p:txBody>
      </p:sp>
      <p:sp>
        <p:nvSpPr>
          <p:cNvPr id="1359" name="Google Shape;1359;p66"/>
          <p:cNvSpPr txBox="1"/>
          <p:nvPr/>
        </p:nvSpPr>
        <p:spPr>
          <a:xfrm>
            <a:off x="3124960" y="4997703"/>
            <a:ext cx="833755" cy="2235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950" baseline="30000">
                <a:solidFill>
                  <a:srgbClr val="001F5F"/>
                </a:solidFill>
                <a:latin typeface="Arial"/>
                <a:ea typeface="Arial"/>
                <a:cs typeface="Arial"/>
                <a:sym typeface="Arial"/>
              </a:rPr>
              <a:t>𝑃(𝑥</a:t>
            </a:r>
            <a:r>
              <a:rPr lang="en-US" sz="1100">
                <a:solidFill>
                  <a:srgbClr val="001F5F"/>
                </a:solidFill>
                <a:latin typeface="Arial"/>
                <a:ea typeface="Arial"/>
                <a:cs typeface="Arial"/>
                <a:sym typeface="Arial"/>
              </a:rPr>
              <a:t>1</a:t>
            </a:r>
            <a:r>
              <a:rPr lang="en-US" sz="1950" baseline="30000">
                <a:solidFill>
                  <a:srgbClr val="001F5F"/>
                </a:solidFill>
                <a:latin typeface="Arial"/>
                <a:ea typeface="Arial"/>
                <a:cs typeface="Arial"/>
                <a:sym typeface="Arial"/>
              </a:rPr>
              <a:t>,…,𝑥</a:t>
            </a:r>
            <a:r>
              <a:rPr lang="en-US" sz="1100">
                <a:solidFill>
                  <a:srgbClr val="001F5F"/>
                </a:solidFill>
                <a:latin typeface="Arial"/>
                <a:ea typeface="Arial"/>
                <a:cs typeface="Arial"/>
                <a:sym typeface="Arial"/>
              </a:rPr>
              <a:t>𝑛</a:t>
            </a:r>
            <a:r>
              <a:rPr lang="en-US" sz="1950" baseline="30000">
                <a:solidFill>
                  <a:srgbClr val="001F5F"/>
                </a:solidFill>
                <a:latin typeface="Arial"/>
                <a:ea typeface="Arial"/>
                <a:cs typeface="Arial"/>
                <a:sym typeface="Arial"/>
              </a:rPr>
              <a:t>)</a:t>
            </a:r>
            <a:endParaRPr sz="1950" baseline="30000">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Shape 1363"/>
        <p:cNvGrpSpPr/>
        <p:nvPr/>
      </p:nvGrpSpPr>
      <p:grpSpPr>
        <a:xfrm>
          <a:off x="0" y="0"/>
          <a:ext cx="0" cy="0"/>
          <a:chOff x="0" y="0"/>
          <a:chExt cx="0" cy="0"/>
        </a:xfrm>
      </p:grpSpPr>
      <p:sp>
        <p:nvSpPr>
          <p:cNvPr id="1364" name="Google Shape;1364;p67" descr="$PPTXTitle"/>
          <p:cNvSpPr txBox="1">
            <a:spLocks noGrp="1"/>
          </p:cNvSpPr>
          <p:nvPr>
            <p:ph type="title"/>
          </p:nvPr>
        </p:nvSpPr>
        <p:spPr>
          <a:xfrm>
            <a:off x="707542" y="494791"/>
            <a:ext cx="11589715" cy="757637"/>
          </a:xfrm>
          <a:prstGeom prst="rect">
            <a:avLst/>
          </a:prstGeom>
          <a:noFill/>
          <a:ln>
            <a:noFill/>
          </a:ln>
        </p:spPr>
        <p:txBody>
          <a:bodyPr spcFirstLastPara="1" wrap="square" lIns="0" tIns="232150" rIns="0" bIns="0" anchor="t" anchorCtr="0">
            <a:spAutoFit/>
          </a:bodyPr>
          <a:lstStyle/>
          <a:p>
            <a:pPr marL="12700" lvl="0" indent="0" algn="l" rtl="0">
              <a:lnSpc>
                <a:spcPct val="100000"/>
              </a:lnSpc>
              <a:spcBef>
                <a:spcPts val="0"/>
              </a:spcBef>
              <a:spcAft>
                <a:spcPts val="0"/>
              </a:spcAft>
              <a:buNone/>
            </a:pPr>
            <a:r>
              <a:rPr lang="en-US" sz="3400" dirty="0">
                <a:solidFill>
                  <a:schemeClr val="accent1"/>
                </a:solidFill>
              </a:rPr>
              <a:t>From Bayes Law to Naive Bayes</a:t>
            </a:r>
            <a:endParaRPr sz="3400" dirty="0">
              <a:solidFill>
                <a:schemeClr val="accent1"/>
              </a:solidFill>
            </a:endParaRPr>
          </a:p>
        </p:txBody>
      </p:sp>
      <p:sp>
        <p:nvSpPr>
          <p:cNvPr id="1365" name="Google Shape;1365;p67"/>
          <p:cNvSpPr txBox="1"/>
          <p:nvPr/>
        </p:nvSpPr>
        <p:spPr>
          <a:xfrm>
            <a:off x="706906" y="1805431"/>
            <a:ext cx="3816985" cy="345440"/>
          </a:xfrm>
          <a:prstGeom prst="rect">
            <a:avLst/>
          </a:prstGeom>
          <a:noFill/>
          <a:ln>
            <a:noFill/>
          </a:ln>
        </p:spPr>
        <p:txBody>
          <a:bodyPr spcFirstLastPara="1" wrap="square" lIns="0" tIns="12700" rIns="0" bIns="0" anchor="t" anchorCtr="0">
            <a:spAutoFit/>
          </a:bodyPr>
          <a:lstStyle/>
          <a:p>
            <a:pPr marL="185420" lvl="0" indent="-172720" algn="l" rtl="0">
              <a:lnSpc>
                <a:spcPct val="100000"/>
              </a:lnSpc>
              <a:spcBef>
                <a:spcPts val="0"/>
              </a:spcBef>
              <a:spcAft>
                <a:spcPts val="0"/>
              </a:spcAft>
              <a:buClr>
                <a:srgbClr val="001F5F"/>
              </a:buClr>
              <a:buSzPts val="2100"/>
              <a:buFont typeface="Arial"/>
              <a:buChar char="•"/>
            </a:pPr>
            <a:r>
              <a:rPr lang="en-US" sz="2100">
                <a:solidFill>
                  <a:srgbClr val="001F5F"/>
                </a:solidFill>
                <a:latin typeface="Arial"/>
                <a:ea typeface="Arial"/>
                <a:cs typeface="Arial"/>
                <a:sym typeface="Arial"/>
              </a:rPr>
              <a:t>Probability following Bayes law</a:t>
            </a:r>
            <a:endParaRPr sz="2100">
              <a:latin typeface="Arial"/>
              <a:ea typeface="Arial"/>
              <a:cs typeface="Arial"/>
              <a:sym typeface="Arial"/>
            </a:endParaRPr>
          </a:p>
        </p:txBody>
      </p:sp>
      <p:pic>
        <p:nvPicPr>
          <p:cNvPr id="1366" name="Google Shape;1366;p67"/>
          <p:cNvPicPr preferRelativeResize="0"/>
          <p:nvPr/>
        </p:nvPicPr>
        <p:blipFill rotWithShape="1">
          <a:blip r:embed="rId3">
            <a:alphaModFix/>
          </a:blip>
          <a:srcRect/>
          <a:stretch/>
        </p:blipFill>
        <p:spPr>
          <a:xfrm>
            <a:off x="2508885" y="2292223"/>
            <a:ext cx="70612" cy="211710"/>
          </a:xfrm>
          <a:prstGeom prst="rect">
            <a:avLst/>
          </a:prstGeom>
          <a:noFill/>
          <a:ln>
            <a:noFill/>
          </a:ln>
        </p:spPr>
      </p:pic>
      <p:pic>
        <p:nvPicPr>
          <p:cNvPr id="1367" name="Google Shape;1367;p67"/>
          <p:cNvPicPr preferRelativeResize="0"/>
          <p:nvPr/>
        </p:nvPicPr>
        <p:blipFill rotWithShape="1">
          <a:blip r:embed="rId4">
            <a:alphaModFix/>
          </a:blip>
          <a:srcRect/>
          <a:stretch/>
        </p:blipFill>
        <p:spPr>
          <a:xfrm>
            <a:off x="1401572" y="2292223"/>
            <a:ext cx="70612" cy="211710"/>
          </a:xfrm>
          <a:prstGeom prst="rect">
            <a:avLst/>
          </a:prstGeom>
          <a:noFill/>
          <a:ln>
            <a:noFill/>
          </a:ln>
        </p:spPr>
      </p:pic>
      <p:sp>
        <p:nvSpPr>
          <p:cNvPr id="1368" name="Google Shape;1368;p67"/>
          <p:cNvSpPr txBox="1"/>
          <p:nvPr/>
        </p:nvSpPr>
        <p:spPr>
          <a:xfrm>
            <a:off x="1765173" y="2318511"/>
            <a:ext cx="107314" cy="2235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300">
                <a:solidFill>
                  <a:srgbClr val="001F5F"/>
                </a:solidFill>
                <a:latin typeface="Arial"/>
                <a:ea typeface="Arial"/>
                <a:cs typeface="Arial"/>
                <a:sym typeface="Arial"/>
              </a:rPr>
              <a:t>1</a:t>
            </a:r>
            <a:endParaRPr sz="1300">
              <a:latin typeface="Arial"/>
              <a:ea typeface="Arial"/>
              <a:cs typeface="Arial"/>
              <a:sym typeface="Arial"/>
            </a:endParaRPr>
          </a:p>
        </p:txBody>
      </p:sp>
      <p:sp>
        <p:nvSpPr>
          <p:cNvPr id="1369" name="Google Shape;1369;p67"/>
          <p:cNvSpPr txBox="1"/>
          <p:nvPr/>
        </p:nvSpPr>
        <p:spPr>
          <a:xfrm>
            <a:off x="1049806" y="2209292"/>
            <a:ext cx="1357630" cy="299720"/>
          </a:xfrm>
          <a:prstGeom prst="rect">
            <a:avLst/>
          </a:prstGeom>
          <a:noFill/>
          <a:ln>
            <a:noFill/>
          </a:ln>
        </p:spPr>
        <p:txBody>
          <a:bodyPr spcFirstLastPara="1" wrap="square" lIns="0" tIns="12700" rIns="0" bIns="0" anchor="t" anchorCtr="0">
            <a:spAutoFit/>
          </a:bodyPr>
          <a:lstStyle/>
          <a:p>
            <a:pPr marL="184785" lvl="0" indent="-172085" algn="l" rtl="0">
              <a:lnSpc>
                <a:spcPct val="100000"/>
              </a:lnSpc>
              <a:spcBef>
                <a:spcPts val="0"/>
              </a:spcBef>
              <a:spcAft>
                <a:spcPts val="0"/>
              </a:spcAft>
              <a:buClr>
                <a:srgbClr val="001F5F"/>
              </a:buClr>
              <a:buSzPts val="1800"/>
              <a:buFont typeface="Arial"/>
              <a:buChar char="•"/>
            </a:pPr>
            <a:r>
              <a:rPr lang="en-US" sz="1800">
                <a:solidFill>
                  <a:srgbClr val="001F5F"/>
                </a:solidFill>
                <a:latin typeface="Arial"/>
                <a:ea typeface="Arial"/>
                <a:cs typeface="Arial"/>
                <a:sym typeface="Arial"/>
              </a:rPr>
              <a:t>𝑃 𝑐|𝑥 ,…, 𝑥</a:t>
            </a:r>
            <a:endParaRPr sz="1800">
              <a:latin typeface="Arial"/>
              <a:ea typeface="Arial"/>
              <a:cs typeface="Arial"/>
              <a:sym typeface="Arial"/>
            </a:endParaRPr>
          </a:p>
        </p:txBody>
      </p:sp>
      <p:sp>
        <p:nvSpPr>
          <p:cNvPr id="1370" name="Google Shape;1370;p67"/>
          <p:cNvSpPr txBox="1"/>
          <p:nvPr/>
        </p:nvSpPr>
        <p:spPr>
          <a:xfrm>
            <a:off x="2372104" y="2318511"/>
            <a:ext cx="120650" cy="2235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300">
                <a:solidFill>
                  <a:srgbClr val="001F5F"/>
                </a:solidFill>
                <a:latin typeface="Arial"/>
                <a:ea typeface="Arial"/>
                <a:cs typeface="Arial"/>
                <a:sym typeface="Arial"/>
              </a:rPr>
              <a:t>𝑛</a:t>
            </a:r>
            <a:endParaRPr sz="1300">
              <a:latin typeface="Arial"/>
              <a:ea typeface="Arial"/>
              <a:cs typeface="Arial"/>
              <a:sym typeface="Arial"/>
            </a:endParaRPr>
          </a:p>
        </p:txBody>
      </p:sp>
      <p:sp>
        <p:nvSpPr>
          <p:cNvPr id="1371" name="Google Shape;1371;p67"/>
          <p:cNvSpPr/>
          <p:nvPr/>
        </p:nvSpPr>
        <p:spPr>
          <a:xfrm>
            <a:off x="2896360" y="2389503"/>
            <a:ext cx="1318260" cy="15240"/>
          </a:xfrm>
          <a:custGeom>
            <a:avLst/>
            <a:gdLst/>
            <a:ahLst/>
            <a:cxnLst/>
            <a:rect l="l" t="t" r="r" b="b"/>
            <a:pathLst>
              <a:path w="1318260" h="15239" extrusionOk="0">
                <a:moveTo>
                  <a:pt x="1318259" y="0"/>
                </a:moveTo>
                <a:lnTo>
                  <a:pt x="0" y="0"/>
                </a:lnTo>
                <a:lnTo>
                  <a:pt x="0" y="15240"/>
                </a:lnTo>
                <a:lnTo>
                  <a:pt x="1318259" y="15240"/>
                </a:lnTo>
                <a:lnTo>
                  <a:pt x="1318259"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372" name="Google Shape;1372;p67"/>
          <p:cNvSpPr txBox="1"/>
          <p:nvPr/>
        </p:nvSpPr>
        <p:spPr>
          <a:xfrm>
            <a:off x="2624072" y="2075180"/>
            <a:ext cx="1602740" cy="29972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2700" baseline="-25000">
                <a:solidFill>
                  <a:srgbClr val="001F5F"/>
                </a:solidFill>
                <a:latin typeface="Arial"/>
                <a:ea typeface="Arial"/>
                <a:cs typeface="Arial"/>
                <a:sym typeface="Arial"/>
              </a:rPr>
              <a:t>= </a:t>
            </a:r>
            <a:r>
              <a:rPr lang="en-US" sz="1950" baseline="30000">
                <a:solidFill>
                  <a:srgbClr val="001F5F"/>
                </a:solidFill>
                <a:latin typeface="Arial"/>
                <a:ea typeface="Arial"/>
                <a:cs typeface="Arial"/>
                <a:sym typeface="Arial"/>
              </a:rPr>
              <a:t>𝑃(𝑥</a:t>
            </a:r>
            <a:r>
              <a:rPr lang="en-US" sz="1100">
                <a:solidFill>
                  <a:srgbClr val="001F5F"/>
                </a:solidFill>
                <a:latin typeface="Arial"/>
                <a:ea typeface="Arial"/>
                <a:cs typeface="Arial"/>
                <a:sym typeface="Arial"/>
              </a:rPr>
              <a:t>1</a:t>
            </a:r>
            <a:r>
              <a:rPr lang="en-US" sz="1950" baseline="30000">
                <a:solidFill>
                  <a:srgbClr val="001F5F"/>
                </a:solidFill>
                <a:latin typeface="Arial"/>
                <a:ea typeface="Arial"/>
                <a:cs typeface="Arial"/>
                <a:sym typeface="Arial"/>
              </a:rPr>
              <a:t>,…,𝑥</a:t>
            </a:r>
            <a:r>
              <a:rPr lang="en-US" sz="1100">
                <a:solidFill>
                  <a:srgbClr val="001F5F"/>
                </a:solidFill>
                <a:latin typeface="Arial"/>
                <a:ea typeface="Arial"/>
                <a:cs typeface="Arial"/>
                <a:sym typeface="Arial"/>
              </a:rPr>
              <a:t>𝑛</a:t>
            </a:r>
            <a:r>
              <a:rPr lang="en-US" sz="1950" baseline="30000">
                <a:solidFill>
                  <a:srgbClr val="001F5F"/>
                </a:solidFill>
                <a:latin typeface="Arial"/>
                <a:ea typeface="Arial"/>
                <a:cs typeface="Arial"/>
                <a:sym typeface="Arial"/>
              </a:rPr>
              <a:t>|𝑐)𝑃(𝑐)</a:t>
            </a:r>
            <a:endParaRPr sz="1950" baseline="30000">
              <a:latin typeface="Arial"/>
              <a:ea typeface="Arial"/>
              <a:cs typeface="Arial"/>
              <a:sym typeface="Arial"/>
            </a:endParaRPr>
          </a:p>
        </p:txBody>
      </p:sp>
      <p:sp>
        <p:nvSpPr>
          <p:cNvPr id="1373" name="Google Shape;1373;p67"/>
          <p:cNvSpPr txBox="1"/>
          <p:nvPr/>
        </p:nvSpPr>
        <p:spPr>
          <a:xfrm>
            <a:off x="3099560" y="2385568"/>
            <a:ext cx="884555" cy="22352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1300">
                <a:solidFill>
                  <a:srgbClr val="001F5F"/>
                </a:solidFill>
                <a:latin typeface="Arial"/>
                <a:ea typeface="Arial"/>
                <a:cs typeface="Arial"/>
                <a:sym typeface="Arial"/>
              </a:rPr>
              <a:t>𝑃(𝑥</a:t>
            </a:r>
            <a:r>
              <a:rPr lang="en-US" sz="1650" baseline="-25000">
                <a:solidFill>
                  <a:srgbClr val="001F5F"/>
                </a:solidFill>
                <a:latin typeface="Arial"/>
                <a:ea typeface="Arial"/>
                <a:cs typeface="Arial"/>
                <a:sym typeface="Arial"/>
              </a:rPr>
              <a:t>1</a:t>
            </a:r>
            <a:r>
              <a:rPr lang="en-US" sz="1300">
                <a:solidFill>
                  <a:srgbClr val="001F5F"/>
                </a:solidFill>
                <a:latin typeface="Arial"/>
                <a:ea typeface="Arial"/>
                <a:cs typeface="Arial"/>
                <a:sym typeface="Arial"/>
              </a:rPr>
              <a:t>,…,𝑥</a:t>
            </a:r>
            <a:r>
              <a:rPr lang="en-US" sz="1650" baseline="-25000">
                <a:solidFill>
                  <a:srgbClr val="001F5F"/>
                </a:solidFill>
                <a:latin typeface="Arial"/>
                <a:ea typeface="Arial"/>
                <a:cs typeface="Arial"/>
                <a:sym typeface="Arial"/>
              </a:rPr>
              <a:t>𝑛</a:t>
            </a:r>
            <a:r>
              <a:rPr lang="en-US" sz="1300">
                <a:solidFill>
                  <a:srgbClr val="001F5F"/>
                </a:solidFill>
                <a:latin typeface="Arial"/>
                <a:ea typeface="Arial"/>
                <a:cs typeface="Arial"/>
                <a:sym typeface="Arial"/>
              </a:rPr>
              <a:t>)</a:t>
            </a:r>
            <a:endParaRPr sz="1300">
              <a:latin typeface="Arial"/>
              <a:ea typeface="Arial"/>
              <a:cs typeface="Arial"/>
              <a:sym typeface="Arial"/>
            </a:endParaRPr>
          </a:p>
        </p:txBody>
      </p:sp>
      <p:sp>
        <p:nvSpPr>
          <p:cNvPr id="1374" name="Google Shape;1374;p67"/>
          <p:cNvSpPr txBox="1"/>
          <p:nvPr/>
        </p:nvSpPr>
        <p:spPr>
          <a:xfrm>
            <a:off x="681506" y="3018535"/>
            <a:ext cx="7593330" cy="345440"/>
          </a:xfrm>
          <a:prstGeom prst="rect">
            <a:avLst/>
          </a:prstGeom>
          <a:noFill/>
          <a:ln>
            <a:noFill/>
          </a:ln>
        </p:spPr>
        <p:txBody>
          <a:bodyPr spcFirstLastPara="1" wrap="square" lIns="0" tIns="12700" rIns="0" bIns="0" anchor="t" anchorCtr="0">
            <a:spAutoFit/>
          </a:bodyPr>
          <a:lstStyle/>
          <a:p>
            <a:pPr marL="210820" lvl="0" indent="-172720" algn="l" rtl="0">
              <a:lnSpc>
                <a:spcPct val="100000"/>
              </a:lnSpc>
              <a:spcBef>
                <a:spcPts val="0"/>
              </a:spcBef>
              <a:spcAft>
                <a:spcPts val="0"/>
              </a:spcAft>
              <a:buClr>
                <a:srgbClr val="001F5F"/>
              </a:buClr>
              <a:buSzPts val="2100"/>
              <a:buFont typeface="Arial"/>
              <a:buChar char="•"/>
            </a:pPr>
            <a:r>
              <a:rPr lang="en-US" sz="2100">
                <a:solidFill>
                  <a:srgbClr val="001F5F"/>
                </a:solidFill>
                <a:latin typeface="Arial"/>
                <a:ea typeface="Arial"/>
                <a:cs typeface="Arial"/>
                <a:sym typeface="Arial"/>
              </a:rPr>
              <a:t>„Naive“ assumption: 𝑥</a:t>
            </a:r>
            <a:r>
              <a:rPr lang="en-US" sz="2250" baseline="-25000">
                <a:solidFill>
                  <a:srgbClr val="001F5F"/>
                </a:solidFill>
                <a:latin typeface="Arial"/>
                <a:ea typeface="Arial"/>
                <a:cs typeface="Arial"/>
                <a:sym typeface="Arial"/>
              </a:rPr>
              <a:t>1</a:t>
            </a:r>
            <a:r>
              <a:rPr lang="en-US" sz="2100">
                <a:solidFill>
                  <a:srgbClr val="001F5F"/>
                </a:solidFill>
                <a:latin typeface="Arial"/>
                <a:ea typeface="Arial"/>
                <a:cs typeface="Arial"/>
                <a:sym typeface="Arial"/>
              </a:rPr>
              <a:t>, …, 𝑥</a:t>
            </a:r>
            <a:r>
              <a:rPr lang="en-US" sz="2250" baseline="-25000">
                <a:solidFill>
                  <a:srgbClr val="001F5F"/>
                </a:solidFill>
                <a:latin typeface="Arial"/>
                <a:ea typeface="Arial"/>
                <a:cs typeface="Arial"/>
                <a:sym typeface="Arial"/>
              </a:rPr>
              <a:t>𝑛 </a:t>
            </a:r>
            <a:r>
              <a:rPr lang="en-US" sz="2100">
                <a:solidFill>
                  <a:srgbClr val="001F5F"/>
                </a:solidFill>
                <a:latin typeface="Arial"/>
                <a:ea typeface="Arial"/>
                <a:cs typeface="Arial"/>
                <a:sym typeface="Arial"/>
              </a:rPr>
              <a:t>conditionally independent given 𝑐</a:t>
            </a:r>
            <a:endParaRPr sz="2100">
              <a:latin typeface="Arial"/>
              <a:ea typeface="Arial"/>
              <a:cs typeface="Arial"/>
              <a:sym typeface="Arial"/>
            </a:endParaRPr>
          </a:p>
        </p:txBody>
      </p:sp>
      <p:pic>
        <p:nvPicPr>
          <p:cNvPr id="1375" name="Google Shape;1375;p67"/>
          <p:cNvPicPr preferRelativeResize="0"/>
          <p:nvPr/>
        </p:nvPicPr>
        <p:blipFill rotWithShape="1">
          <a:blip r:embed="rId3">
            <a:alphaModFix/>
          </a:blip>
          <a:srcRect/>
          <a:stretch/>
        </p:blipFill>
        <p:spPr>
          <a:xfrm>
            <a:off x="2508885" y="3569333"/>
            <a:ext cx="70612" cy="211710"/>
          </a:xfrm>
          <a:prstGeom prst="rect">
            <a:avLst/>
          </a:prstGeom>
          <a:noFill/>
          <a:ln>
            <a:noFill/>
          </a:ln>
        </p:spPr>
      </p:pic>
      <p:pic>
        <p:nvPicPr>
          <p:cNvPr id="1376" name="Google Shape;1376;p67"/>
          <p:cNvPicPr preferRelativeResize="0"/>
          <p:nvPr/>
        </p:nvPicPr>
        <p:blipFill rotWithShape="1">
          <a:blip r:embed="rId4">
            <a:alphaModFix/>
          </a:blip>
          <a:srcRect/>
          <a:stretch/>
        </p:blipFill>
        <p:spPr>
          <a:xfrm>
            <a:off x="1401572" y="3569333"/>
            <a:ext cx="70612" cy="211710"/>
          </a:xfrm>
          <a:prstGeom prst="rect">
            <a:avLst/>
          </a:prstGeom>
          <a:noFill/>
          <a:ln>
            <a:noFill/>
          </a:ln>
        </p:spPr>
      </p:pic>
      <p:sp>
        <p:nvSpPr>
          <p:cNvPr id="1377" name="Google Shape;1377;p67"/>
          <p:cNvSpPr txBox="1"/>
          <p:nvPr/>
        </p:nvSpPr>
        <p:spPr>
          <a:xfrm>
            <a:off x="1011706" y="3486403"/>
            <a:ext cx="1853564" cy="299720"/>
          </a:xfrm>
          <a:prstGeom prst="rect">
            <a:avLst/>
          </a:prstGeom>
          <a:noFill/>
          <a:ln>
            <a:noFill/>
          </a:ln>
        </p:spPr>
        <p:txBody>
          <a:bodyPr spcFirstLastPara="1" wrap="square" lIns="0" tIns="12700" rIns="0" bIns="0" anchor="t" anchorCtr="0">
            <a:spAutoFit/>
          </a:bodyPr>
          <a:lstStyle/>
          <a:p>
            <a:pPr marL="222884" lvl="0" indent="-172084" algn="l" rtl="0">
              <a:lnSpc>
                <a:spcPct val="100000"/>
              </a:lnSpc>
              <a:spcBef>
                <a:spcPts val="0"/>
              </a:spcBef>
              <a:spcAft>
                <a:spcPts val="0"/>
              </a:spcAft>
              <a:buClr>
                <a:srgbClr val="001F5F"/>
              </a:buClr>
              <a:buSzPts val="1800"/>
              <a:buFont typeface="Arial"/>
              <a:buChar char="•"/>
            </a:pPr>
            <a:r>
              <a:rPr lang="en-US" sz="1800">
                <a:solidFill>
                  <a:srgbClr val="001F5F"/>
                </a:solidFill>
                <a:latin typeface="Arial"/>
                <a:ea typeface="Arial"/>
                <a:cs typeface="Arial"/>
                <a:sym typeface="Arial"/>
              </a:rPr>
              <a:t>𝑃  𝑐|𝑥</a:t>
            </a:r>
            <a:r>
              <a:rPr lang="en-US" sz="1950" baseline="-25000">
                <a:solidFill>
                  <a:srgbClr val="001F5F"/>
                </a:solidFill>
                <a:latin typeface="Arial"/>
                <a:ea typeface="Arial"/>
                <a:cs typeface="Arial"/>
                <a:sym typeface="Arial"/>
              </a:rPr>
              <a:t>1</a:t>
            </a:r>
            <a:r>
              <a:rPr lang="en-US" sz="1800">
                <a:solidFill>
                  <a:srgbClr val="001F5F"/>
                </a:solidFill>
                <a:latin typeface="Arial"/>
                <a:ea typeface="Arial"/>
                <a:cs typeface="Arial"/>
                <a:sym typeface="Arial"/>
              </a:rPr>
              <a:t>, …, 𝑥</a:t>
            </a:r>
            <a:r>
              <a:rPr lang="en-US" sz="1950" baseline="-25000">
                <a:solidFill>
                  <a:srgbClr val="001F5F"/>
                </a:solidFill>
                <a:latin typeface="Arial"/>
                <a:ea typeface="Arial"/>
                <a:cs typeface="Arial"/>
                <a:sym typeface="Arial"/>
              </a:rPr>
              <a:t>𝑛	</a:t>
            </a:r>
            <a:r>
              <a:rPr lang="en-US" sz="1800">
                <a:solidFill>
                  <a:srgbClr val="001F5F"/>
                </a:solidFill>
                <a:latin typeface="Arial"/>
                <a:ea typeface="Arial"/>
                <a:cs typeface="Arial"/>
                <a:sym typeface="Arial"/>
              </a:rPr>
              <a:t>=</a:t>
            </a:r>
            <a:endParaRPr sz="1800">
              <a:latin typeface="Arial"/>
              <a:ea typeface="Arial"/>
              <a:cs typeface="Arial"/>
              <a:sym typeface="Arial"/>
            </a:endParaRPr>
          </a:p>
        </p:txBody>
      </p:sp>
      <p:sp>
        <p:nvSpPr>
          <p:cNvPr id="1378" name="Google Shape;1378;p67"/>
          <p:cNvSpPr/>
          <p:nvPr/>
        </p:nvSpPr>
        <p:spPr>
          <a:xfrm>
            <a:off x="3409948" y="3479800"/>
            <a:ext cx="52069" cy="155575"/>
          </a:xfrm>
          <a:custGeom>
            <a:avLst/>
            <a:gdLst/>
            <a:ahLst/>
            <a:cxnLst/>
            <a:rect l="l" t="t" r="r" b="b"/>
            <a:pathLst>
              <a:path w="52070" h="155575" extrusionOk="0">
                <a:moveTo>
                  <a:pt x="2285" y="0"/>
                </a:moveTo>
                <a:lnTo>
                  <a:pt x="0" y="6223"/>
                </a:lnTo>
                <a:lnTo>
                  <a:pt x="9000" y="10125"/>
                </a:lnTo>
                <a:lnTo>
                  <a:pt x="16748" y="15540"/>
                </a:lnTo>
                <a:lnTo>
                  <a:pt x="35305" y="51513"/>
                </a:lnTo>
                <a:lnTo>
                  <a:pt x="37591" y="76835"/>
                </a:lnTo>
                <a:lnTo>
                  <a:pt x="37020" y="90502"/>
                </a:lnTo>
                <a:lnTo>
                  <a:pt x="23204" y="132575"/>
                </a:lnTo>
                <a:lnTo>
                  <a:pt x="253" y="148971"/>
                </a:lnTo>
                <a:lnTo>
                  <a:pt x="2285" y="155194"/>
                </a:lnTo>
                <a:lnTo>
                  <a:pt x="38988" y="128142"/>
                </a:lnTo>
                <a:lnTo>
                  <a:pt x="51009" y="91888"/>
                </a:lnTo>
                <a:lnTo>
                  <a:pt x="51815" y="77597"/>
                </a:lnTo>
                <a:lnTo>
                  <a:pt x="51009" y="63378"/>
                </a:lnTo>
                <a:lnTo>
                  <a:pt x="38988" y="27177"/>
                </a:lnTo>
                <a:lnTo>
                  <a:pt x="13521" y="4050"/>
                </a:lnTo>
                <a:lnTo>
                  <a:pt x="2285"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379" name="Google Shape;1379;p67"/>
          <p:cNvSpPr/>
          <p:nvPr/>
        </p:nvSpPr>
        <p:spPr>
          <a:xfrm>
            <a:off x="3023870" y="3479800"/>
            <a:ext cx="52069" cy="155575"/>
          </a:xfrm>
          <a:custGeom>
            <a:avLst/>
            <a:gdLst/>
            <a:ahLst/>
            <a:cxnLst/>
            <a:rect l="l" t="t" r="r" b="b"/>
            <a:pathLst>
              <a:path w="52069" h="155575" extrusionOk="0">
                <a:moveTo>
                  <a:pt x="49528" y="0"/>
                </a:moveTo>
                <a:lnTo>
                  <a:pt x="12825" y="27177"/>
                </a:lnTo>
                <a:lnTo>
                  <a:pt x="806" y="63378"/>
                </a:lnTo>
                <a:lnTo>
                  <a:pt x="0" y="77597"/>
                </a:lnTo>
                <a:lnTo>
                  <a:pt x="806" y="91888"/>
                </a:lnTo>
                <a:lnTo>
                  <a:pt x="12825" y="128142"/>
                </a:lnTo>
                <a:lnTo>
                  <a:pt x="49528" y="155194"/>
                </a:lnTo>
                <a:lnTo>
                  <a:pt x="51433" y="148971"/>
                </a:lnTo>
                <a:lnTo>
                  <a:pt x="42602" y="145044"/>
                </a:lnTo>
                <a:lnTo>
                  <a:pt x="34971" y="139573"/>
                </a:lnTo>
                <a:lnTo>
                  <a:pt x="16508" y="102932"/>
                </a:lnTo>
                <a:lnTo>
                  <a:pt x="14222" y="76835"/>
                </a:lnTo>
                <a:lnTo>
                  <a:pt x="14795" y="63596"/>
                </a:lnTo>
                <a:lnTo>
                  <a:pt x="28577" y="22457"/>
                </a:lnTo>
                <a:lnTo>
                  <a:pt x="51687" y="6223"/>
                </a:lnTo>
                <a:lnTo>
                  <a:pt x="49528"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380" name="Google Shape;1380;p67"/>
          <p:cNvSpPr txBox="1"/>
          <p:nvPr/>
        </p:nvSpPr>
        <p:spPr>
          <a:xfrm>
            <a:off x="2884170" y="3415791"/>
            <a:ext cx="1739900" cy="2235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300" u="sng">
                <a:solidFill>
                  <a:srgbClr val="001F5F"/>
                </a:solidFill>
                <a:latin typeface="Arial"/>
                <a:ea typeface="Arial"/>
                <a:cs typeface="Arial"/>
                <a:sym typeface="Arial"/>
              </a:rPr>
              <a:t>𝑃 𝑥 |𝑐 …𝑃(𝑥  |𝑐) 𝑃(𝑐)</a:t>
            </a:r>
            <a:endParaRPr sz="1300">
              <a:latin typeface="Arial"/>
              <a:ea typeface="Arial"/>
              <a:cs typeface="Arial"/>
              <a:sym typeface="Arial"/>
            </a:endParaRPr>
          </a:p>
        </p:txBody>
      </p:sp>
      <p:sp>
        <p:nvSpPr>
          <p:cNvPr id="1381" name="Google Shape;1381;p67"/>
          <p:cNvSpPr txBox="1"/>
          <p:nvPr/>
        </p:nvSpPr>
        <p:spPr>
          <a:xfrm>
            <a:off x="3169728" y="3480815"/>
            <a:ext cx="94615" cy="1930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a:solidFill>
                  <a:srgbClr val="001F5F"/>
                </a:solidFill>
                <a:latin typeface="Arial"/>
                <a:ea typeface="Arial"/>
                <a:cs typeface="Arial"/>
                <a:sym typeface="Arial"/>
              </a:rPr>
              <a:t>1</a:t>
            </a:r>
            <a:endParaRPr sz="1100">
              <a:latin typeface="Arial"/>
              <a:ea typeface="Arial"/>
              <a:cs typeface="Arial"/>
              <a:sym typeface="Arial"/>
            </a:endParaRPr>
          </a:p>
        </p:txBody>
      </p:sp>
      <p:sp>
        <p:nvSpPr>
          <p:cNvPr id="1382" name="Google Shape;1382;p67"/>
          <p:cNvSpPr txBox="1"/>
          <p:nvPr/>
        </p:nvSpPr>
        <p:spPr>
          <a:xfrm>
            <a:off x="3339590" y="3450726"/>
            <a:ext cx="833755" cy="457200"/>
          </a:xfrm>
          <a:prstGeom prst="rect">
            <a:avLst/>
          </a:prstGeom>
          <a:noFill/>
          <a:ln>
            <a:noFill/>
          </a:ln>
        </p:spPr>
        <p:txBody>
          <a:bodyPr spcFirstLastPara="1" wrap="square" lIns="0" tIns="42525" rIns="0" bIns="0" anchor="t" anchorCtr="0">
            <a:spAutoFit/>
          </a:bodyPr>
          <a:lstStyle/>
          <a:p>
            <a:pPr marL="0" marR="161290" lvl="0" indent="0" algn="r" rtl="0">
              <a:lnSpc>
                <a:spcPct val="100000"/>
              </a:lnSpc>
              <a:spcBef>
                <a:spcPts val="0"/>
              </a:spcBef>
              <a:spcAft>
                <a:spcPts val="0"/>
              </a:spcAft>
              <a:buNone/>
            </a:pPr>
            <a:r>
              <a:rPr lang="en-US" sz="1100">
                <a:solidFill>
                  <a:srgbClr val="001F5F"/>
                </a:solidFill>
                <a:latin typeface="Arial"/>
                <a:ea typeface="Arial"/>
                <a:cs typeface="Arial"/>
                <a:sym typeface="Arial"/>
              </a:rPr>
              <a:t>𝑛</a:t>
            </a:r>
            <a:endParaRPr sz="1100">
              <a:latin typeface="Arial"/>
              <a:ea typeface="Arial"/>
              <a:cs typeface="Arial"/>
              <a:sym typeface="Arial"/>
            </a:endParaRPr>
          </a:p>
          <a:p>
            <a:pPr marL="12700" lvl="0" indent="0" algn="l" rtl="0">
              <a:lnSpc>
                <a:spcPct val="100000"/>
              </a:lnSpc>
              <a:spcBef>
                <a:spcPts val="280"/>
              </a:spcBef>
              <a:spcAft>
                <a:spcPts val="0"/>
              </a:spcAft>
              <a:buNone/>
            </a:pPr>
            <a:r>
              <a:rPr lang="en-US" sz="1950" baseline="30000">
                <a:solidFill>
                  <a:srgbClr val="001F5F"/>
                </a:solidFill>
                <a:latin typeface="Arial"/>
                <a:ea typeface="Arial"/>
                <a:cs typeface="Arial"/>
                <a:sym typeface="Arial"/>
              </a:rPr>
              <a:t>𝑃(𝑥</a:t>
            </a:r>
            <a:r>
              <a:rPr lang="en-US" sz="1100">
                <a:solidFill>
                  <a:srgbClr val="001F5F"/>
                </a:solidFill>
                <a:latin typeface="Arial"/>
                <a:ea typeface="Arial"/>
                <a:cs typeface="Arial"/>
                <a:sym typeface="Arial"/>
              </a:rPr>
              <a:t>1</a:t>
            </a:r>
            <a:r>
              <a:rPr lang="en-US" sz="1950" baseline="30000">
                <a:solidFill>
                  <a:srgbClr val="001F5F"/>
                </a:solidFill>
                <a:latin typeface="Arial"/>
                <a:ea typeface="Arial"/>
                <a:cs typeface="Arial"/>
                <a:sym typeface="Arial"/>
              </a:rPr>
              <a:t>,…,𝑥</a:t>
            </a:r>
            <a:r>
              <a:rPr lang="en-US" sz="1100">
                <a:solidFill>
                  <a:srgbClr val="001F5F"/>
                </a:solidFill>
                <a:latin typeface="Arial"/>
                <a:ea typeface="Arial"/>
                <a:cs typeface="Arial"/>
                <a:sym typeface="Arial"/>
              </a:rPr>
              <a:t>𝑛</a:t>
            </a:r>
            <a:r>
              <a:rPr lang="en-US" sz="1950" baseline="30000">
                <a:solidFill>
                  <a:srgbClr val="001F5F"/>
                </a:solidFill>
                <a:latin typeface="Arial"/>
                <a:ea typeface="Arial"/>
                <a:cs typeface="Arial"/>
                <a:sym typeface="Arial"/>
              </a:rPr>
              <a:t>)</a:t>
            </a:r>
            <a:endParaRPr sz="1950" baseline="30000">
              <a:latin typeface="Arial"/>
              <a:ea typeface="Arial"/>
              <a:cs typeface="Arial"/>
              <a:sym typeface="Arial"/>
            </a:endParaRPr>
          </a:p>
        </p:txBody>
      </p:sp>
      <p:sp>
        <p:nvSpPr>
          <p:cNvPr id="1383" name="Google Shape;1383;p67"/>
          <p:cNvSpPr txBox="1"/>
          <p:nvPr/>
        </p:nvSpPr>
        <p:spPr>
          <a:xfrm>
            <a:off x="4661408" y="3474211"/>
            <a:ext cx="190500"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solidFill>
                  <a:srgbClr val="001F5F"/>
                </a:solidFill>
                <a:latin typeface="Arial"/>
                <a:ea typeface="Arial"/>
                <a:cs typeface="Arial"/>
                <a:sym typeface="Arial"/>
              </a:rPr>
              <a:t>=</a:t>
            </a:r>
            <a:endParaRPr sz="1800">
              <a:latin typeface="Arial"/>
              <a:ea typeface="Arial"/>
              <a:cs typeface="Arial"/>
              <a:sym typeface="Arial"/>
            </a:endParaRPr>
          </a:p>
        </p:txBody>
      </p:sp>
      <p:sp>
        <p:nvSpPr>
          <p:cNvPr id="1384" name="Google Shape;1384;p67"/>
          <p:cNvSpPr txBox="1"/>
          <p:nvPr/>
        </p:nvSpPr>
        <p:spPr>
          <a:xfrm>
            <a:off x="4870702" y="3312159"/>
            <a:ext cx="261620" cy="22352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1950" baseline="-25000">
                <a:solidFill>
                  <a:srgbClr val="001F5F"/>
                </a:solidFill>
                <a:latin typeface="Arial"/>
                <a:ea typeface="Arial"/>
                <a:cs typeface="Arial"/>
                <a:sym typeface="Arial"/>
              </a:rPr>
              <a:t>ς </a:t>
            </a:r>
            <a:r>
              <a:rPr lang="en-US" sz="1100">
                <a:solidFill>
                  <a:srgbClr val="001F5F"/>
                </a:solidFill>
                <a:latin typeface="Arial"/>
                <a:ea typeface="Arial"/>
                <a:cs typeface="Arial"/>
                <a:sym typeface="Arial"/>
              </a:rPr>
              <a:t>𝑛</a:t>
            </a:r>
            <a:endParaRPr sz="1100">
              <a:latin typeface="Arial"/>
              <a:ea typeface="Arial"/>
              <a:cs typeface="Arial"/>
              <a:sym typeface="Arial"/>
            </a:endParaRPr>
          </a:p>
        </p:txBody>
      </p:sp>
      <p:sp>
        <p:nvSpPr>
          <p:cNvPr id="1385" name="Google Shape;1385;p67"/>
          <p:cNvSpPr txBox="1"/>
          <p:nvPr/>
        </p:nvSpPr>
        <p:spPr>
          <a:xfrm>
            <a:off x="5295900" y="3385311"/>
            <a:ext cx="1005205" cy="22352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1300">
                <a:solidFill>
                  <a:srgbClr val="001F5F"/>
                </a:solidFill>
                <a:latin typeface="Arial"/>
                <a:ea typeface="Arial"/>
                <a:cs typeface="Arial"/>
                <a:sym typeface="Arial"/>
              </a:rPr>
              <a:t>𝑃(𝑥</a:t>
            </a:r>
            <a:r>
              <a:rPr lang="en-US" sz="1650" baseline="-25000">
                <a:solidFill>
                  <a:srgbClr val="001F5F"/>
                </a:solidFill>
                <a:latin typeface="Arial"/>
                <a:ea typeface="Arial"/>
                <a:cs typeface="Arial"/>
                <a:sym typeface="Arial"/>
              </a:rPr>
              <a:t>𝑗</a:t>
            </a:r>
            <a:r>
              <a:rPr lang="en-US" sz="1300">
                <a:solidFill>
                  <a:srgbClr val="001F5F"/>
                </a:solidFill>
                <a:latin typeface="Arial"/>
                <a:ea typeface="Arial"/>
                <a:cs typeface="Arial"/>
                <a:sym typeface="Arial"/>
              </a:rPr>
              <a:t>|𝑐) 𝑃(𝑐)</a:t>
            </a:r>
            <a:endParaRPr sz="1300">
              <a:latin typeface="Arial"/>
              <a:ea typeface="Arial"/>
              <a:cs typeface="Arial"/>
              <a:sym typeface="Arial"/>
            </a:endParaRPr>
          </a:p>
        </p:txBody>
      </p:sp>
      <p:sp>
        <p:nvSpPr>
          <p:cNvPr id="1386" name="Google Shape;1386;p67"/>
          <p:cNvSpPr/>
          <p:nvPr/>
        </p:nvSpPr>
        <p:spPr>
          <a:xfrm>
            <a:off x="4908231" y="3618252"/>
            <a:ext cx="1371600" cy="25400"/>
          </a:xfrm>
          <a:custGeom>
            <a:avLst/>
            <a:gdLst/>
            <a:ahLst/>
            <a:cxnLst/>
            <a:rect l="l" t="t" r="r" b="b"/>
            <a:pathLst>
              <a:path w="1371600" h="25400" extrusionOk="0">
                <a:moveTo>
                  <a:pt x="1371600" y="0"/>
                </a:moveTo>
                <a:lnTo>
                  <a:pt x="0" y="0"/>
                </a:lnTo>
                <a:lnTo>
                  <a:pt x="0" y="25400"/>
                </a:lnTo>
                <a:lnTo>
                  <a:pt x="1371600" y="25400"/>
                </a:lnTo>
                <a:lnTo>
                  <a:pt x="1371600"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387" name="Google Shape;1387;p67"/>
          <p:cNvSpPr txBox="1"/>
          <p:nvPr/>
        </p:nvSpPr>
        <p:spPr>
          <a:xfrm>
            <a:off x="5034723" y="3465576"/>
            <a:ext cx="251460" cy="1930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a:solidFill>
                  <a:srgbClr val="001F5F"/>
                </a:solidFill>
                <a:latin typeface="Arial"/>
                <a:ea typeface="Arial"/>
                <a:cs typeface="Arial"/>
                <a:sym typeface="Arial"/>
              </a:rPr>
              <a:t>𝑗=1</a:t>
            </a:r>
            <a:endParaRPr sz="1100">
              <a:latin typeface="Arial"/>
              <a:ea typeface="Arial"/>
              <a:cs typeface="Arial"/>
              <a:sym typeface="Arial"/>
            </a:endParaRPr>
          </a:p>
        </p:txBody>
      </p:sp>
      <p:sp>
        <p:nvSpPr>
          <p:cNvPr id="1388" name="Google Shape;1388;p67"/>
          <p:cNvSpPr txBox="1"/>
          <p:nvPr/>
        </p:nvSpPr>
        <p:spPr>
          <a:xfrm>
            <a:off x="5177598" y="3680967"/>
            <a:ext cx="833755" cy="2235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950" baseline="30000">
                <a:solidFill>
                  <a:srgbClr val="001F5F"/>
                </a:solidFill>
                <a:latin typeface="Arial"/>
                <a:ea typeface="Arial"/>
                <a:cs typeface="Arial"/>
                <a:sym typeface="Arial"/>
              </a:rPr>
              <a:t>𝑃(𝑥</a:t>
            </a:r>
            <a:r>
              <a:rPr lang="en-US" sz="1100">
                <a:solidFill>
                  <a:srgbClr val="001F5F"/>
                </a:solidFill>
                <a:latin typeface="Arial"/>
                <a:ea typeface="Arial"/>
                <a:cs typeface="Arial"/>
                <a:sym typeface="Arial"/>
              </a:rPr>
              <a:t>1</a:t>
            </a:r>
            <a:r>
              <a:rPr lang="en-US" sz="1950" baseline="30000">
                <a:solidFill>
                  <a:srgbClr val="001F5F"/>
                </a:solidFill>
                <a:latin typeface="Arial"/>
                <a:ea typeface="Arial"/>
                <a:cs typeface="Arial"/>
                <a:sym typeface="Arial"/>
              </a:rPr>
              <a:t>,…,𝑥</a:t>
            </a:r>
            <a:r>
              <a:rPr lang="en-US" sz="1100">
                <a:solidFill>
                  <a:srgbClr val="001F5F"/>
                </a:solidFill>
                <a:latin typeface="Arial"/>
                <a:ea typeface="Arial"/>
                <a:cs typeface="Arial"/>
                <a:sym typeface="Arial"/>
              </a:rPr>
              <a:t>𝑛</a:t>
            </a:r>
            <a:r>
              <a:rPr lang="en-US" sz="1950" baseline="30000">
                <a:solidFill>
                  <a:srgbClr val="001F5F"/>
                </a:solidFill>
                <a:latin typeface="Arial"/>
                <a:ea typeface="Arial"/>
                <a:cs typeface="Arial"/>
                <a:sym typeface="Arial"/>
              </a:rPr>
              <a:t>)</a:t>
            </a:r>
            <a:endParaRPr sz="1950" baseline="30000">
              <a:latin typeface="Arial"/>
              <a:ea typeface="Arial"/>
              <a:cs typeface="Arial"/>
              <a:sym typeface="Arial"/>
            </a:endParaRPr>
          </a:p>
        </p:txBody>
      </p:sp>
      <p:sp>
        <p:nvSpPr>
          <p:cNvPr id="1389" name="Google Shape;1389;p67"/>
          <p:cNvSpPr txBox="1"/>
          <p:nvPr/>
        </p:nvSpPr>
        <p:spPr>
          <a:xfrm>
            <a:off x="681506" y="4292600"/>
            <a:ext cx="6454140" cy="345440"/>
          </a:xfrm>
          <a:prstGeom prst="rect">
            <a:avLst/>
          </a:prstGeom>
          <a:noFill/>
          <a:ln>
            <a:noFill/>
          </a:ln>
        </p:spPr>
        <p:txBody>
          <a:bodyPr spcFirstLastPara="1" wrap="square" lIns="0" tIns="12700" rIns="0" bIns="0" anchor="t" anchorCtr="0">
            <a:spAutoFit/>
          </a:bodyPr>
          <a:lstStyle/>
          <a:p>
            <a:pPr marL="210820" lvl="0" indent="-172720" algn="l" rtl="0">
              <a:lnSpc>
                <a:spcPct val="100000"/>
              </a:lnSpc>
              <a:spcBef>
                <a:spcPts val="0"/>
              </a:spcBef>
              <a:spcAft>
                <a:spcPts val="0"/>
              </a:spcAft>
              <a:buClr>
                <a:srgbClr val="001F5F"/>
              </a:buClr>
              <a:buSzPts val="2100"/>
              <a:buFont typeface="Arial"/>
              <a:buChar char="•"/>
            </a:pPr>
            <a:r>
              <a:rPr lang="en-US" sz="2100">
                <a:solidFill>
                  <a:srgbClr val="001F5F"/>
                </a:solidFill>
                <a:latin typeface="Arial"/>
                <a:ea typeface="Arial"/>
                <a:cs typeface="Arial"/>
                <a:sym typeface="Arial"/>
              </a:rPr>
              <a:t>𝑃(𝑥</a:t>
            </a:r>
            <a:r>
              <a:rPr lang="en-US" sz="2250" baseline="-25000">
                <a:solidFill>
                  <a:srgbClr val="001F5F"/>
                </a:solidFill>
                <a:latin typeface="Arial"/>
                <a:ea typeface="Arial"/>
                <a:cs typeface="Arial"/>
                <a:sym typeface="Arial"/>
              </a:rPr>
              <a:t>1</a:t>
            </a:r>
            <a:r>
              <a:rPr lang="en-US" sz="2100">
                <a:solidFill>
                  <a:srgbClr val="001F5F"/>
                </a:solidFill>
                <a:latin typeface="Arial"/>
                <a:ea typeface="Arial"/>
                <a:cs typeface="Arial"/>
                <a:sym typeface="Arial"/>
              </a:rPr>
              <a:t>, …, 𝑥</a:t>
            </a:r>
            <a:r>
              <a:rPr lang="en-US" sz="2250" baseline="-25000">
                <a:solidFill>
                  <a:srgbClr val="001F5F"/>
                </a:solidFill>
                <a:latin typeface="Arial"/>
                <a:ea typeface="Arial"/>
                <a:cs typeface="Arial"/>
                <a:sym typeface="Arial"/>
              </a:rPr>
              <a:t>𝑛</a:t>
            </a:r>
            <a:r>
              <a:rPr lang="en-US" sz="2100">
                <a:solidFill>
                  <a:srgbClr val="001F5F"/>
                </a:solidFill>
                <a:latin typeface="Arial"/>
                <a:ea typeface="Arial"/>
                <a:cs typeface="Arial"/>
                <a:sym typeface="Arial"/>
              </a:rPr>
              <a:t>) is independent of 𝑐 and always the same</a:t>
            </a:r>
            <a:endParaRPr sz="2100">
              <a:latin typeface="Arial"/>
              <a:ea typeface="Arial"/>
              <a:cs typeface="Arial"/>
              <a:sym typeface="Arial"/>
            </a:endParaRPr>
          </a:p>
        </p:txBody>
      </p:sp>
      <p:pic>
        <p:nvPicPr>
          <p:cNvPr id="1390" name="Google Shape;1390;p67"/>
          <p:cNvPicPr preferRelativeResize="0"/>
          <p:nvPr/>
        </p:nvPicPr>
        <p:blipFill rotWithShape="1">
          <a:blip r:embed="rId5">
            <a:alphaModFix/>
          </a:blip>
          <a:srcRect/>
          <a:stretch/>
        </p:blipFill>
        <p:spPr>
          <a:xfrm>
            <a:off x="2920363" y="4735195"/>
            <a:ext cx="70611" cy="211708"/>
          </a:xfrm>
          <a:prstGeom prst="rect">
            <a:avLst/>
          </a:prstGeom>
          <a:noFill/>
          <a:ln>
            <a:noFill/>
          </a:ln>
        </p:spPr>
      </p:pic>
      <p:pic>
        <p:nvPicPr>
          <p:cNvPr id="1391" name="Google Shape;1391;p67"/>
          <p:cNvPicPr preferRelativeResize="0"/>
          <p:nvPr/>
        </p:nvPicPr>
        <p:blipFill rotWithShape="1">
          <a:blip r:embed="rId4">
            <a:alphaModFix/>
          </a:blip>
          <a:srcRect/>
          <a:stretch/>
        </p:blipFill>
        <p:spPr>
          <a:xfrm>
            <a:off x="1813050" y="4735195"/>
            <a:ext cx="70612" cy="211708"/>
          </a:xfrm>
          <a:prstGeom prst="rect">
            <a:avLst/>
          </a:prstGeom>
          <a:noFill/>
          <a:ln>
            <a:noFill/>
          </a:ln>
        </p:spPr>
      </p:pic>
      <p:sp>
        <p:nvSpPr>
          <p:cNvPr id="1392" name="Google Shape;1392;p67"/>
          <p:cNvSpPr txBox="1"/>
          <p:nvPr/>
        </p:nvSpPr>
        <p:spPr>
          <a:xfrm>
            <a:off x="3483102" y="4775200"/>
            <a:ext cx="302895" cy="2235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300">
                <a:solidFill>
                  <a:srgbClr val="001F5F"/>
                </a:solidFill>
                <a:latin typeface="Arial"/>
                <a:ea typeface="Arial"/>
                <a:cs typeface="Arial"/>
                <a:sym typeface="Arial"/>
              </a:rPr>
              <a:t>𝑗=1</a:t>
            </a:r>
            <a:endParaRPr sz="1300">
              <a:latin typeface="Arial"/>
              <a:ea typeface="Arial"/>
              <a:cs typeface="Arial"/>
              <a:sym typeface="Arial"/>
            </a:endParaRPr>
          </a:p>
        </p:txBody>
      </p:sp>
      <p:sp>
        <p:nvSpPr>
          <p:cNvPr id="1393" name="Google Shape;1393;p67"/>
          <p:cNvSpPr txBox="1"/>
          <p:nvPr/>
        </p:nvSpPr>
        <p:spPr>
          <a:xfrm>
            <a:off x="1024406" y="4653788"/>
            <a:ext cx="1964689" cy="299720"/>
          </a:xfrm>
          <a:prstGeom prst="rect">
            <a:avLst/>
          </a:prstGeom>
          <a:noFill/>
          <a:ln>
            <a:noFill/>
          </a:ln>
        </p:spPr>
        <p:txBody>
          <a:bodyPr spcFirstLastPara="1" wrap="square" lIns="0" tIns="12700" rIns="0" bIns="0" anchor="t" anchorCtr="0">
            <a:spAutoFit/>
          </a:bodyPr>
          <a:lstStyle/>
          <a:p>
            <a:pPr marL="210184" lvl="0" indent="-172084" algn="l" rtl="0">
              <a:lnSpc>
                <a:spcPct val="100000"/>
              </a:lnSpc>
              <a:spcBef>
                <a:spcPts val="0"/>
              </a:spcBef>
              <a:spcAft>
                <a:spcPts val="0"/>
              </a:spcAft>
              <a:buClr>
                <a:srgbClr val="001F5F"/>
              </a:buClr>
              <a:buSzPts val="1800"/>
              <a:buFont typeface="Arial"/>
              <a:buChar char="•"/>
            </a:pPr>
            <a:r>
              <a:rPr lang="en-US" sz="1800">
                <a:solidFill>
                  <a:srgbClr val="001F5F"/>
                </a:solidFill>
                <a:latin typeface="Arial"/>
                <a:ea typeface="Arial"/>
                <a:cs typeface="Arial"/>
                <a:sym typeface="Arial"/>
              </a:rPr>
              <a:t>𝑠𝑐𝑜𝑟𝑒  𝑐|𝑥</a:t>
            </a:r>
            <a:r>
              <a:rPr lang="en-US" sz="1950" baseline="-25000">
                <a:solidFill>
                  <a:srgbClr val="001F5F"/>
                </a:solidFill>
                <a:latin typeface="Arial"/>
                <a:ea typeface="Arial"/>
                <a:cs typeface="Arial"/>
                <a:sym typeface="Arial"/>
              </a:rPr>
              <a:t>1</a:t>
            </a:r>
            <a:r>
              <a:rPr lang="en-US" sz="1800">
                <a:solidFill>
                  <a:srgbClr val="001F5F"/>
                </a:solidFill>
                <a:latin typeface="Arial"/>
                <a:ea typeface="Arial"/>
                <a:cs typeface="Arial"/>
                <a:sym typeface="Arial"/>
              </a:rPr>
              <a:t>, …, 𝑥</a:t>
            </a:r>
            <a:r>
              <a:rPr lang="en-US" sz="1950" baseline="-25000">
                <a:solidFill>
                  <a:srgbClr val="001F5F"/>
                </a:solidFill>
                <a:latin typeface="Arial"/>
                <a:ea typeface="Arial"/>
                <a:cs typeface="Arial"/>
                <a:sym typeface="Arial"/>
              </a:rPr>
              <a:t>𝑛</a:t>
            </a:r>
            <a:endParaRPr sz="1950" baseline="-25000">
              <a:latin typeface="Arial"/>
              <a:ea typeface="Arial"/>
              <a:cs typeface="Arial"/>
              <a:sym typeface="Arial"/>
            </a:endParaRPr>
          </a:p>
        </p:txBody>
      </p:sp>
      <p:sp>
        <p:nvSpPr>
          <p:cNvPr id="1394" name="Google Shape;1394;p67"/>
          <p:cNvSpPr txBox="1"/>
          <p:nvPr/>
        </p:nvSpPr>
        <p:spPr>
          <a:xfrm>
            <a:off x="3036722" y="4577588"/>
            <a:ext cx="543560" cy="29972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2700" baseline="-25000">
                <a:solidFill>
                  <a:srgbClr val="001F5F"/>
                </a:solidFill>
                <a:latin typeface="Arial"/>
                <a:ea typeface="Arial"/>
                <a:cs typeface="Arial"/>
                <a:sym typeface="Arial"/>
              </a:rPr>
              <a:t>= ς </a:t>
            </a:r>
            <a:r>
              <a:rPr lang="en-US" sz="1300">
                <a:solidFill>
                  <a:srgbClr val="001F5F"/>
                </a:solidFill>
                <a:latin typeface="Arial"/>
                <a:ea typeface="Arial"/>
                <a:cs typeface="Arial"/>
                <a:sym typeface="Arial"/>
              </a:rPr>
              <a:t>𝑛</a:t>
            </a:r>
            <a:endParaRPr sz="1300">
              <a:latin typeface="Arial"/>
              <a:ea typeface="Arial"/>
              <a:cs typeface="Arial"/>
              <a:sym typeface="Arial"/>
            </a:endParaRPr>
          </a:p>
        </p:txBody>
      </p:sp>
      <p:sp>
        <p:nvSpPr>
          <p:cNvPr id="1395" name="Google Shape;1395;p67"/>
          <p:cNvSpPr txBox="1"/>
          <p:nvPr/>
        </p:nvSpPr>
        <p:spPr>
          <a:xfrm>
            <a:off x="3795547" y="4653788"/>
            <a:ext cx="1320165" cy="299720"/>
          </a:xfrm>
          <a:prstGeom prst="rect">
            <a:avLst/>
          </a:prstGeom>
          <a:noFill/>
          <a:ln>
            <a:noFill/>
          </a:ln>
        </p:spPr>
        <p:txBody>
          <a:bodyPr spcFirstLastPara="1" wrap="square" lIns="0" tIns="12700" rIns="0" bIns="0" anchor="t" anchorCtr="0">
            <a:spAutoFit/>
          </a:bodyPr>
          <a:lstStyle/>
          <a:p>
            <a:pPr marL="38100" lvl="0" indent="0" algn="l" rtl="0">
              <a:lnSpc>
                <a:spcPct val="100000"/>
              </a:lnSpc>
              <a:spcBef>
                <a:spcPts val="0"/>
              </a:spcBef>
              <a:spcAft>
                <a:spcPts val="0"/>
              </a:spcAft>
              <a:buNone/>
            </a:pPr>
            <a:r>
              <a:rPr lang="en-US" sz="1800">
                <a:solidFill>
                  <a:srgbClr val="001F5F"/>
                </a:solidFill>
                <a:latin typeface="Arial"/>
                <a:ea typeface="Arial"/>
                <a:cs typeface="Arial"/>
                <a:sym typeface="Arial"/>
              </a:rPr>
              <a:t>𝑃(𝑥</a:t>
            </a:r>
            <a:r>
              <a:rPr lang="en-US" sz="1950" baseline="-25000">
                <a:solidFill>
                  <a:srgbClr val="001F5F"/>
                </a:solidFill>
                <a:latin typeface="Arial"/>
                <a:ea typeface="Arial"/>
                <a:cs typeface="Arial"/>
                <a:sym typeface="Arial"/>
              </a:rPr>
              <a:t>𝑗</a:t>
            </a:r>
            <a:r>
              <a:rPr lang="en-US" sz="1800">
                <a:solidFill>
                  <a:srgbClr val="001F5F"/>
                </a:solidFill>
                <a:latin typeface="Arial"/>
                <a:ea typeface="Arial"/>
                <a:cs typeface="Arial"/>
                <a:sym typeface="Arial"/>
              </a:rPr>
              <a:t>|𝑐) 𝑃(𝑐)</a:t>
            </a:r>
            <a:endParaRPr sz="1800">
              <a:latin typeface="Arial"/>
              <a:ea typeface="Arial"/>
              <a:cs typeface="Arial"/>
              <a:sym typeface="Arial"/>
            </a:endParaRPr>
          </a:p>
        </p:txBody>
      </p:sp>
      <p:sp>
        <p:nvSpPr>
          <p:cNvPr id="1396" name="Google Shape;1396;p67"/>
          <p:cNvSpPr txBox="1"/>
          <p:nvPr/>
        </p:nvSpPr>
        <p:spPr>
          <a:xfrm>
            <a:off x="706906" y="5322823"/>
            <a:ext cx="4303395" cy="345440"/>
          </a:xfrm>
          <a:prstGeom prst="rect">
            <a:avLst/>
          </a:prstGeom>
          <a:noFill/>
          <a:ln>
            <a:noFill/>
          </a:ln>
        </p:spPr>
        <p:txBody>
          <a:bodyPr spcFirstLastPara="1" wrap="square" lIns="0" tIns="12700" rIns="0" bIns="0" anchor="t" anchorCtr="0">
            <a:spAutoFit/>
          </a:bodyPr>
          <a:lstStyle/>
          <a:p>
            <a:pPr marL="185420" lvl="0" indent="-172720" algn="l" rtl="0">
              <a:lnSpc>
                <a:spcPct val="100000"/>
              </a:lnSpc>
              <a:spcBef>
                <a:spcPts val="0"/>
              </a:spcBef>
              <a:spcAft>
                <a:spcPts val="0"/>
              </a:spcAft>
              <a:buClr>
                <a:srgbClr val="001F5F"/>
              </a:buClr>
              <a:buSzPts val="2100"/>
              <a:buFont typeface="Arial"/>
              <a:buChar char="•"/>
            </a:pPr>
            <a:r>
              <a:rPr lang="en-US" sz="2100">
                <a:solidFill>
                  <a:srgbClr val="001F5F"/>
                </a:solidFill>
                <a:latin typeface="Arial"/>
                <a:ea typeface="Arial"/>
                <a:cs typeface="Arial"/>
                <a:sym typeface="Arial"/>
              </a:rPr>
              <a:t>Assign the class with highest score</a:t>
            </a:r>
            <a:endParaRPr sz="2100">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Shape 1400"/>
        <p:cNvGrpSpPr/>
        <p:nvPr/>
      </p:nvGrpSpPr>
      <p:grpSpPr>
        <a:xfrm>
          <a:off x="0" y="0"/>
          <a:ext cx="0" cy="0"/>
          <a:chOff x="0" y="0"/>
          <a:chExt cx="0" cy="0"/>
        </a:xfrm>
      </p:grpSpPr>
      <p:sp>
        <p:nvSpPr>
          <p:cNvPr id="1401" name="Google Shape;1401;p68" descr="$PPTXTitle"/>
          <p:cNvSpPr txBox="1">
            <a:spLocks noGrp="1"/>
          </p:cNvSpPr>
          <p:nvPr>
            <p:ph type="title"/>
          </p:nvPr>
        </p:nvSpPr>
        <p:spPr>
          <a:xfrm>
            <a:off x="707542" y="494791"/>
            <a:ext cx="11589715" cy="742248"/>
          </a:xfrm>
          <a:prstGeom prst="rect">
            <a:avLst/>
          </a:prstGeom>
          <a:noFill/>
          <a:ln>
            <a:noFill/>
          </a:ln>
        </p:spPr>
        <p:txBody>
          <a:bodyPr spcFirstLastPara="1" wrap="square" lIns="0" tIns="232150" rIns="0" bIns="0" anchor="t" anchorCtr="0">
            <a:spAutoFit/>
          </a:bodyPr>
          <a:lstStyle/>
          <a:p>
            <a:pPr marL="12700" lvl="0" indent="0" algn="l" rtl="0">
              <a:lnSpc>
                <a:spcPct val="100000"/>
              </a:lnSpc>
              <a:spcBef>
                <a:spcPts val="0"/>
              </a:spcBef>
              <a:spcAft>
                <a:spcPts val="0"/>
              </a:spcAft>
              <a:buNone/>
            </a:pPr>
            <a:r>
              <a:rPr lang="en-US" sz="3300" b="1" dirty="0">
                <a:solidFill>
                  <a:schemeClr val="accent1"/>
                </a:solidFill>
              </a:rPr>
              <a:t>Multinomial and Gaussian Naive Bayes</a:t>
            </a:r>
            <a:endParaRPr sz="3300" b="1" dirty="0">
              <a:solidFill>
                <a:schemeClr val="accent1"/>
              </a:solidFill>
            </a:endParaRPr>
          </a:p>
        </p:txBody>
      </p:sp>
      <p:sp>
        <p:nvSpPr>
          <p:cNvPr id="1402" name="Google Shape;1402;p68"/>
          <p:cNvSpPr/>
          <p:nvPr/>
        </p:nvSpPr>
        <p:spPr>
          <a:xfrm>
            <a:off x="4458589" y="1882519"/>
            <a:ext cx="20320" cy="322580"/>
          </a:xfrm>
          <a:custGeom>
            <a:avLst/>
            <a:gdLst/>
            <a:ahLst/>
            <a:cxnLst/>
            <a:rect l="l" t="t" r="r" b="b"/>
            <a:pathLst>
              <a:path w="20320" h="322580" extrusionOk="0">
                <a:moveTo>
                  <a:pt x="20066" y="0"/>
                </a:moveTo>
                <a:lnTo>
                  <a:pt x="0" y="0"/>
                </a:lnTo>
                <a:lnTo>
                  <a:pt x="0" y="322199"/>
                </a:lnTo>
                <a:lnTo>
                  <a:pt x="20066" y="322199"/>
                </a:lnTo>
                <a:lnTo>
                  <a:pt x="20066"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403" name="Google Shape;1403;p68"/>
          <p:cNvSpPr/>
          <p:nvPr/>
        </p:nvSpPr>
        <p:spPr>
          <a:xfrm>
            <a:off x="4105533" y="1882519"/>
            <a:ext cx="88265" cy="322580"/>
          </a:xfrm>
          <a:custGeom>
            <a:avLst/>
            <a:gdLst/>
            <a:ahLst/>
            <a:cxnLst/>
            <a:rect l="l" t="t" r="r" b="b"/>
            <a:pathLst>
              <a:path w="88264" h="322580" extrusionOk="0">
                <a:moveTo>
                  <a:pt x="84575" y="0"/>
                </a:moveTo>
                <a:lnTo>
                  <a:pt x="48602" y="19161"/>
                </a:lnTo>
                <a:lnTo>
                  <a:pt x="21964" y="55371"/>
                </a:lnTo>
                <a:lnTo>
                  <a:pt x="5454" y="104108"/>
                </a:lnTo>
                <a:lnTo>
                  <a:pt x="0" y="161162"/>
                </a:lnTo>
                <a:lnTo>
                  <a:pt x="1355" y="190567"/>
                </a:lnTo>
                <a:lnTo>
                  <a:pt x="12316" y="243438"/>
                </a:lnTo>
                <a:lnTo>
                  <a:pt x="34104" y="286998"/>
                </a:lnTo>
                <a:lnTo>
                  <a:pt x="65434" y="314671"/>
                </a:lnTo>
                <a:lnTo>
                  <a:pt x="84575" y="322199"/>
                </a:lnTo>
                <a:lnTo>
                  <a:pt x="87877" y="311403"/>
                </a:lnTo>
                <a:lnTo>
                  <a:pt x="73040" y="303758"/>
                </a:lnTo>
                <a:lnTo>
                  <a:pt x="60143" y="292623"/>
                </a:lnTo>
                <a:lnTo>
                  <a:pt x="40125" y="259841"/>
                </a:lnTo>
                <a:lnTo>
                  <a:pt x="27950" y="215264"/>
                </a:lnTo>
                <a:lnTo>
                  <a:pt x="23873" y="161035"/>
                </a:lnTo>
                <a:lnTo>
                  <a:pt x="24891" y="132901"/>
                </a:lnTo>
                <a:lnTo>
                  <a:pt x="33031" y="83474"/>
                </a:lnTo>
                <a:lnTo>
                  <a:pt x="49175" y="44190"/>
                </a:lnTo>
                <a:lnTo>
                  <a:pt x="87877" y="10667"/>
                </a:lnTo>
                <a:lnTo>
                  <a:pt x="84575"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404" name="Google Shape;1404;p68"/>
          <p:cNvSpPr/>
          <p:nvPr/>
        </p:nvSpPr>
        <p:spPr>
          <a:xfrm>
            <a:off x="4651375" y="1882519"/>
            <a:ext cx="88265" cy="322580"/>
          </a:xfrm>
          <a:custGeom>
            <a:avLst/>
            <a:gdLst/>
            <a:ahLst/>
            <a:cxnLst/>
            <a:rect l="l" t="t" r="r" b="b"/>
            <a:pathLst>
              <a:path w="88264" h="322580" extrusionOk="0">
                <a:moveTo>
                  <a:pt x="3175" y="0"/>
                </a:moveTo>
                <a:lnTo>
                  <a:pt x="0" y="10667"/>
                </a:lnTo>
                <a:lnTo>
                  <a:pt x="14762" y="18333"/>
                </a:lnTo>
                <a:lnTo>
                  <a:pt x="27621" y="29510"/>
                </a:lnTo>
                <a:lnTo>
                  <a:pt x="47625" y="62356"/>
                </a:lnTo>
                <a:lnTo>
                  <a:pt x="59847" y="106997"/>
                </a:lnTo>
                <a:lnTo>
                  <a:pt x="63880" y="161162"/>
                </a:lnTo>
                <a:lnTo>
                  <a:pt x="62876" y="189403"/>
                </a:lnTo>
                <a:lnTo>
                  <a:pt x="54771" y="238744"/>
                </a:lnTo>
                <a:lnTo>
                  <a:pt x="38576" y="277989"/>
                </a:lnTo>
                <a:lnTo>
                  <a:pt x="0" y="311403"/>
                </a:lnTo>
                <a:lnTo>
                  <a:pt x="3175" y="322199"/>
                </a:lnTo>
                <a:lnTo>
                  <a:pt x="39194" y="302941"/>
                </a:lnTo>
                <a:lnTo>
                  <a:pt x="65786" y="266826"/>
                </a:lnTo>
                <a:lnTo>
                  <a:pt x="82358" y="218027"/>
                </a:lnTo>
                <a:lnTo>
                  <a:pt x="87884" y="161035"/>
                </a:lnTo>
                <a:lnTo>
                  <a:pt x="86502" y="131560"/>
                </a:lnTo>
                <a:lnTo>
                  <a:pt x="75453" y="78704"/>
                </a:lnTo>
                <a:lnTo>
                  <a:pt x="53662" y="35129"/>
                </a:lnTo>
                <a:lnTo>
                  <a:pt x="22369" y="7454"/>
                </a:lnTo>
                <a:lnTo>
                  <a:pt x="3175"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405" name="Google Shape;1405;p68"/>
          <p:cNvSpPr txBox="1"/>
          <p:nvPr/>
        </p:nvSpPr>
        <p:spPr>
          <a:xfrm>
            <a:off x="681506" y="1814576"/>
            <a:ext cx="3967479" cy="345440"/>
          </a:xfrm>
          <a:prstGeom prst="rect">
            <a:avLst/>
          </a:prstGeom>
          <a:noFill/>
          <a:ln>
            <a:noFill/>
          </a:ln>
        </p:spPr>
        <p:txBody>
          <a:bodyPr spcFirstLastPara="1" wrap="square" lIns="0" tIns="12700" rIns="0" bIns="0" anchor="t" anchorCtr="0">
            <a:spAutoFit/>
          </a:bodyPr>
          <a:lstStyle/>
          <a:p>
            <a:pPr marL="210820" lvl="0" indent="-172720" algn="l" rtl="0">
              <a:lnSpc>
                <a:spcPct val="100000"/>
              </a:lnSpc>
              <a:spcBef>
                <a:spcPts val="0"/>
              </a:spcBef>
              <a:spcAft>
                <a:spcPts val="0"/>
              </a:spcAft>
              <a:buClr>
                <a:srgbClr val="001F5F"/>
              </a:buClr>
              <a:buSzPts val="2100"/>
              <a:buFont typeface="Arial"/>
              <a:buChar char="•"/>
            </a:pPr>
            <a:r>
              <a:rPr lang="en-US" sz="2100">
                <a:solidFill>
                  <a:srgbClr val="001F5F"/>
                </a:solidFill>
                <a:latin typeface="Arial"/>
                <a:ea typeface="Arial"/>
                <a:cs typeface="Arial"/>
                <a:sym typeface="Arial"/>
              </a:rPr>
              <a:t>Different variants on how 𝑃	𝑥</a:t>
            </a:r>
            <a:r>
              <a:rPr lang="en-US" sz="2250" baseline="-25000">
                <a:solidFill>
                  <a:srgbClr val="001F5F"/>
                </a:solidFill>
                <a:latin typeface="Arial"/>
                <a:ea typeface="Arial"/>
                <a:cs typeface="Arial"/>
                <a:sym typeface="Arial"/>
              </a:rPr>
              <a:t>𝑗 </a:t>
            </a:r>
            <a:r>
              <a:rPr lang="en-US" sz="2100">
                <a:solidFill>
                  <a:srgbClr val="001F5F"/>
                </a:solidFill>
                <a:latin typeface="Arial"/>
                <a:ea typeface="Arial"/>
                <a:cs typeface="Arial"/>
                <a:sym typeface="Arial"/>
              </a:rPr>
              <a:t>𝑐</a:t>
            </a:r>
            <a:endParaRPr sz="2100">
              <a:latin typeface="Arial"/>
              <a:ea typeface="Arial"/>
              <a:cs typeface="Arial"/>
              <a:sym typeface="Arial"/>
            </a:endParaRPr>
          </a:p>
        </p:txBody>
      </p:sp>
      <p:sp>
        <p:nvSpPr>
          <p:cNvPr id="1406" name="Google Shape;1406;p68"/>
          <p:cNvSpPr txBox="1"/>
          <p:nvPr/>
        </p:nvSpPr>
        <p:spPr>
          <a:xfrm>
            <a:off x="4824476" y="1826768"/>
            <a:ext cx="1433830" cy="3454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100">
                <a:solidFill>
                  <a:srgbClr val="001F5F"/>
                </a:solidFill>
                <a:latin typeface="Arial"/>
                <a:ea typeface="Arial"/>
                <a:cs typeface="Arial"/>
                <a:sym typeface="Arial"/>
              </a:rPr>
              <a:t>is estimated</a:t>
            </a:r>
            <a:endParaRPr sz="2100">
              <a:latin typeface="Arial"/>
              <a:ea typeface="Arial"/>
              <a:cs typeface="Arial"/>
              <a:sym typeface="Arial"/>
            </a:endParaRPr>
          </a:p>
        </p:txBody>
      </p:sp>
      <p:sp>
        <p:nvSpPr>
          <p:cNvPr id="1407" name="Google Shape;1407;p68"/>
          <p:cNvSpPr/>
          <p:nvPr/>
        </p:nvSpPr>
        <p:spPr>
          <a:xfrm>
            <a:off x="1704719" y="3042666"/>
            <a:ext cx="17145" cy="276225"/>
          </a:xfrm>
          <a:custGeom>
            <a:avLst/>
            <a:gdLst/>
            <a:ahLst/>
            <a:cxnLst/>
            <a:rect l="l" t="t" r="r" b="b"/>
            <a:pathLst>
              <a:path w="17144" h="276225" extrusionOk="0">
                <a:moveTo>
                  <a:pt x="17144" y="0"/>
                </a:moveTo>
                <a:lnTo>
                  <a:pt x="0" y="0"/>
                </a:lnTo>
                <a:lnTo>
                  <a:pt x="0" y="276097"/>
                </a:lnTo>
                <a:lnTo>
                  <a:pt x="17144" y="276097"/>
                </a:lnTo>
                <a:lnTo>
                  <a:pt x="17144"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408" name="Google Shape;1408;p68"/>
          <p:cNvSpPr/>
          <p:nvPr/>
        </p:nvSpPr>
        <p:spPr>
          <a:xfrm>
            <a:off x="1401577" y="3042666"/>
            <a:ext cx="75565" cy="276225"/>
          </a:xfrm>
          <a:custGeom>
            <a:avLst/>
            <a:gdLst/>
            <a:ahLst/>
            <a:cxnLst/>
            <a:rect l="l" t="t" r="r" b="b"/>
            <a:pathLst>
              <a:path w="75565" h="276225" extrusionOk="0">
                <a:moveTo>
                  <a:pt x="72510" y="0"/>
                </a:moveTo>
                <a:lnTo>
                  <a:pt x="29343" y="30057"/>
                </a:lnTo>
                <a:lnTo>
                  <a:pt x="10655" y="67396"/>
                </a:lnTo>
                <a:lnTo>
                  <a:pt x="1182" y="112735"/>
                </a:lnTo>
                <a:lnTo>
                  <a:pt x="0" y="138175"/>
                </a:lnTo>
                <a:lnTo>
                  <a:pt x="1182" y="163361"/>
                </a:lnTo>
                <a:lnTo>
                  <a:pt x="10655" y="208700"/>
                </a:lnTo>
                <a:lnTo>
                  <a:pt x="29343" y="245986"/>
                </a:lnTo>
                <a:lnTo>
                  <a:pt x="72510" y="276097"/>
                </a:lnTo>
                <a:lnTo>
                  <a:pt x="75304" y="266953"/>
                </a:lnTo>
                <a:lnTo>
                  <a:pt x="62664" y="260385"/>
                </a:lnTo>
                <a:lnTo>
                  <a:pt x="51619" y="250793"/>
                </a:lnTo>
                <a:lnTo>
                  <a:pt x="28336" y="204576"/>
                </a:lnTo>
                <a:lnTo>
                  <a:pt x="21427" y="162373"/>
                </a:lnTo>
                <a:lnTo>
                  <a:pt x="20571" y="138049"/>
                </a:lnTo>
                <a:lnTo>
                  <a:pt x="21427" y="113884"/>
                </a:lnTo>
                <a:lnTo>
                  <a:pt x="28336" y="71541"/>
                </a:lnTo>
                <a:lnTo>
                  <a:pt x="51619" y="25256"/>
                </a:lnTo>
                <a:lnTo>
                  <a:pt x="75304" y="9143"/>
                </a:lnTo>
                <a:lnTo>
                  <a:pt x="72510"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409" name="Google Shape;1409;p68"/>
          <p:cNvSpPr/>
          <p:nvPr/>
        </p:nvSpPr>
        <p:spPr>
          <a:xfrm>
            <a:off x="1868803" y="3042666"/>
            <a:ext cx="75565" cy="276225"/>
          </a:xfrm>
          <a:custGeom>
            <a:avLst/>
            <a:gdLst/>
            <a:ahLst/>
            <a:cxnLst/>
            <a:rect l="l" t="t" r="r" b="b"/>
            <a:pathLst>
              <a:path w="75564" h="276225" extrusionOk="0">
                <a:moveTo>
                  <a:pt x="2793" y="0"/>
                </a:moveTo>
                <a:lnTo>
                  <a:pt x="0" y="9143"/>
                </a:lnTo>
                <a:lnTo>
                  <a:pt x="12693" y="15693"/>
                </a:lnTo>
                <a:lnTo>
                  <a:pt x="23733" y="25256"/>
                </a:lnTo>
                <a:lnTo>
                  <a:pt x="46988" y="71541"/>
                </a:lnTo>
                <a:lnTo>
                  <a:pt x="53983" y="113884"/>
                </a:lnTo>
                <a:lnTo>
                  <a:pt x="54863" y="138175"/>
                </a:lnTo>
                <a:lnTo>
                  <a:pt x="53983" y="162373"/>
                </a:lnTo>
                <a:lnTo>
                  <a:pt x="46988" y="204576"/>
                </a:lnTo>
                <a:lnTo>
                  <a:pt x="23733" y="250793"/>
                </a:lnTo>
                <a:lnTo>
                  <a:pt x="0" y="266953"/>
                </a:lnTo>
                <a:lnTo>
                  <a:pt x="2793" y="276097"/>
                </a:lnTo>
                <a:lnTo>
                  <a:pt x="46085" y="245986"/>
                </a:lnTo>
                <a:lnTo>
                  <a:pt x="64756" y="208700"/>
                </a:lnTo>
                <a:lnTo>
                  <a:pt x="74142" y="163361"/>
                </a:lnTo>
                <a:lnTo>
                  <a:pt x="75311" y="138049"/>
                </a:lnTo>
                <a:lnTo>
                  <a:pt x="74142" y="112735"/>
                </a:lnTo>
                <a:lnTo>
                  <a:pt x="64756" y="67396"/>
                </a:lnTo>
                <a:lnTo>
                  <a:pt x="46085" y="30057"/>
                </a:lnTo>
                <a:lnTo>
                  <a:pt x="19223" y="6383"/>
                </a:lnTo>
                <a:lnTo>
                  <a:pt x="2793"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410" name="Google Shape;1410;p68"/>
          <p:cNvSpPr/>
          <p:nvPr/>
        </p:nvSpPr>
        <p:spPr>
          <a:xfrm>
            <a:off x="2771520" y="4772404"/>
            <a:ext cx="17145" cy="276225"/>
          </a:xfrm>
          <a:custGeom>
            <a:avLst/>
            <a:gdLst/>
            <a:ahLst/>
            <a:cxnLst/>
            <a:rect l="l" t="t" r="r" b="b"/>
            <a:pathLst>
              <a:path w="17144" h="276225" extrusionOk="0">
                <a:moveTo>
                  <a:pt x="17144" y="0"/>
                </a:moveTo>
                <a:lnTo>
                  <a:pt x="0" y="0"/>
                </a:lnTo>
                <a:lnTo>
                  <a:pt x="0" y="276098"/>
                </a:lnTo>
                <a:lnTo>
                  <a:pt x="17144" y="276098"/>
                </a:lnTo>
                <a:lnTo>
                  <a:pt x="17144"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411" name="Google Shape;1411;p68"/>
          <p:cNvSpPr/>
          <p:nvPr/>
        </p:nvSpPr>
        <p:spPr>
          <a:xfrm>
            <a:off x="2468378" y="4772404"/>
            <a:ext cx="75565" cy="276225"/>
          </a:xfrm>
          <a:custGeom>
            <a:avLst/>
            <a:gdLst/>
            <a:ahLst/>
            <a:cxnLst/>
            <a:rect l="l" t="t" r="r" b="b"/>
            <a:pathLst>
              <a:path w="75564" h="276225" extrusionOk="0">
                <a:moveTo>
                  <a:pt x="72510" y="0"/>
                </a:moveTo>
                <a:lnTo>
                  <a:pt x="29343" y="30057"/>
                </a:lnTo>
                <a:lnTo>
                  <a:pt x="10655" y="67397"/>
                </a:lnTo>
                <a:lnTo>
                  <a:pt x="1181" y="112736"/>
                </a:lnTo>
                <a:lnTo>
                  <a:pt x="0" y="138175"/>
                </a:lnTo>
                <a:lnTo>
                  <a:pt x="1181" y="163361"/>
                </a:lnTo>
                <a:lnTo>
                  <a:pt x="10655" y="208700"/>
                </a:lnTo>
                <a:lnTo>
                  <a:pt x="29343" y="245987"/>
                </a:lnTo>
                <a:lnTo>
                  <a:pt x="72510" y="276098"/>
                </a:lnTo>
                <a:lnTo>
                  <a:pt x="75304" y="266953"/>
                </a:lnTo>
                <a:lnTo>
                  <a:pt x="62663" y="260385"/>
                </a:lnTo>
                <a:lnTo>
                  <a:pt x="51619" y="250793"/>
                </a:lnTo>
                <a:lnTo>
                  <a:pt x="28336" y="204576"/>
                </a:lnTo>
                <a:lnTo>
                  <a:pt x="21426" y="162373"/>
                </a:lnTo>
                <a:lnTo>
                  <a:pt x="20571" y="138049"/>
                </a:lnTo>
                <a:lnTo>
                  <a:pt x="21426" y="113884"/>
                </a:lnTo>
                <a:lnTo>
                  <a:pt x="28336" y="71541"/>
                </a:lnTo>
                <a:lnTo>
                  <a:pt x="51619" y="25256"/>
                </a:lnTo>
                <a:lnTo>
                  <a:pt x="75304" y="9144"/>
                </a:lnTo>
                <a:lnTo>
                  <a:pt x="72510"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412" name="Google Shape;1412;p68"/>
          <p:cNvSpPr/>
          <p:nvPr/>
        </p:nvSpPr>
        <p:spPr>
          <a:xfrm>
            <a:off x="2935604" y="4772404"/>
            <a:ext cx="75565" cy="276225"/>
          </a:xfrm>
          <a:custGeom>
            <a:avLst/>
            <a:gdLst/>
            <a:ahLst/>
            <a:cxnLst/>
            <a:rect l="l" t="t" r="r" b="b"/>
            <a:pathLst>
              <a:path w="75564" h="276225" extrusionOk="0">
                <a:moveTo>
                  <a:pt x="2793" y="0"/>
                </a:moveTo>
                <a:lnTo>
                  <a:pt x="0" y="9144"/>
                </a:lnTo>
                <a:lnTo>
                  <a:pt x="12693" y="15694"/>
                </a:lnTo>
                <a:lnTo>
                  <a:pt x="23732" y="25256"/>
                </a:lnTo>
                <a:lnTo>
                  <a:pt x="46987" y="71541"/>
                </a:lnTo>
                <a:lnTo>
                  <a:pt x="53983" y="113884"/>
                </a:lnTo>
                <a:lnTo>
                  <a:pt x="54863" y="138175"/>
                </a:lnTo>
                <a:lnTo>
                  <a:pt x="53983" y="162373"/>
                </a:lnTo>
                <a:lnTo>
                  <a:pt x="46987" y="204576"/>
                </a:lnTo>
                <a:lnTo>
                  <a:pt x="23732" y="250793"/>
                </a:lnTo>
                <a:lnTo>
                  <a:pt x="0" y="266953"/>
                </a:lnTo>
                <a:lnTo>
                  <a:pt x="2793" y="276098"/>
                </a:lnTo>
                <a:lnTo>
                  <a:pt x="46084" y="245987"/>
                </a:lnTo>
                <a:lnTo>
                  <a:pt x="64756" y="208700"/>
                </a:lnTo>
                <a:lnTo>
                  <a:pt x="74142" y="163361"/>
                </a:lnTo>
                <a:lnTo>
                  <a:pt x="75311" y="138049"/>
                </a:lnTo>
                <a:lnTo>
                  <a:pt x="74142" y="112736"/>
                </a:lnTo>
                <a:lnTo>
                  <a:pt x="64756" y="67397"/>
                </a:lnTo>
                <a:lnTo>
                  <a:pt x="46084" y="30057"/>
                </a:lnTo>
                <a:lnTo>
                  <a:pt x="19223" y="6383"/>
                </a:lnTo>
                <a:lnTo>
                  <a:pt x="2793" y="0"/>
                </a:lnTo>
                <a:close/>
              </a:path>
            </a:pathLst>
          </a:custGeom>
          <a:solidFill>
            <a:srgbClr val="001F5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413" name="Google Shape;1413;p68"/>
          <p:cNvSpPr txBox="1"/>
          <p:nvPr/>
        </p:nvSpPr>
        <p:spPr>
          <a:xfrm>
            <a:off x="656106" y="2587498"/>
            <a:ext cx="7432040" cy="2729230"/>
          </a:xfrm>
          <a:prstGeom prst="rect">
            <a:avLst/>
          </a:prstGeom>
          <a:noFill/>
          <a:ln>
            <a:noFill/>
          </a:ln>
        </p:spPr>
        <p:txBody>
          <a:bodyPr spcFirstLastPara="1" wrap="square" lIns="0" tIns="53325" rIns="0" bIns="0" anchor="t" anchorCtr="0">
            <a:spAutoFit/>
          </a:bodyPr>
          <a:lstStyle/>
          <a:p>
            <a:pPr marL="236220" lvl="0" indent="-172720" algn="l" rtl="0">
              <a:lnSpc>
                <a:spcPct val="100000"/>
              </a:lnSpc>
              <a:spcBef>
                <a:spcPts val="0"/>
              </a:spcBef>
              <a:spcAft>
                <a:spcPts val="0"/>
              </a:spcAft>
              <a:buClr>
                <a:srgbClr val="001F5F"/>
              </a:buClr>
              <a:buSzPts val="2100"/>
              <a:buFont typeface="Arial"/>
              <a:buChar char="•"/>
            </a:pPr>
            <a:r>
              <a:rPr lang="en-US" sz="2100">
                <a:solidFill>
                  <a:srgbClr val="001F5F"/>
                </a:solidFill>
                <a:latin typeface="Arial"/>
                <a:ea typeface="Arial"/>
                <a:cs typeface="Arial"/>
                <a:sym typeface="Arial"/>
              </a:rPr>
              <a:t>Multinomial</a:t>
            </a:r>
            <a:endParaRPr sz="2100">
              <a:latin typeface="Arial"/>
              <a:ea typeface="Arial"/>
              <a:cs typeface="Arial"/>
              <a:sym typeface="Arial"/>
            </a:endParaRPr>
          </a:p>
          <a:p>
            <a:pPr marL="577850" lvl="1" indent="-172084" algn="l" rtl="0">
              <a:lnSpc>
                <a:spcPct val="100000"/>
              </a:lnSpc>
              <a:spcBef>
                <a:spcPts val="275"/>
              </a:spcBef>
              <a:spcAft>
                <a:spcPts val="0"/>
              </a:spcAft>
              <a:buClr>
                <a:srgbClr val="001F5F"/>
              </a:buClr>
              <a:buSzPts val="1800"/>
              <a:buFont typeface="Arial"/>
              <a:buChar char="•"/>
            </a:pPr>
            <a:r>
              <a:rPr lang="en-US" sz="1800">
                <a:solidFill>
                  <a:srgbClr val="001F5F"/>
                </a:solidFill>
                <a:latin typeface="Arial"/>
                <a:ea typeface="Arial"/>
                <a:cs typeface="Arial"/>
                <a:sym typeface="Arial"/>
              </a:rPr>
              <a:t>𝑃 𝑥</a:t>
            </a:r>
            <a:r>
              <a:rPr lang="en-US" sz="1950" baseline="-25000">
                <a:solidFill>
                  <a:srgbClr val="001F5F"/>
                </a:solidFill>
                <a:latin typeface="Arial"/>
                <a:ea typeface="Arial"/>
                <a:cs typeface="Arial"/>
                <a:sym typeface="Arial"/>
              </a:rPr>
              <a:t>𝑗 </a:t>
            </a:r>
            <a:r>
              <a:rPr lang="en-US" sz="1800">
                <a:solidFill>
                  <a:srgbClr val="001F5F"/>
                </a:solidFill>
                <a:latin typeface="Arial"/>
                <a:ea typeface="Arial"/>
                <a:cs typeface="Arial"/>
                <a:sym typeface="Arial"/>
              </a:rPr>
              <a:t>𝑐	is the empirical probability of observing a feature</a:t>
            </a:r>
            <a:endParaRPr sz="1800">
              <a:latin typeface="Arial"/>
              <a:ea typeface="Arial"/>
              <a:cs typeface="Arial"/>
              <a:sym typeface="Arial"/>
            </a:endParaRPr>
          </a:p>
          <a:p>
            <a:pPr marL="577850" lvl="1" indent="-172084" algn="l" rtl="0">
              <a:lnSpc>
                <a:spcPct val="100000"/>
              </a:lnSpc>
              <a:spcBef>
                <a:spcPts val="455"/>
              </a:spcBef>
              <a:spcAft>
                <a:spcPts val="0"/>
              </a:spcAft>
              <a:buClr>
                <a:srgbClr val="001F5F"/>
              </a:buClr>
              <a:buSzPts val="1800"/>
              <a:buFont typeface="Arial"/>
              <a:buChar char="•"/>
            </a:pPr>
            <a:r>
              <a:rPr lang="en-US" sz="1800">
                <a:solidFill>
                  <a:srgbClr val="001F5F"/>
                </a:solidFill>
                <a:latin typeface="Arial"/>
                <a:ea typeface="Arial"/>
                <a:cs typeface="Arial"/>
                <a:sym typeface="Arial"/>
              </a:rPr>
              <a:t>“Counts” observations of 𝑥</a:t>
            </a:r>
            <a:r>
              <a:rPr lang="en-US" sz="1950" baseline="-25000">
                <a:solidFill>
                  <a:srgbClr val="001F5F"/>
                </a:solidFill>
                <a:latin typeface="Arial"/>
                <a:ea typeface="Arial"/>
                <a:cs typeface="Arial"/>
                <a:sym typeface="Arial"/>
              </a:rPr>
              <a:t>𝑗 </a:t>
            </a:r>
            <a:r>
              <a:rPr lang="en-US" sz="1800">
                <a:solidFill>
                  <a:srgbClr val="001F5F"/>
                </a:solidFill>
                <a:latin typeface="Arial"/>
                <a:ea typeface="Arial"/>
                <a:cs typeface="Arial"/>
                <a:sym typeface="Arial"/>
              </a:rPr>
              <a:t>in the data</a:t>
            </a:r>
            <a:endParaRPr sz="1800">
              <a:latin typeface="Arial"/>
              <a:ea typeface="Arial"/>
              <a:cs typeface="Arial"/>
              <a:sym typeface="Arial"/>
            </a:endParaRPr>
          </a:p>
          <a:p>
            <a:pPr marL="0" lvl="1" indent="0" algn="l" rtl="0">
              <a:lnSpc>
                <a:spcPct val="100000"/>
              </a:lnSpc>
              <a:spcBef>
                <a:spcPts val="1855"/>
              </a:spcBef>
              <a:spcAft>
                <a:spcPts val="0"/>
              </a:spcAft>
              <a:buClr>
                <a:srgbClr val="001F5F"/>
              </a:buClr>
              <a:buSzPts val="1800"/>
              <a:buFont typeface="Arial"/>
              <a:buNone/>
            </a:pPr>
            <a:endParaRPr sz="1800">
              <a:latin typeface="Arial"/>
              <a:ea typeface="Arial"/>
              <a:cs typeface="Arial"/>
              <a:sym typeface="Arial"/>
            </a:endParaRPr>
          </a:p>
          <a:p>
            <a:pPr marL="236220" lvl="0" indent="-172720" algn="l" rtl="0">
              <a:lnSpc>
                <a:spcPct val="100000"/>
              </a:lnSpc>
              <a:spcBef>
                <a:spcPts val="0"/>
              </a:spcBef>
              <a:spcAft>
                <a:spcPts val="0"/>
              </a:spcAft>
              <a:buClr>
                <a:srgbClr val="001F5F"/>
              </a:buClr>
              <a:buSzPts val="2100"/>
              <a:buFont typeface="Arial"/>
              <a:buChar char="•"/>
            </a:pPr>
            <a:r>
              <a:rPr lang="en-US" sz="2100">
                <a:solidFill>
                  <a:srgbClr val="001F5F"/>
                </a:solidFill>
                <a:latin typeface="Arial"/>
                <a:ea typeface="Arial"/>
                <a:cs typeface="Arial"/>
                <a:sym typeface="Arial"/>
              </a:rPr>
              <a:t>Gaussian</a:t>
            </a:r>
            <a:endParaRPr sz="2100">
              <a:latin typeface="Arial"/>
              <a:ea typeface="Arial"/>
              <a:cs typeface="Arial"/>
              <a:sym typeface="Arial"/>
            </a:endParaRPr>
          </a:p>
          <a:p>
            <a:pPr marL="577850" lvl="1" indent="-172084" algn="l" rtl="0">
              <a:lnSpc>
                <a:spcPct val="100000"/>
              </a:lnSpc>
              <a:spcBef>
                <a:spcPts val="180"/>
              </a:spcBef>
              <a:spcAft>
                <a:spcPts val="0"/>
              </a:spcAft>
              <a:buClr>
                <a:srgbClr val="001F5F"/>
              </a:buClr>
              <a:buSzPts val="1800"/>
              <a:buFont typeface="Arial"/>
              <a:buChar char="•"/>
            </a:pPr>
            <a:r>
              <a:rPr lang="en-US" sz="1800">
                <a:solidFill>
                  <a:srgbClr val="001F5F"/>
                </a:solidFill>
                <a:latin typeface="Arial"/>
                <a:ea typeface="Arial"/>
                <a:cs typeface="Arial"/>
                <a:sym typeface="Arial"/>
              </a:rPr>
              <a:t>Assumes features follow a gaussian/normal distribution</a:t>
            </a:r>
            <a:endParaRPr sz="1800">
              <a:latin typeface="Arial"/>
              <a:ea typeface="Arial"/>
              <a:cs typeface="Arial"/>
              <a:sym typeface="Arial"/>
            </a:endParaRPr>
          </a:p>
          <a:p>
            <a:pPr marL="579120" marR="55880" lvl="1" indent="-172719" algn="l" rtl="0">
              <a:lnSpc>
                <a:spcPct val="102200"/>
              </a:lnSpc>
              <a:spcBef>
                <a:spcPts val="195"/>
              </a:spcBef>
              <a:spcAft>
                <a:spcPts val="0"/>
              </a:spcAft>
              <a:buClr>
                <a:srgbClr val="001F5F"/>
              </a:buClr>
              <a:buSzPts val="1800"/>
              <a:buFont typeface="Arial"/>
              <a:buChar char="•"/>
            </a:pPr>
            <a:r>
              <a:rPr lang="en-US" sz="1800">
                <a:solidFill>
                  <a:srgbClr val="001F5F"/>
                </a:solidFill>
                <a:latin typeface="Arial"/>
                <a:ea typeface="Arial"/>
                <a:cs typeface="Arial"/>
                <a:sym typeface="Arial"/>
              </a:rPr>
              <a:t>Estimates 𝑃 𝑥</a:t>
            </a:r>
            <a:r>
              <a:rPr lang="en-US" sz="1950" baseline="-25000">
                <a:solidFill>
                  <a:srgbClr val="001F5F"/>
                </a:solidFill>
                <a:latin typeface="Arial"/>
                <a:ea typeface="Arial"/>
                <a:cs typeface="Arial"/>
                <a:sym typeface="Arial"/>
              </a:rPr>
              <a:t>𝑗 </a:t>
            </a:r>
            <a:r>
              <a:rPr lang="en-US" sz="1800">
                <a:solidFill>
                  <a:srgbClr val="001F5F"/>
                </a:solidFill>
                <a:latin typeface="Arial"/>
                <a:ea typeface="Arial"/>
                <a:cs typeface="Arial"/>
                <a:sym typeface="Arial"/>
              </a:rPr>
              <a:t>𝑐	conditional probability using the gaussian density function</a:t>
            </a:r>
            <a:endParaRPr sz="1800">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Shape 1417"/>
        <p:cNvGrpSpPr/>
        <p:nvPr/>
      </p:nvGrpSpPr>
      <p:grpSpPr>
        <a:xfrm>
          <a:off x="0" y="0"/>
          <a:ext cx="0" cy="0"/>
          <a:chOff x="0" y="0"/>
          <a:chExt cx="0" cy="0"/>
        </a:xfrm>
      </p:grpSpPr>
      <p:sp>
        <p:nvSpPr>
          <p:cNvPr id="1418" name="Google Shape;1418;p69" descr="$PPTXTitle"/>
          <p:cNvSpPr txBox="1">
            <a:spLocks noGrp="1"/>
          </p:cNvSpPr>
          <p:nvPr>
            <p:ph type="title"/>
          </p:nvPr>
        </p:nvSpPr>
        <p:spPr>
          <a:xfrm>
            <a:off x="707542" y="494791"/>
            <a:ext cx="11589715" cy="742248"/>
          </a:xfrm>
          <a:prstGeom prst="rect">
            <a:avLst/>
          </a:prstGeom>
          <a:noFill/>
          <a:ln>
            <a:noFill/>
          </a:ln>
        </p:spPr>
        <p:txBody>
          <a:bodyPr spcFirstLastPara="1" wrap="square" lIns="0" tIns="232150" rIns="0" bIns="0" anchor="t" anchorCtr="0">
            <a:spAutoFit/>
          </a:bodyPr>
          <a:lstStyle/>
          <a:p>
            <a:pPr marL="12700" lvl="0" indent="0" algn="l" rtl="0">
              <a:lnSpc>
                <a:spcPct val="100000"/>
              </a:lnSpc>
              <a:spcBef>
                <a:spcPts val="0"/>
              </a:spcBef>
              <a:spcAft>
                <a:spcPts val="0"/>
              </a:spcAft>
              <a:buNone/>
            </a:pPr>
            <a:r>
              <a:rPr lang="en-US" sz="3300" b="1" dirty="0">
                <a:solidFill>
                  <a:schemeClr val="accent1"/>
                </a:solidFill>
              </a:rPr>
              <a:t>Decision Surface of Naive Bayes</a:t>
            </a:r>
            <a:endParaRPr sz="3300" b="1" dirty="0">
              <a:solidFill>
                <a:schemeClr val="accent1"/>
              </a:solidFill>
            </a:endParaRPr>
          </a:p>
        </p:txBody>
      </p:sp>
      <p:sp>
        <p:nvSpPr>
          <p:cNvPr id="1419" name="Google Shape;1419;p69"/>
          <p:cNvSpPr txBox="1"/>
          <p:nvPr/>
        </p:nvSpPr>
        <p:spPr>
          <a:xfrm>
            <a:off x="706906" y="1717039"/>
            <a:ext cx="6635115" cy="842644"/>
          </a:xfrm>
          <a:prstGeom prst="rect">
            <a:avLst/>
          </a:prstGeom>
          <a:noFill/>
          <a:ln>
            <a:noFill/>
          </a:ln>
        </p:spPr>
        <p:txBody>
          <a:bodyPr spcFirstLastPara="1" wrap="square" lIns="0" tIns="100950" rIns="0" bIns="0" anchor="t" anchorCtr="0">
            <a:spAutoFit/>
          </a:bodyPr>
          <a:lstStyle/>
          <a:p>
            <a:pPr marL="185420" lvl="0" indent="-172720" algn="l" rtl="0">
              <a:lnSpc>
                <a:spcPct val="100000"/>
              </a:lnSpc>
              <a:spcBef>
                <a:spcPts val="0"/>
              </a:spcBef>
              <a:spcAft>
                <a:spcPts val="0"/>
              </a:spcAft>
              <a:buClr>
                <a:srgbClr val="001F5F"/>
              </a:buClr>
              <a:buSzPts val="2100"/>
              <a:buFont typeface="Arial"/>
              <a:buChar char="•"/>
            </a:pPr>
            <a:r>
              <a:rPr lang="en-US" sz="2100">
                <a:solidFill>
                  <a:srgbClr val="001F5F"/>
                </a:solidFill>
                <a:latin typeface="Arial"/>
                <a:ea typeface="Arial"/>
                <a:cs typeface="Arial"/>
                <a:sym typeface="Arial"/>
              </a:rPr>
              <a:t>Multinomial has linear decision boundaries</a:t>
            </a:r>
            <a:endParaRPr sz="2100">
              <a:latin typeface="Arial"/>
              <a:ea typeface="Arial"/>
              <a:cs typeface="Arial"/>
              <a:sym typeface="Arial"/>
            </a:endParaRPr>
          </a:p>
          <a:p>
            <a:pPr marL="185420" lvl="0" indent="-172720" algn="l" rtl="0">
              <a:lnSpc>
                <a:spcPct val="100000"/>
              </a:lnSpc>
              <a:spcBef>
                <a:spcPts val="695"/>
              </a:spcBef>
              <a:spcAft>
                <a:spcPts val="0"/>
              </a:spcAft>
              <a:buClr>
                <a:srgbClr val="001F5F"/>
              </a:buClr>
              <a:buSzPts val="2100"/>
              <a:buFont typeface="Arial"/>
              <a:buChar char="•"/>
            </a:pPr>
            <a:r>
              <a:rPr lang="en-US" sz="2100">
                <a:solidFill>
                  <a:srgbClr val="001F5F"/>
                </a:solidFill>
                <a:latin typeface="Arial"/>
                <a:ea typeface="Arial"/>
                <a:cs typeface="Arial"/>
                <a:sym typeface="Arial"/>
              </a:rPr>
              <a:t>Gaussian has piecewise quadratic decision boundaries</a:t>
            </a:r>
            <a:endParaRPr sz="2100">
              <a:latin typeface="Arial"/>
              <a:ea typeface="Arial"/>
              <a:cs typeface="Arial"/>
              <a:sym typeface="Arial"/>
            </a:endParaRPr>
          </a:p>
        </p:txBody>
      </p:sp>
      <p:grpSp>
        <p:nvGrpSpPr>
          <p:cNvPr id="1420" name="Google Shape;1420;p69"/>
          <p:cNvGrpSpPr/>
          <p:nvPr/>
        </p:nvGrpSpPr>
        <p:grpSpPr>
          <a:xfrm>
            <a:off x="4799074" y="2919982"/>
            <a:ext cx="3505200" cy="2476500"/>
            <a:chOff x="4799074" y="2919982"/>
            <a:chExt cx="3505200" cy="2476500"/>
          </a:xfrm>
        </p:grpSpPr>
        <p:pic>
          <p:nvPicPr>
            <p:cNvPr id="1421" name="Google Shape;1421;p69"/>
            <p:cNvPicPr preferRelativeResize="0"/>
            <p:nvPr/>
          </p:nvPicPr>
          <p:blipFill rotWithShape="1">
            <a:blip r:embed="rId3">
              <a:alphaModFix/>
            </a:blip>
            <a:srcRect/>
            <a:stretch/>
          </p:blipFill>
          <p:spPr>
            <a:xfrm>
              <a:off x="4879854" y="3000766"/>
              <a:ext cx="3419846" cy="2362564"/>
            </a:xfrm>
            <a:prstGeom prst="rect">
              <a:avLst/>
            </a:prstGeom>
            <a:noFill/>
            <a:ln>
              <a:noFill/>
            </a:ln>
          </p:spPr>
        </p:pic>
        <p:sp>
          <p:nvSpPr>
            <p:cNvPr id="1422" name="Google Shape;1422;p69"/>
            <p:cNvSpPr/>
            <p:nvPr/>
          </p:nvSpPr>
          <p:spPr>
            <a:xfrm>
              <a:off x="4799074" y="2919982"/>
              <a:ext cx="3505200" cy="2476500"/>
            </a:xfrm>
            <a:custGeom>
              <a:avLst/>
              <a:gdLst/>
              <a:ahLst/>
              <a:cxnLst/>
              <a:rect l="l" t="t" r="r" b="b"/>
              <a:pathLst>
                <a:path w="3505200" h="2476500" extrusionOk="0">
                  <a:moveTo>
                    <a:pt x="0" y="0"/>
                  </a:moveTo>
                  <a:lnTo>
                    <a:pt x="3505200" y="0"/>
                  </a:lnTo>
                  <a:lnTo>
                    <a:pt x="3505200" y="2476500"/>
                  </a:lnTo>
                  <a:lnTo>
                    <a:pt x="0" y="2476500"/>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1423" name="Google Shape;1423;p69"/>
          <p:cNvGrpSpPr/>
          <p:nvPr/>
        </p:nvGrpSpPr>
        <p:grpSpPr>
          <a:xfrm>
            <a:off x="1071372" y="2919982"/>
            <a:ext cx="3505200" cy="2476500"/>
            <a:chOff x="1071372" y="2919982"/>
            <a:chExt cx="3505200" cy="2476500"/>
          </a:xfrm>
        </p:grpSpPr>
        <p:pic>
          <p:nvPicPr>
            <p:cNvPr id="1424" name="Google Shape;1424;p69"/>
            <p:cNvPicPr preferRelativeResize="0"/>
            <p:nvPr/>
          </p:nvPicPr>
          <p:blipFill rotWithShape="1">
            <a:blip r:embed="rId4">
              <a:alphaModFix/>
            </a:blip>
            <a:srcRect/>
            <a:stretch/>
          </p:blipFill>
          <p:spPr>
            <a:xfrm>
              <a:off x="1152152" y="2924554"/>
              <a:ext cx="3419846" cy="2457755"/>
            </a:xfrm>
            <a:prstGeom prst="rect">
              <a:avLst/>
            </a:prstGeom>
            <a:noFill/>
            <a:ln>
              <a:noFill/>
            </a:ln>
          </p:spPr>
        </p:pic>
        <p:sp>
          <p:nvSpPr>
            <p:cNvPr id="1425" name="Google Shape;1425;p69"/>
            <p:cNvSpPr/>
            <p:nvPr/>
          </p:nvSpPr>
          <p:spPr>
            <a:xfrm>
              <a:off x="1071372" y="2919982"/>
              <a:ext cx="3505200" cy="2476500"/>
            </a:xfrm>
            <a:custGeom>
              <a:avLst/>
              <a:gdLst/>
              <a:ahLst/>
              <a:cxnLst/>
              <a:rect l="l" t="t" r="r" b="b"/>
              <a:pathLst>
                <a:path w="3505200" h="2476500" extrusionOk="0">
                  <a:moveTo>
                    <a:pt x="0" y="0"/>
                  </a:moveTo>
                  <a:lnTo>
                    <a:pt x="3505200" y="0"/>
                  </a:lnTo>
                  <a:lnTo>
                    <a:pt x="3505200" y="2476500"/>
                  </a:lnTo>
                  <a:lnTo>
                    <a:pt x="0" y="2476500"/>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Shape 1429"/>
        <p:cNvGrpSpPr/>
        <p:nvPr/>
      </p:nvGrpSpPr>
      <p:grpSpPr>
        <a:xfrm>
          <a:off x="0" y="0"/>
          <a:ext cx="0" cy="0"/>
          <a:chOff x="0" y="0"/>
          <a:chExt cx="0" cy="0"/>
        </a:xfrm>
      </p:grpSpPr>
      <p:sp>
        <p:nvSpPr>
          <p:cNvPr id="1430" name="Google Shape;1430;p70" descr="$PPTXTitle"/>
          <p:cNvSpPr txBox="1">
            <a:spLocks noGrp="1"/>
          </p:cNvSpPr>
          <p:nvPr>
            <p:ph type="title"/>
          </p:nvPr>
        </p:nvSpPr>
        <p:spPr>
          <a:xfrm>
            <a:off x="707542" y="494791"/>
            <a:ext cx="11589715" cy="742248"/>
          </a:xfrm>
          <a:prstGeom prst="rect">
            <a:avLst/>
          </a:prstGeom>
          <a:noFill/>
          <a:ln>
            <a:noFill/>
          </a:ln>
        </p:spPr>
        <p:txBody>
          <a:bodyPr spcFirstLastPara="1" wrap="square" lIns="0" tIns="232150" rIns="0" bIns="0" anchor="t" anchorCtr="0">
            <a:spAutoFit/>
          </a:bodyPr>
          <a:lstStyle/>
          <a:p>
            <a:pPr marL="12700" lvl="0" indent="0" algn="l" rtl="0">
              <a:lnSpc>
                <a:spcPct val="100000"/>
              </a:lnSpc>
              <a:spcBef>
                <a:spcPts val="0"/>
              </a:spcBef>
              <a:spcAft>
                <a:spcPts val="0"/>
              </a:spcAft>
              <a:buNone/>
            </a:pPr>
            <a:r>
              <a:rPr lang="en-US" sz="3300" b="1" dirty="0">
                <a:solidFill>
                  <a:schemeClr val="accent1"/>
                </a:solidFill>
              </a:rPr>
              <a:t>Support Vector Machines (SVM)</a:t>
            </a:r>
            <a:endParaRPr sz="3300" b="1" dirty="0">
              <a:solidFill>
                <a:schemeClr val="accent1"/>
              </a:solidFill>
            </a:endParaRPr>
          </a:p>
        </p:txBody>
      </p:sp>
      <p:sp>
        <p:nvSpPr>
          <p:cNvPr id="1431" name="Google Shape;1431;p70"/>
          <p:cNvSpPr txBox="1"/>
          <p:nvPr/>
        </p:nvSpPr>
        <p:spPr>
          <a:xfrm>
            <a:off x="706906" y="1764537"/>
            <a:ext cx="6889115" cy="695960"/>
          </a:xfrm>
          <a:prstGeom prst="rect">
            <a:avLst/>
          </a:prstGeom>
          <a:noFill/>
          <a:ln>
            <a:noFill/>
          </a:ln>
        </p:spPr>
        <p:txBody>
          <a:bodyPr spcFirstLastPara="1" wrap="square" lIns="0" tIns="53325" rIns="0" bIns="0" anchor="t" anchorCtr="0">
            <a:spAutoFit/>
          </a:bodyPr>
          <a:lstStyle/>
          <a:p>
            <a:pPr marL="185420" lvl="0" indent="-172720" algn="l" rtl="0">
              <a:lnSpc>
                <a:spcPct val="100000"/>
              </a:lnSpc>
              <a:spcBef>
                <a:spcPts val="0"/>
              </a:spcBef>
              <a:spcAft>
                <a:spcPts val="0"/>
              </a:spcAft>
              <a:buClr>
                <a:srgbClr val="001F5F"/>
              </a:buClr>
              <a:buSzPts val="2100"/>
              <a:buFont typeface="Arial"/>
              <a:buChar char="•"/>
            </a:pPr>
            <a:r>
              <a:rPr lang="en-US" sz="2100">
                <a:solidFill>
                  <a:srgbClr val="001F5F"/>
                </a:solidFill>
                <a:latin typeface="Arial"/>
                <a:ea typeface="Arial"/>
                <a:cs typeface="Arial"/>
                <a:sym typeface="Arial"/>
              </a:rPr>
              <a:t>Basic Idea:</a:t>
            </a:r>
            <a:endParaRPr sz="2100">
              <a:latin typeface="Arial"/>
              <a:ea typeface="Arial"/>
              <a:cs typeface="Arial"/>
              <a:sym typeface="Arial"/>
            </a:endParaRPr>
          </a:p>
          <a:p>
            <a:pPr marL="527050" lvl="1" indent="-172084" algn="l" rtl="0">
              <a:lnSpc>
                <a:spcPct val="100000"/>
              </a:lnSpc>
              <a:spcBef>
                <a:spcPts val="275"/>
              </a:spcBef>
              <a:spcAft>
                <a:spcPts val="0"/>
              </a:spcAft>
              <a:buClr>
                <a:srgbClr val="001F5F"/>
              </a:buClr>
              <a:buSzPts val="1800"/>
              <a:buFont typeface="Arial"/>
              <a:buChar char="•"/>
            </a:pPr>
            <a:r>
              <a:rPr lang="en-US" sz="1800">
                <a:solidFill>
                  <a:srgbClr val="001F5F"/>
                </a:solidFill>
                <a:latin typeface="Arial"/>
                <a:ea typeface="Arial"/>
                <a:cs typeface="Arial"/>
                <a:sym typeface="Arial"/>
              </a:rPr>
              <a:t>Calculate decision boundary such that it is “far away” from data</a:t>
            </a:r>
            <a:endParaRPr sz="1800">
              <a:latin typeface="Arial"/>
              <a:ea typeface="Arial"/>
              <a:cs typeface="Arial"/>
              <a:sym typeface="Arial"/>
            </a:endParaRPr>
          </a:p>
        </p:txBody>
      </p:sp>
      <p:grpSp>
        <p:nvGrpSpPr>
          <p:cNvPr id="1432" name="Google Shape;1432;p70"/>
          <p:cNvGrpSpPr/>
          <p:nvPr/>
        </p:nvGrpSpPr>
        <p:grpSpPr>
          <a:xfrm>
            <a:off x="219456" y="3011411"/>
            <a:ext cx="5626860" cy="2597163"/>
            <a:chOff x="219456" y="3011411"/>
            <a:chExt cx="5626860" cy="2597163"/>
          </a:xfrm>
        </p:grpSpPr>
        <p:pic>
          <p:nvPicPr>
            <p:cNvPr id="1433" name="Google Shape;1433;p70"/>
            <p:cNvPicPr preferRelativeResize="0"/>
            <p:nvPr/>
          </p:nvPicPr>
          <p:blipFill rotWithShape="1">
            <a:blip r:embed="rId3">
              <a:alphaModFix/>
            </a:blip>
            <a:srcRect/>
            <a:stretch/>
          </p:blipFill>
          <p:spPr>
            <a:xfrm>
              <a:off x="2430795" y="3176016"/>
              <a:ext cx="3410695" cy="2361088"/>
            </a:xfrm>
            <a:prstGeom prst="rect">
              <a:avLst/>
            </a:prstGeom>
            <a:noFill/>
            <a:ln>
              <a:noFill/>
            </a:ln>
          </p:spPr>
        </p:pic>
        <p:sp>
          <p:nvSpPr>
            <p:cNvPr id="1434" name="Google Shape;1434;p70"/>
            <p:cNvSpPr/>
            <p:nvPr/>
          </p:nvSpPr>
          <p:spPr>
            <a:xfrm>
              <a:off x="2350006" y="3171444"/>
              <a:ext cx="3496310" cy="2437130"/>
            </a:xfrm>
            <a:custGeom>
              <a:avLst/>
              <a:gdLst/>
              <a:ahLst/>
              <a:cxnLst/>
              <a:rect l="l" t="t" r="r" b="b"/>
              <a:pathLst>
                <a:path w="3496310" h="2437129" extrusionOk="0">
                  <a:moveTo>
                    <a:pt x="0" y="0"/>
                  </a:moveTo>
                  <a:lnTo>
                    <a:pt x="3496055" y="0"/>
                  </a:lnTo>
                  <a:lnTo>
                    <a:pt x="3496055" y="2436876"/>
                  </a:lnTo>
                  <a:lnTo>
                    <a:pt x="0" y="2436876"/>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1435" name="Google Shape;1435;p70"/>
            <p:cNvPicPr preferRelativeResize="0"/>
            <p:nvPr/>
          </p:nvPicPr>
          <p:blipFill rotWithShape="1">
            <a:blip r:embed="rId4">
              <a:alphaModFix/>
            </a:blip>
            <a:srcRect/>
            <a:stretch/>
          </p:blipFill>
          <p:spPr>
            <a:xfrm>
              <a:off x="219456" y="3043439"/>
              <a:ext cx="2866644" cy="701027"/>
            </a:xfrm>
            <a:prstGeom prst="rect">
              <a:avLst/>
            </a:prstGeom>
            <a:noFill/>
            <a:ln>
              <a:noFill/>
            </a:ln>
          </p:spPr>
        </p:pic>
        <p:pic>
          <p:nvPicPr>
            <p:cNvPr id="1436" name="Google Shape;1436;p70"/>
            <p:cNvPicPr preferRelativeResize="0"/>
            <p:nvPr/>
          </p:nvPicPr>
          <p:blipFill rotWithShape="1">
            <a:blip r:embed="rId5">
              <a:alphaModFix/>
            </a:blip>
            <a:srcRect/>
            <a:stretch/>
          </p:blipFill>
          <p:spPr>
            <a:xfrm>
              <a:off x="246888" y="3011411"/>
              <a:ext cx="1888236" cy="835163"/>
            </a:xfrm>
            <a:prstGeom prst="rect">
              <a:avLst/>
            </a:prstGeom>
            <a:noFill/>
            <a:ln>
              <a:noFill/>
            </a:ln>
          </p:spPr>
        </p:pic>
        <p:pic>
          <p:nvPicPr>
            <p:cNvPr id="1437" name="Google Shape;1437;p70"/>
            <p:cNvPicPr preferRelativeResize="0"/>
            <p:nvPr/>
          </p:nvPicPr>
          <p:blipFill rotWithShape="1">
            <a:blip r:embed="rId6">
              <a:alphaModFix/>
            </a:blip>
            <a:srcRect/>
            <a:stretch/>
          </p:blipFill>
          <p:spPr>
            <a:xfrm>
              <a:off x="265176" y="3069336"/>
              <a:ext cx="2759075" cy="614171"/>
            </a:xfrm>
            <a:prstGeom prst="rect">
              <a:avLst/>
            </a:prstGeom>
            <a:noFill/>
            <a:ln>
              <a:noFill/>
            </a:ln>
          </p:spPr>
        </p:pic>
        <p:sp>
          <p:nvSpPr>
            <p:cNvPr id="1438" name="Google Shape;1438;p70"/>
            <p:cNvSpPr/>
            <p:nvPr/>
          </p:nvSpPr>
          <p:spPr>
            <a:xfrm>
              <a:off x="265176" y="3069336"/>
              <a:ext cx="2759075" cy="614680"/>
            </a:xfrm>
            <a:custGeom>
              <a:avLst/>
              <a:gdLst/>
              <a:ahLst/>
              <a:cxnLst/>
              <a:rect l="l" t="t" r="r" b="b"/>
              <a:pathLst>
                <a:path w="2759075" h="614679" extrusionOk="0">
                  <a:moveTo>
                    <a:pt x="0" y="0"/>
                  </a:moveTo>
                  <a:lnTo>
                    <a:pt x="1084580" y="0"/>
                  </a:lnTo>
                  <a:lnTo>
                    <a:pt x="1549400" y="0"/>
                  </a:lnTo>
                  <a:lnTo>
                    <a:pt x="1859280" y="0"/>
                  </a:lnTo>
                  <a:lnTo>
                    <a:pt x="1859280" y="358267"/>
                  </a:lnTo>
                  <a:lnTo>
                    <a:pt x="2759075" y="409320"/>
                  </a:lnTo>
                  <a:lnTo>
                    <a:pt x="1859280" y="511809"/>
                  </a:lnTo>
                  <a:lnTo>
                    <a:pt x="1859280" y="614173"/>
                  </a:lnTo>
                  <a:lnTo>
                    <a:pt x="1549400" y="614173"/>
                  </a:lnTo>
                  <a:lnTo>
                    <a:pt x="1084580" y="614173"/>
                  </a:lnTo>
                  <a:lnTo>
                    <a:pt x="0" y="614173"/>
                  </a:lnTo>
                  <a:lnTo>
                    <a:pt x="0" y="511809"/>
                  </a:lnTo>
                  <a:lnTo>
                    <a:pt x="0" y="358267"/>
                  </a:lnTo>
                  <a:lnTo>
                    <a:pt x="0" y="0"/>
                  </a:lnTo>
                  <a:close/>
                </a:path>
              </a:pathLst>
            </a:custGeom>
            <a:noFill/>
            <a:ln w="9525" cap="flat" cmpd="sng">
              <a:solidFill>
                <a:srgbClr val="FF901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439" name="Google Shape;1439;p70"/>
          <p:cNvSpPr txBox="1"/>
          <p:nvPr/>
        </p:nvSpPr>
        <p:spPr>
          <a:xfrm>
            <a:off x="413993" y="3084067"/>
            <a:ext cx="1547495" cy="565150"/>
          </a:xfrm>
          <a:prstGeom prst="rect">
            <a:avLst/>
          </a:prstGeom>
          <a:noFill/>
          <a:ln>
            <a:noFill/>
          </a:ln>
        </p:spPr>
        <p:txBody>
          <a:bodyPr spcFirstLastPara="1" wrap="square" lIns="0" tIns="28575" rIns="0" bIns="0" anchor="t" anchorCtr="0">
            <a:spAutoFit/>
          </a:bodyPr>
          <a:lstStyle/>
          <a:p>
            <a:pPr marL="307340" marR="5080" lvl="0" indent="-294640" algn="l" rtl="0">
              <a:lnSpc>
                <a:spcPct val="116111"/>
              </a:lnSpc>
              <a:spcBef>
                <a:spcPts val="0"/>
              </a:spcBef>
              <a:spcAft>
                <a:spcPts val="0"/>
              </a:spcAft>
              <a:buNone/>
            </a:pPr>
            <a:r>
              <a:rPr lang="en-US" sz="1800">
                <a:solidFill>
                  <a:srgbClr val="001F5F"/>
                </a:solidFill>
                <a:latin typeface="Arial"/>
                <a:ea typeface="Arial"/>
                <a:cs typeface="Arial"/>
                <a:sym typeface="Arial"/>
              </a:rPr>
              <a:t>Linear decision boundary</a:t>
            </a:r>
            <a:endParaRPr sz="1800">
              <a:latin typeface="Arial"/>
              <a:ea typeface="Arial"/>
              <a:cs typeface="Arial"/>
              <a:sym typeface="Arial"/>
            </a:endParaRPr>
          </a:p>
        </p:txBody>
      </p:sp>
      <p:grpSp>
        <p:nvGrpSpPr>
          <p:cNvPr id="1440" name="Google Shape;1440;p70"/>
          <p:cNvGrpSpPr/>
          <p:nvPr/>
        </p:nvGrpSpPr>
        <p:grpSpPr>
          <a:xfrm>
            <a:off x="4811266" y="4521719"/>
            <a:ext cx="2849880" cy="839710"/>
            <a:chOff x="4811266" y="4521719"/>
            <a:chExt cx="2849880" cy="839710"/>
          </a:xfrm>
        </p:grpSpPr>
        <p:pic>
          <p:nvPicPr>
            <p:cNvPr id="1441" name="Google Shape;1441;p70"/>
            <p:cNvPicPr preferRelativeResize="0"/>
            <p:nvPr/>
          </p:nvPicPr>
          <p:blipFill rotWithShape="1">
            <a:blip r:embed="rId7">
              <a:alphaModFix/>
            </a:blip>
            <a:srcRect/>
            <a:stretch/>
          </p:blipFill>
          <p:spPr>
            <a:xfrm>
              <a:off x="4811266" y="4521719"/>
              <a:ext cx="2849880" cy="839710"/>
            </a:xfrm>
            <a:prstGeom prst="rect">
              <a:avLst/>
            </a:prstGeom>
            <a:noFill/>
            <a:ln>
              <a:noFill/>
            </a:ln>
          </p:spPr>
        </p:pic>
        <p:pic>
          <p:nvPicPr>
            <p:cNvPr id="1442" name="Google Shape;1442;p70"/>
            <p:cNvPicPr preferRelativeResize="0"/>
            <p:nvPr/>
          </p:nvPicPr>
          <p:blipFill rotWithShape="1">
            <a:blip r:embed="rId8">
              <a:alphaModFix/>
            </a:blip>
            <a:srcRect/>
            <a:stretch/>
          </p:blipFill>
          <p:spPr>
            <a:xfrm>
              <a:off x="4877687" y="4551297"/>
              <a:ext cx="2742309" cy="749173"/>
            </a:xfrm>
            <a:prstGeom prst="rect">
              <a:avLst/>
            </a:prstGeom>
            <a:noFill/>
            <a:ln>
              <a:noFill/>
            </a:ln>
          </p:spPr>
        </p:pic>
        <p:sp>
          <p:nvSpPr>
            <p:cNvPr id="1443" name="Google Shape;1443;p70"/>
            <p:cNvSpPr/>
            <p:nvPr/>
          </p:nvSpPr>
          <p:spPr>
            <a:xfrm>
              <a:off x="4877687" y="4551297"/>
              <a:ext cx="2742565" cy="749300"/>
            </a:xfrm>
            <a:custGeom>
              <a:avLst/>
              <a:gdLst/>
              <a:ahLst/>
              <a:cxnLst/>
              <a:rect l="l" t="t" r="r" b="b"/>
              <a:pathLst>
                <a:path w="2742565" h="749300" extrusionOk="0">
                  <a:moveTo>
                    <a:pt x="1302130" y="101473"/>
                  </a:moveTo>
                  <a:lnTo>
                    <a:pt x="1542160" y="101473"/>
                  </a:lnTo>
                  <a:lnTo>
                    <a:pt x="1902205" y="101473"/>
                  </a:lnTo>
                  <a:lnTo>
                    <a:pt x="2742310" y="101473"/>
                  </a:lnTo>
                  <a:lnTo>
                    <a:pt x="2742310" y="209423"/>
                  </a:lnTo>
                  <a:lnTo>
                    <a:pt x="2742310" y="371348"/>
                  </a:lnTo>
                  <a:lnTo>
                    <a:pt x="2742310" y="749173"/>
                  </a:lnTo>
                  <a:lnTo>
                    <a:pt x="1902205" y="749173"/>
                  </a:lnTo>
                  <a:lnTo>
                    <a:pt x="1542160" y="749173"/>
                  </a:lnTo>
                  <a:lnTo>
                    <a:pt x="1302130" y="749173"/>
                  </a:lnTo>
                  <a:lnTo>
                    <a:pt x="1302130" y="371348"/>
                  </a:lnTo>
                  <a:lnTo>
                    <a:pt x="0" y="0"/>
                  </a:lnTo>
                  <a:lnTo>
                    <a:pt x="1302130" y="209423"/>
                  </a:lnTo>
                  <a:lnTo>
                    <a:pt x="1302130" y="101473"/>
                  </a:lnTo>
                  <a:close/>
                </a:path>
              </a:pathLst>
            </a:custGeom>
            <a:noFill/>
            <a:ln w="9525" cap="flat" cmpd="sng">
              <a:solidFill>
                <a:srgbClr val="FF901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444" name="Google Shape;1444;p70"/>
          <p:cNvSpPr txBox="1"/>
          <p:nvPr/>
        </p:nvSpPr>
        <p:spPr>
          <a:xfrm>
            <a:off x="6551421" y="4855782"/>
            <a:ext cx="691515" cy="255904"/>
          </a:xfrm>
          <a:prstGeom prst="rect">
            <a:avLst/>
          </a:prstGeom>
          <a:noFill/>
          <a:ln>
            <a:noFill/>
          </a:ln>
        </p:spPr>
        <p:txBody>
          <a:bodyPr spcFirstLastPara="1" wrap="square" lIns="0" tIns="0" rIns="0" bIns="0" anchor="t" anchorCtr="0">
            <a:spAutoFit/>
          </a:bodyPr>
          <a:lstStyle/>
          <a:p>
            <a:pPr marL="0" lvl="0" indent="0" algn="l" rtl="0">
              <a:lnSpc>
                <a:spcPct val="110500"/>
              </a:lnSpc>
              <a:spcBef>
                <a:spcPts val="0"/>
              </a:spcBef>
              <a:spcAft>
                <a:spcPts val="0"/>
              </a:spcAft>
              <a:buNone/>
            </a:pPr>
            <a:r>
              <a:rPr lang="en-US" sz="1800">
                <a:solidFill>
                  <a:srgbClr val="001F5F"/>
                </a:solidFill>
                <a:latin typeface="Arial"/>
                <a:ea typeface="Arial"/>
                <a:cs typeface="Arial"/>
                <a:sym typeface="Arial"/>
              </a:rPr>
              <a:t>Margin</a:t>
            </a:r>
            <a:endParaRPr sz="1800">
              <a:latin typeface="Arial"/>
              <a:ea typeface="Arial"/>
              <a:cs typeface="Arial"/>
              <a:sym typeface="Arial"/>
            </a:endParaRPr>
          </a:p>
        </p:txBody>
      </p:sp>
      <p:grpSp>
        <p:nvGrpSpPr>
          <p:cNvPr id="1445" name="Google Shape;1445;p70"/>
          <p:cNvGrpSpPr/>
          <p:nvPr/>
        </p:nvGrpSpPr>
        <p:grpSpPr>
          <a:xfrm>
            <a:off x="4742688" y="4626851"/>
            <a:ext cx="2918460" cy="734579"/>
            <a:chOff x="4742688" y="4626851"/>
            <a:chExt cx="2918460" cy="734579"/>
          </a:xfrm>
        </p:grpSpPr>
        <p:pic>
          <p:nvPicPr>
            <p:cNvPr id="1446" name="Google Shape;1446;p70"/>
            <p:cNvPicPr preferRelativeResize="0"/>
            <p:nvPr/>
          </p:nvPicPr>
          <p:blipFill rotWithShape="1">
            <a:blip r:embed="rId9">
              <a:alphaModFix/>
            </a:blip>
            <a:srcRect/>
            <a:stretch/>
          </p:blipFill>
          <p:spPr>
            <a:xfrm>
              <a:off x="4742688" y="4626851"/>
              <a:ext cx="2918460" cy="734579"/>
            </a:xfrm>
            <a:prstGeom prst="rect">
              <a:avLst/>
            </a:prstGeom>
            <a:noFill/>
            <a:ln>
              <a:noFill/>
            </a:ln>
          </p:spPr>
        </p:pic>
        <p:pic>
          <p:nvPicPr>
            <p:cNvPr id="1447" name="Google Shape;1447;p70"/>
            <p:cNvPicPr preferRelativeResize="0"/>
            <p:nvPr/>
          </p:nvPicPr>
          <p:blipFill rotWithShape="1">
            <a:blip r:embed="rId10">
              <a:alphaModFix/>
            </a:blip>
            <a:srcRect/>
            <a:stretch/>
          </p:blipFill>
          <p:spPr>
            <a:xfrm>
              <a:off x="5512845" y="4760720"/>
              <a:ext cx="2107153" cy="539750"/>
            </a:xfrm>
            <a:prstGeom prst="rect">
              <a:avLst/>
            </a:prstGeom>
            <a:noFill/>
            <a:ln>
              <a:noFill/>
            </a:ln>
          </p:spPr>
        </p:pic>
        <p:pic>
          <p:nvPicPr>
            <p:cNvPr id="1448" name="Google Shape;1448;p70"/>
            <p:cNvPicPr preferRelativeResize="0"/>
            <p:nvPr/>
          </p:nvPicPr>
          <p:blipFill rotWithShape="1">
            <a:blip r:embed="rId11">
              <a:alphaModFix/>
            </a:blip>
            <a:srcRect/>
            <a:stretch/>
          </p:blipFill>
          <p:spPr>
            <a:xfrm>
              <a:off x="6179820" y="4652770"/>
              <a:ext cx="1440178" cy="107950"/>
            </a:xfrm>
            <a:prstGeom prst="rect">
              <a:avLst/>
            </a:prstGeom>
            <a:noFill/>
            <a:ln>
              <a:noFill/>
            </a:ln>
          </p:spPr>
        </p:pic>
        <p:sp>
          <p:nvSpPr>
            <p:cNvPr id="1449" name="Google Shape;1449;p70"/>
            <p:cNvSpPr/>
            <p:nvPr/>
          </p:nvSpPr>
          <p:spPr>
            <a:xfrm>
              <a:off x="4809109" y="4652770"/>
              <a:ext cx="2811145" cy="647700"/>
            </a:xfrm>
            <a:custGeom>
              <a:avLst/>
              <a:gdLst/>
              <a:ahLst/>
              <a:cxnLst/>
              <a:rect l="l" t="t" r="r" b="b"/>
              <a:pathLst>
                <a:path w="2811145" h="647700" extrusionOk="0">
                  <a:moveTo>
                    <a:pt x="1370711" y="0"/>
                  </a:moveTo>
                  <a:lnTo>
                    <a:pt x="1610741" y="0"/>
                  </a:lnTo>
                  <a:lnTo>
                    <a:pt x="1970786" y="0"/>
                  </a:lnTo>
                  <a:lnTo>
                    <a:pt x="2810891" y="0"/>
                  </a:lnTo>
                  <a:lnTo>
                    <a:pt x="2810891" y="107950"/>
                  </a:lnTo>
                  <a:lnTo>
                    <a:pt x="2810891" y="269875"/>
                  </a:lnTo>
                  <a:lnTo>
                    <a:pt x="2810891" y="647700"/>
                  </a:lnTo>
                  <a:lnTo>
                    <a:pt x="1970786" y="647700"/>
                  </a:lnTo>
                  <a:lnTo>
                    <a:pt x="1610741" y="647700"/>
                  </a:lnTo>
                  <a:lnTo>
                    <a:pt x="1370711" y="647700"/>
                  </a:lnTo>
                  <a:lnTo>
                    <a:pt x="1370711" y="269875"/>
                  </a:lnTo>
                  <a:lnTo>
                    <a:pt x="0" y="104139"/>
                  </a:lnTo>
                  <a:lnTo>
                    <a:pt x="1370711" y="107950"/>
                  </a:lnTo>
                  <a:lnTo>
                    <a:pt x="1370711" y="0"/>
                  </a:lnTo>
                  <a:close/>
                </a:path>
              </a:pathLst>
            </a:custGeom>
            <a:noFill/>
            <a:ln w="9525" cap="flat" cmpd="sng">
              <a:solidFill>
                <a:srgbClr val="FF901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450" name="Google Shape;1450;p70"/>
          <p:cNvSpPr txBox="1"/>
          <p:nvPr/>
        </p:nvSpPr>
        <p:spPr>
          <a:xfrm>
            <a:off x="6343650" y="4605020"/>
            <a:ext cx="1108075" cy="653415"/>
          </a:xfrm>
          <a:prstGeom prst="rect">
            <a:avLst/>
          </a:prstGeom>
          <a:noFill/>
          <a:ln>
            <a:noFill/>
          </a:ln>
        </p:spPr>
        <p:txBody>
          <a:bodyPr spcFirstLastPara="1" wrap="square" lIns="0" tIns="12700" rIns="0" bIns="0" anchor="t" anchorCtr="0">
            <a:spAutoFit/>
          </a:bodyPr>
          <a:lstStyle/>
          <a:p>
            <a:pPr marL="12700" marR="5080" lvl="0" indent="80010" algn="l" rtl="0">
              <a:lnSpc>
                <a:spcPct val="114399"/>
              </a:lnSpc>
              <a:spcBef>
                <a:spcPts val="0"/>
              </a:spcBef>
              <a:spcAft>
                <a:spcPts val="0"/>
              </a:spcAft>
              <a:buNone/>
            </a:pPr>
            <a:r>
              <a:rPr lang="en-US" sz="1800">
                <a:solidFill>
                  <a:srgbClr val="001F5F"/>
                </a:solidFill>
                <a:latin typeface="Arial"/>
                <a:ea typeface="Arial"/>
                <a:cs typeface="Arial"/>
                <a:sym typeface="Arial"/>
              </a:rPr>
              <a:t>Margin is maximized</a:t>
            </a:r>
            <a:endParaRPr sz="1800">
              <a:latin typeface="Arial"/>
              <a:ea typeface="Arial"/>
              <a:cs typeface="Arial"/>
              <a:sym typeface="Arial"/>
            </a:endParaRPr>
          </a:p>
        </p:txBody>
      </p:sp>
      <p:grpSp>
        <p:nvGrpSpPr>
          <p:cNvPr id="1451" name="Google Shape;1451;p70"/>
          <p:cNvGrpSpPr/>
          <p:nvPr/>
        </p:nvGrpSpPr>
        <p:grpSpPr>
          <a:xfrm>
            <a:off x="4645152" y="3256788"/>
            <a:ext cx="4274820" cy="1310638"/>
            <a:chOff x="4645152" y="3256788"/>
            <a:chExt cx="4274820" cy="1310638"/>
          </a:xfrm>
        </p:grpSpPr>
        <p:pic>
          <p:nvPicPr>
            <p:cNvPr id="1452" name="Google Shape;1452;p70"/>
            <p:cNvPicPr preferRelativeResize="0"/>
            <p:nvPr/>
          </p:nvPicPr>
          <p:blipFill rotWithShape="1">
            <a:blip r:embed="rId12">
              <a:alphaModFix/>
            </a:blip>
            <a:srcRect/>
            <a:stretch/>
          </p:blipFill>
          <p:spPr>
            <a:xfrm>
              <a:off x="4645152" y="3256788"/>
              <a:ext cx="4274820" cy="1310638"/>
            </a:xfrm>
            <a:prstGeom prst="rect">
              <a:avLst/>
            </a:prstGeom>
            <a:noFill/>
            <a:ln>
              <a:noFill/>
            </a:ln>
          </p:spPr>
        </p:pic>
        <p:pic>
          <p:nvPicPr>
            <p:cNvPr id="1453" name="Google Shape;1453;p70"/>
            <p:cNvPicPr preferRelativeResize="0"/>
            <p:nvPr/>
          </p:nvPicPr>
          <p:blipFill rotWithShape="1">
            <a:blip r:embed="rId13">
              <a:alphaModFix/>
            </a:blip>
            <a:srcRect/>
            <a:stretch/>
          </p:blipFill>
          <p:spPr>
            <a:xfrm>
              <a:off x="4712208" y="3282696"/>
              <a:ext cx="4166616" cy="1223771"/>
            </a:xfrm>
            <a:prstGeom prst="rect">
              <a:avLst/>
            </a:prstGeom>
            <a:noFill/>
            <a:ln>
              <a:noFill/>
            </a:ln>
          </p:spPr>
        </p:pic>
        <p:sp>
          <p:nvSpPr>
            <p:cNvPr id="1454" name="Google Shape;1454;p70"/>
            <p:cNvSpPr/>
            <p:nvPr/>
          </p:nvSpPr>
          <p:spPr>
            <a:xfrm>
              <a:off x="4712208" y="3282696"/>
              <a:ext cx="4166870" cy="1224280"/>
            </a:xfrm>
            <a:custGeom>
              <a:avLst/>
              <a:gdLst/>
              <a:ahLst/>
              <a:cxnLst/>
              <a:rect l="l" t="t" r="r" b="b"/>
              <a:pathLst>
                <a:path w="4166870" h="1224279" extrusionOk="0">
                  <a:moveTo>
                    <a:pt x="1467612" y="0"/>
                  </a:moveTo>
                  <a:lnTo>
                    <a:pt x="1917446" y="0"/>
                  </a:lnTo>
                  <a:lnTo>
                    <a:pt x="2592197" y="0"/>
                  </a:lnTo>
                  <a:lnTo>
                    <a:pt x="4166616" y="0"/>
                  </a:lnTo>
                  <a:lnTo>
                    <a:pt x="4166616" y="713867"/>
                  </a:lnTo>
                  <a:lnTo>
                    <a:pt x="4166616" y="1019811"/>
                  </a:lnTo>
                  <a:lnTo>
                    <a:pt x="4166616" y="1223773"/>
                  </a:lnTo>
                  <a:lnTo>
                    <a:pt x="2592197" y="1223773"/>
                  </a:lnTo>
                  <a:lnTo>
                    <a:pt x="1917446" y="1223773"/>
                  </a:lnTo>
                  <a:lnTo>
                    <a:pt x="1467612" y="1223773"/>
                  </a:lnTo>
                  <a:lnTo>
                    <a:pt x="1467612" y="1019811"/>
                  </a:lnTo>
                  <a:lnTo>
                    <a:pt x="0" y="988187"/>
                  </a:lnTo>
                  <a:lnTo>
                    <a:pt x="1467612" y="713867"/>
                  </a:lnTo>
                  <a:lnTo>
                    <a:pt x="1467612" y="0"/>
                  </a:lnTo>
                  <a:close/>
                </a:path>
              </a:pathLst>
            </a:custGeom>
            <a:noFill/>
            <a:ln w="9525" cap="flat" cmpd="sng">
              <a:solidFill>
                <a:srgbClr val="FF901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455" name="Google Shape;1455;p70"/>
          <p:cNvSpPr txBox="1"/>
          <p:nvPr/>
        </p:nvSpPr>
        <p:spPr>
          <a:xfrm>
            <a:off x="6278751" y="3327908"/>
            <a:ext cx="2510790" cy="1113790"/>
          </a:xfrm>
          <a:prstGeom prst="rect">
            <a:avLst/>
          </a:prstGeom>
          <a:noFill/>
          <a:ln>
            <a:noFill/>
          </a:ln>
        </p:spPr>
        <p:txBody>
          <a:bodyPr spcFirstLastPara="1" wrap="square" lIns="0" tIns="12700" rIns="0" bIns="0" anchor="t" anchorCtr="0">
            <a:spAutoFit/>
          </a:bodyPr>
          <a:lstStyle/>
          <a:p>
            <a:pPr marL="0" marR="635" lvl="0" indent="0" algn="ctr" rtl="0">
              <a:lnSpc>
                <a:spcPct val="118055"/>
              </a:lnSpc>
              <a:spcBef>
                <a:spcPts val="0"/>
              </a:spcBef>
              <a:spcAft>
                <a:spcPts val="0"/>
              </a:spcAft>
              <a:buNone/>
            </a:pPr>
            <a:r>
              <a:rPr lang="en-US" sz="1800">
                <a:solidFill>
                  <a:srgbClr val="001F5F"/>
                </a:solidFill>
                <a:latin typeface="Arial"/>
                <a:ea typeface="Arial"/>
                <a:cs typeface="Arial"/>
                <a:sym typeface="Arial"/>
              </a:rPr>
              <a:t>Support vectors</a:t>
            </a:r>
            <a:endParaRPr sz="1800">
              <a:latin typeface="Arial"/>
              <a:ea typeface="Arial"/>
              <a:cs typeface="Arial"/>
              <a:sym typeface="Arial"/>
            </a:endParaRPr>
          </a:p>
          <a:p>
            <a:pPr marL="0" lvl="0" indent="0" algn="ctr" rtl="0">
              <a:lnSpc>
                <a:spcPct val="118055"/>
              </a:lnSpc>
              <a:spcBef>
                <a:spcPts val="0"/>
              </a:spcBef>
              <a:spcAft>
                <a:spcPts val="0"/>
              </a:spcAft>
              <a:buNone/>
            </a:pPr>
            <a:r>
              <a:rPr lang="en-US" sz="1800">
                <a:solidFill>
                  <a:srgbClr val="001F5F"/>
                </a:solidFill>
                <a:latin typeface="Arial"/>
                <a:ea typeface="Arial"/>
                <a:cs typeface="Arial"/>
                <a:sym typeface="Arial"/>
              </a:rPr>
              <a:t>= Instances with minimal</a:t>
            </a:r>
            <a:endParaRPr sz="1800">
              <a:latin typeface="Arial"/>
              <a:ea typeface="Arial"/>
              <a:cs typeface="Arial"/>
              <a:sym typeface="Arial"/>
            </a:endParaRPr>
          </a:p>
          <a:p>
            <a:pPr marL="257175" marR="251459" lvl="0" indent="0" algn="ctr" rtl="0">
              <a:lnSpc>
                <a:spcPct val="117222"/>
              </a:lnSpc>
              <a:spcBef>
                <a:spcPts val="160"/>
              </a:spcBef>
              <a:spcAft>
                <a:spcPts val="0"/>
              </a:spcAft>
              <a:buNone/>
            </a:pPr>
            <a:r>
              <a:rPr lang="en-US" sz="1800">
                <a:solidFill>
                  <a:srgbClr val="001F5F"/>
                </a:solidFill>
                <a:latin typeface="Arial"/>
                <a:ea typeface="Arial"/>
                <a:cs typeface="Arial"/>
                <a:sym typeface="Arial"/>
              </a:rPr>
              <a:t>distance to decision bounday</a:t>
            </a:r>
            <a:endParaRPr sz="1800">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Shape 1459"/>
        <p:cNvGrpSpPr/>
        <p:nvPr/>
      </p:nvGrpSpPr>
      <p:grpSpPr>
        <a:xfrm>
          <a:off x="0" y="0"/>
          <a:ext cx="0" cy="0"/>
          <a:chOff x="0" y="0"/>
          <a:chExt cx="0" cy="0"/>
        </a:xfrm>
      </p:grpSpPr>
      <p:sp>
        <p:nvSpPr>
          <p:cNvPr id="1460" name="Google Shape;1460;p71" descr="$PPTXTitle"/>
          <p:cNvSpPr txBox="1">
            <a:spLocks noGrp="1"/>
          </p:cNvSpPr>
          <p:nvPr>
            <p:ph type="title"/>
          </p:nvPr>
        </p:nvSpPr>
        <p:spPr>
          <a:xfrm>
            <a:off x="707542" y="494791"/>
            <a:ext cx="11589715" cy="742248"/>
          </a:xfrm>
          <a:prstGeom prst="rect">
            <a:avLst/>
          </a:prstGeom>
          <a:noFill/>
          <a:ln>
            <a:noFill/>
          </a:ln>
        </p:spPr>
        <p:txBody>
          <a:bodyPr spcFirstLastPara="1" wrap="square" lIns="0" tIns="232150" rIns="0" bIns="0" anchor="t" anchorCtr="0">
            <a:spAutoFit/>
          </a:bodyPr>
          <a:lstStyle/>
          <a:p>
            <a:pPr marL="12700" lvl="0" indent="0" algn="l" rtl="0">
              <a:lnSpc>
                <a:spcPct val="100000"/>
              </a:lnSpc>
              <a:spcBef>
                <a:spcPts val="0"/>
              </a:spcBef>
              <a:spcAft>
                <a:spcPts val="0"/>
              </a:spcAft>
              <a:buNone/>
            </a:pPr>
            <a:r>
              <a:rPr lang="en-US" sz="3300" b="1" dirty="0">
                <a:solidFill>
                  <a:schemeClr val="accent1"/>
                </a:solidFill>
              </a:rPr>
              <a:t>Non-linear SVMs through Kernels</a:t>
            </a:r>
            <a:endParaRPr sz="3300" b="1" dirty="0">
              <a:solidFill>
                <a:schemeClr val="accent1"/>
              </a:solidFill>
            </a:endParaRPr>
          </a:p>
        </p:txBody>
      </p:sp>
      <p:sp>
        <p:nvSpPr>
          <p:cNvPr id="1461" name="Google Shape;1461;p71"/>
          <p:cNvSpPr txBox="1"/>
          <p:nvPr/>
        </p:nvSpPr>
        <p:spPr>
          <a:xfrm>
            <a:off x="706906" y="1764537"/>
            <a:ext cx="6996430" cy="1546225"/>
          </a:xfrm>
          <a:prstGeom prst="rect">
            <a:avLst/>
          </a:prstGeom>
          <a:noFill/>
          <a:ln>
            <a:noFill/>
          </a:ln>
        </p:spPr>
        <p:txBody>
          <a:bodyPr spcFirstLastPara="1" wrap="square" lIns="0" tIns="53325" rIns="0" bIns="0" anchor="t" anchorCtr="0">
            <a:spAutoFit/>
          </a:bodyPr>
          <a:lstStyle/>
          <a:p>
            <a:pPr marL="185420" lvl="0" indent="-172720" algn="l" rtl="0">
              <a:lnSpc>
                <a:spcPct val="100000"/>
              </a:lnSpc>
              <a:spcBef>
                <a:spcPts val="0"/>
              </a:spcBef>
              <a:spcAft>
                <a:spcPts val="0"/>
              </a:spcAft>
              <a:buClr>
                <a:srgbClr val="001F5F"/>
              </a:buClr>
              <a:buSzPts val="2100"/>
              <a:buFont typeface="Arial"/>
              <a:buChar char="•"/>
            </a:pPr>
            <a:r>
              <a:rPr lang="en-US" sz="2100">
                <a:solidFill>
                  <a:srgbClr val="001F5F"/>
                </a:solidFill>
                <a:latin typeface="Arial"/>
                <a:ea typeface="Arial"/>
                <a:cs typeface="Arial"/>
                <a:sym typeface="Arial"/>
              </a:rPr>
              <a:t>Expand features using </a:t>
            </a:r>
            <a:r>
              <a:rPr lang="en-US" sz="2100" i="1">
                <a:solidFill>
                  <a:srgbClr val="001F5F"/>
                </a:solidFill>
                <a:latin typeface="Arial"/>
                <a:ea typeface="Arial"/>
                <a:cs typeface="Arial"/>
                <a:sym typeface="Arial"/>
              </a:rPr>
              <a:t>kernels </a:t>
            </a:r>
            <a:r>
              <a:rPr lang="en-US" sz="2100">
                <a:solidFill>
                  <a:srgbClr val="001F5F"/>
                </a:solidFill>
                <a:latin typeface="Arial"/>
                <a:ea typeface="Arial"/>
                <a:cs typeface="Arial"/>
                <a:sym typeface="Arial"/>
              </a:rPr>
              <a:t>to separate non-linear data</a:t>
            </a:r>
            <a:endParaRPr sz="2100">
              <a:latin typeface="Arial"/>
              <a:ea typeface="Arial"/>
              <a:cs typeface="Arial"/>
              <a:sym typeface="Arial"/>
            </a:endParaRPr>
          </a:p>
          <a:p>
            <a:pPr marL="527050" lvl="1" indent="-172084" algn="l" rtl="0">
              <a:lnSpc>
                <a:spcPct val="100000"/>
              </a:lnSpc>
              <a:spcBef>
                <a:spcPts val="275"/>
              </a:spcBef>
              <a:spcAft>
                <a:spcPts val="0"/>
              </a:spcAft>
              <a:buClr>
                <a:srgbClr val="001F5F"/>
              </a:buClr>
              <a:buSzPts val="1800"/>
              <a:buFont typeface="Arial"/>
              <a:buChar char="•"/>
            </a:pPr>
            <a:r>
              <a:rPr lang="en-US" sz="1800">
                <a:solidFill>
                  <a:srgbClr val="001F5F"/>
                </a:solidFill>
                <a:latin typeface="Arial"/>
                <a:ea typeface="Arial"/>
                <a:cs typeface="Arial"/>
                <a:sym typeface="Arial"/>
              </a:rPr>
              <a:t>Transformation into high-dimensional </a:t>
            </a:r>
            <a:r>
              <a:rPr lang="en-US" sz="1800" i="1">
                <a:solidFill>
                  <a:srgbClr val="001F5F"/>
                </a:solidFill>
                <a:latin typeface="Arial"/>
                <a:ea typeface="Arial"/>
                <a:cs typeface="Arial"/>
                <a:sym typeface="Arial"/>
              </a:rPr>
              <a:t>kernel space</a:t>
            </a:r>
            <a:endParaRPr sz="1800">
              <a:latin typeface="Arial"/>
              <a:ea typeface="Arial"/>
              <a:cs typeface="Arial"/>
              <a:sym typeface="Arial"/>
            </a:endParaRPr>
          </a:p>
          <a:p>
            <a:pPr marL="869950" lvl="2" indent="-172084" algn="l" rtl="0">
              <a:lnSpc>
                <a:spcPct val="100000"/>
              </a:lnSpc>
              <a:spcBef>
                <a:spcPts val="160"/>
              </a:spcBef>
              <a:spcAft>
                <a:spcPts val="0"/>
              </a:spcAft>
              <a:buClr>
                <a:srgbClr val="001F5F"/>
              </a:buClr>
              <a:buSzPts val="1500"/>
              <a:buFont typeface="Arial"/>
              <a:buChar char="•"/>
            </a:pPr>
            <a:r>
              <a:rPr lang="en-US" sz="1500">
                <a:solidFill>
                  <a:srgbClr val="001F5F"/>
                </a:solidFill>
                <a:latin typeface="Arial"/>
                <a:ea typeface="Arial"/>
                <a:cs typeface="Arial"/>
                <a:sym typeface="Arial"/>
              </a:rPr>
              <a:t>Can be infinite (e.g., Gaussian kernel, RBF kernel) !</a:t>
            </a:r>
            <a:endParaRPr sz="1500">
              <a:latin typeface="Arial"/>
              <a:ea typeface="Arial"/>
              <a:cs typeface="Arial"/>
              <a:sym typeface="Arial"/>
            </a:endParaRPr>
          </a:p>
          <a:p>
            <a:pPr marL="527050" lvl="1" indent="-172084" algn="l" rtl="0">
              <a:lnSpc>
                <a:spcPct val="100000"/>
              </a:lnSpc>
              <a:spcBef>
                <a:spcPts val="275"/>
              </a:spcBef>
              <a:spcAft>
                <a:spcPts val="0"/>
              </a:spcAft>
              <a:buClr>
                <a:srgbClr val="001F5F"/>
              </a:buClr>
              <a:buSzPts val="1800"/>
              <a:buFont typeface="Arial"/>
              <a:buChar char="•"/>
            </a:pPr>
            <a:r>
              <a:rPr lang="en-US" sz="1800">
                <a:solidFill>
                  <a:srgbClr val="001F5F"/>
                </a:solidFill>
                <a:latin typeface="Arial"/>
                <a:ea typeface="Arial"/>
                <a:cs typeface="Arial"/>
                <a:sym typeface="Arial"/>
              </a:rPr>
              <a:t>Calculate linear separation in kernel space</a:t>
            </a:r>
            <a:endParaRPr sz="1800">
              <a:latin typeface="Arial"/>
              <a:ea typeface="Arial"/>
              <a:cs typeface="Arial"/>
              <a:sym typeface="Arial"/>
            </a:endParaRPr>
          </a:p>
          <a:p>
            <a:pPr marL="527050" lvl="1" indent="-172084" algn="l" rtl="0">
              <a:lnSpc>
                <a:spcPct val="100000"/>
              </a:lnSpc>
              <a:spcBef>
                <a:spcPts val="145"/>
              </a:spcBef>
              <a:spcAft>
                <a:spcPts val="0"/>
              </a:spcAft>
              <a:buClr>
                <a:srgbClr val="001F5F"/>
              </a:buClr>
              <a:buSzPts val="1800"/>
              <a:buFont typeface="Arial"/>
              <a:buChar char="•"/>
            </a:pPr>
            <a:r>
              <a:rPr lang="en-US" sz="1800">
                <a:solidFill>
                  <a:srgbClr val="001F5F"/>
                </a:solidFill>
                <a:latin typeface="Arial"/>
                <a:ea typeface="Arial"/>
                <a:cs typeface="Arial"/>
                <a:sym typeface="Arial"/>
              </a:rPr>
              <a:t>Use </a:t>
            </a:r>
            <a:r>
              <a:rPr lang="en-US" sz="1800" i="1">
                <a:solidFill>
                  <a:srgbClr val="001F5F"/>
                </a:solidFill>
                <a:latin typeface="Arial"/>
                <a:ea typeface="Arial"/>
                <a:cs typeface="Arial"/>
                <a:sym typeface="Arial"/>
              </a:rPr>
              <a:t>kernel trick </a:t>
            </a:r>
            <a:r>
              <a:rPr lang="en-US" sz="1800">
                <a:solidFill>
                  <a:srgbClr val="001F5F"/>
                </a:solidFill>
                <a:latin typeface="Arial"/>
                <a:ea typeface="Arial"/>
                <a:cs typeface="Arial"/>
                <a:sym typeface="Arial"/>
              </a:rPr>
              <a:t>to avoid actual expansion</a:t>
            </a:r>
            <a:endParaRPr sz="1800">
              <a:latin typeface="Arial"/>
              <a:ea typeface="Arial"/>
              <a:cs typeface="Arial"/>
              <a:sym typeface="Arial"/>
            </a:endParaRPr>
          </a:p>
        </p:txBody>
      </p:sp>
      <p:grpSp>
        <p:nvGrpSpPr>
          <p:cNvPr id="1462" name="Google Shape;1462;p71"/>
          <p:cNvGrpSpPr/>
          <p:nvPr/>
        </p:nvGrpSpPr>
        <p:grpSpPr>
          <a:xfrm>
            <a:off x="812290" y="3640836"/>
            <a:ext cx="3477895" cy="2447925"/>
            <a:chOff x="812290" y="3640836"/>
            <a:chExt cx="3477895" cy="2447925"/>
          </a:xfrm>
        </p:grpSpPr>
        <p:pic>
          <p:nvPicPr>
            <p:cNvPr id="1463" name="Google Shape;1463;p71"/>
            <p:cNvPicPr preferRelativeResize="0"/>
            <p:nvPr/>
          </p:nvPicPr>
          <p:blipFill rotWithShape="1">
            <a:blip r:embed="rId3">
              <a:alphaModFix/>
            </a:blip>
            <a:srcRect/>
            <a:stretch/>
          </p:blipFill>
          <p:spPr>
            <a:xfrm>
              <a:off x="816862" y="3645408"/>
              <a:ext cx="3468623" cy="2438400"/>
            </a:xfrm>
            <a:prstGeom prst="rect">
              <a:avLst/>
            </a:prstGeom>
            <a:noFill/>
            <a:ln>
              <a:noFill/>
            </a:ln>
          </p:spPr>
        </p:pic>
        <p:sp>
          <p:nvSpPr>
            <p:cNvPr id="1464" name="Google Shape;1464;p71"/>
            <p:cNvSpPr/>
            <p:nvPr/>
          </p:nvSpPr>
          <p:spPr>
            <a:xfrm>
              <a:off x="812290" y="3640836"/>
              <a:ext cx="3477895" cy="2447925"/>
            </a:xfrm>
            <a:custGeom>
              <a:avLst/>
              <a:gdLst/>
              <a:ahLst/>
              <a:cxnLst/>
              <a:rect l="l" t="t" r="r" b="b"/>
              <a:pathLst>
                <a:path w="3477895" h="2447925" extrusionOk="0">
                  <a:moveTo>
                    <a:pt x="0" y="0"/>
                  </a:moveTo>
                  <a:lnTo>
                    <a:pt x="3477767" y="0"/>
                  </a:lnTo>
                  <a:lnTo>
                    <a:pt x="3477767" y="2447544"/>
                  </a:lnTo>
                  <a:lnTo>
                    <a:pt x="0" y="2447544"/>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1465" name="Google Shape;1465;p71"/>
          <p:cNvGrpSpPr/>
          <p:nvPr/>
        </p:nvGrpSpPr>
        <p:grpSpPr>
          <a:xfrm>
            <a:off x="4710682" y="2595359"/>
            <a:ext cx="4294632" cy="3493400"/>
            <a:chOff x="4710682" y="2595359"/>
            <a:chExt cx="4294632" cy="3493400"/>
          </a:xfrm>
        </p:grpSpPr>
        <p:pic>
          <p:nvPicPr>
            <p:cNvPr id="1466" name="Google Shape;1466;p71"/>
            <p:cNvPicPr preferRelativeResize="0"/>
            <p:nvPr/>
          </p:nvPicPr>
          <p:blipFill rotWithShape="1">
            <a:blip r:embed="rId4">
              <a:alphaModFix/>
            </a:blip>
            <a:srcRect/>
            <a:stretch/>
          </p:blipFill>
          <p:spPr>
            <a:xfrm>
              <a:off x="4715254" y="3715576"/>
              <a:ext cx="3593592" cy="2315602"/>
            </a:xfrm>
            <a:prstGeom prst="rect">
              <a:avLst/>
            </a:prstGeom>
            <a:noFill/>
            <a:ln>
              <a:noFill/>
            </a:ln>
          </p:spPr>
        </p:pic>
        <p:sp>
          <p:nvSpPr>
            <p:cNvPr id="1467" name="Google Shape;1467;p71"/>
            <p:cNvSpPr/>
            <p:nvPr/>
          </p:nvSpPr>
          <p:spPr>
            <a:xfrm>
              <a:off x="4710682" y="3640834"/>
              <a:ext cx="3602990" cy="2447925"/>
            </a:xfrm>
            <a:custGeom>
              <a:avLst/>
              <a:gdLst/>
              <a:ahLst/>
              <a:cxnLst/>
              <a:rect l="l" t="t" r="r" b="b"/>
              <a:pathLst>
                <a:path w="3602990" h="2447925" extrusionOk="0">
                  <a:moveTo>
                    <a:pt x="0" y="0"/>
                  </a:moveTo>
                  <a:lnTo>
                    <a:pt x="3602736" y="0"/>
                  </a:lnTo>
                  <a:lnTo>
                    <a:pt x="3602736" y="2447544"/>
                  </a:lnTo>
                  <a:lnTo>
                    <a:pt x="0" y="2447544"/>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1468" name="Google Shape;1468;p71"/>
            <p:cNvPicPr preferRelativeResize="0"/>
            <p:nvPr/>
          </p:nvPicPr>
          <p:blipFill rotWithShape="1">
            <a:blip r:embed="rId5">
              <a:alphaModFix/>
            </a:blip>
            <a:srcRect/>
            <a:stretch/>
          </p:blipFill>
          <p:spPr>
            <a:xfrm>
              <a:off x="7478266" y="2683775"/>
              <a:ext cx="1527048" cy="1021066"/>
            </a:xfrm>
            <a:prstGeom prst="rect">
              <a:avLst/>
            </a:prstGeom>
            <a:noFill/>
            <a:ln>
              <a:noFill/>
            </a:ln>
          </p:spPr>
        </p:pic>
        <p:pic>
          <p:nvPicPr>
            <p:cNvPr id="1469" name="Google Shape;1469;p71"/>
            <p:cNvPicPr preferRelativeResize="0"/>
            <p:nvPr/>
          </p:nvPicPr>
          <p:blipFill rotWithShape="1">
            <a:blip r:embed="rId6">
              <a:alphaModFix/>
            </a:blip>
            <a:srcRect/>
            <a:stretch/>
          </p:blipFill>
          <p:spPr>
            <a:xfrm>
              <a:off x="7513318" y="2595359"/>
              <a:ext cx="1458467" cy="835163"/>
            </a:xfrm>
            <a:prstGeom prst="rect">
              <a:avLst/>
            </a:prstGeom>
            <a:noFill/>
            <a:ln>
              <a:noFill/>
            </a:ln>
          </p:spPr>
        </p:pic>
        <p:pic>
          <p:nvPicPr>
            <p:cNvPr id="1470" name="Google Shape;1470;p71"/>
            <p:cNvPicPr preferRelativeResize="0"/>
            <p:nvPr/>
          </p:nvPicPr>
          <p:blipFill rotWithShape="1">
            <a:blip r:embed="rId7">
              <a:alphaModFix/>
            </a:blip>
            <a:srcRect/>
            <a:stretch/>
          </p:blipFill>
          <p:spPr>
            <a:xfrm>
              <a:off x="7523988" y="2709670"/>
              <a:ext cx="1440178" cy="926972"/>
            </a:xfrm>
            <a:prstGeom prst="rect">
              <a:avLst/>
            </a:prstGeom>
            <a:noFill/>
            <a:ln>
              <a:noFill/>
            </a:ln>
          </p:spPr>
        </p:pic>
        <p:sp>
          <p:nvSpPr>
            <p:cNvPr id="1471" name="Google Shape;1471;p71"/>
            <p:cNvSpPr/>
            <p:nvPr/>
          </p:nvSpPr>
          <p:spPr>
            <a:xfrm>
              <a:off x="7523988" y="2709670"/>
              <a:ext cx="1440180" cy="927100"/>
            </a:xfrm>
            <a:custGeom>
              <a:avLst/>
              <a:gdLst/>
              <a:ahLst/>
              <a:cxnLst/>
              <a:rect l="l" t="t" r="r" b="b"/>
              <a:pathLst>
                <a:path w="1440179" h="927100" extrusionOk="0">
                  <a:moveTo>
                    <a:pt x="0" y="0"/>
                  </a:moveTo>
                  <a:lnTo>
                    <a:pt x="240029" y="0"/>
                  </a:lnTo>
                  <a:lnTo>
                    <a:pt x="600075" y="0"/>
                  </a:lnTo>
                  <a:lnTo>
                    <a:pt x="1440181" y="0"/>
                  </a:lnTo>
                  <a:lnTo>
                    <a:pt x="1440181" y="293370"/>
                  </a:lnTo>
                  <a:lnTo>
                    <a:pt x="1440181" y="419100"/>
                  </a:lnTo>
                  <a:lnTo>
                    <a:pt x="1440181" y="502920"/>
                  </a:lnTo>
                  <a:lnTo>
                    <a:pt x="600075" y="502920"/>
                  </a:lnTo>
                  <a:lnTo>
                    <a:pt x="60706" y="926972"/>
                  </a:lnTo>
                  <a:lnTo>
                    <a:pt x="240029" y="502920"/>
                  </a:lnTo>
                  <a:lnTo>
                    <a:pt x="0" y="502920"/>
                  </a:lnTo>
                  <a:lnTo>
                    <a:pt x="0" y="419100"/>
                  </a:lnTo>
                  <a:lnTo>
                    <a:pt x="0" y="293370"/>
                  </a:lnTo>
                  <a:lnTo>
                    <a:pt x="0" y="0"/>
                  </a:lnTo>
                  <a:close/>
                </a:path>
              </a:pathLst>
            </a:custGeom>
            <a:noFill/>
            <a:ln w="9525" cap="flat" cmpd="sng">
              <a:solidFill>
                <a:srgbClr val="FF901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472" name="Google Shape;1472;p71"/>
          <p:cNvSpPr txBox="1"/>
          <p:nvPr/>
        </p:nvSpPr>
        <p:spPr>
          <a:xfrm>
            <a:off x="7687054" y="2669540"/>
            <a:ext cx="1119505" cy="565150"/>
          </a:xfrm>
          <a:prstGeom prst="rect">
            <a:avLst/>
          </a:prstGeom>
          <a:noFill/>
          <a:ln>
            <a:noFill/>
          </a:ln>
        </p:spPr>
        <p:txBody>
          <a:bodyPr spcFirstLastPara="1" wrap="square" lIns="0" tIns="28575" rIns="0" bIns="0" anchor="t" anchorCtr="0">
            <a:spAutoFit/>
          </a:bodyPr>
          <a:lstStyle/>
          <a:p>
            <a:pPr marL="250825" marR="5080" lvl="0" indent="-238759" algn="l" rtl="0">
              <a:lnSpc>
                <a:spcPct val="116111"/>
              </a:lnSpc>
              <a:spcBef>
                <a:spcPts val="0"/>
              </a:spcBef>
              <a:spcAft>
                <a:spcPts val="0"/>
              </a:spcAft>
              <a:buNone/>
            </a:pPr>
            <a:r>
              <a:rPr lang="en-US" sz="1800">
                <a:solidFill>
                  <a:srgbClr val="001F5F"/>
                </a:solidFill>
                <a:latin typeface="Arial"/>
                <a:ea typeface="Arial"/>
                <a:cs typeface="Arial"/>
                <a:sym typeface="Arial"/>
              </a:rPr>
              <a:t>Quadractic kernel</a:t>
            </a:r>
            <a:endParaRPr sz="1800">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Shape 1476"/>
        <p:cNvGrpSpPr/>
        <p:nvPr/>
      </p:nvGrpSpPr>
      <p:grpSpPr>
        <a:xfrm>
          <a:off x="0" y="0"/>
          <a:ext cx="0" cy="0"/>
          <a:chOff x="0" y="0"/>
          <a:chExt cx="0" cy="0"/>
        </a:xfrm>
      </p:grpSpPr>
      <p:sp>
        <p:nvSpPr>
          <p:cNvPr id="1477" name="Google Shape;1477;p72" descr="$PPTXTitle"/>
          <p:cNvSpPr txBox="1">
            <a:spLocks noGrp="1"/>
          </p:cNvSpPr>
          <p:nvPr>
            <p:ph type="title"/>
          </p:nvPr>
        </p:nvSpPr>
        <p:spPr>
          <a:xfrm>
            <a:off x="707542" y="494791"/>
            <a:ext cx="11589715" cy="742248"/>
          </a:xfrm>
          <a:prstGeom prst="rect">
            <a:avLst/>
          </a:prstGeom>
          <a:noFill/>
          <a:ln>
            <a:noFill/>
          </a:ln>
        </p:spPr>
        <p:txBody>
          <a:bodyPr spcFirstLastPara="1" wrap="square" lIns="0" tIns="232150" rIns="0" bIns="0" anchor="t" anchorCtr="0">
            <a:spAutoFit/>
          </a:bodyPr>
          <a:lstStyle/>
          <a:p>
            <a:pPr marL="12700" lvl="0" indent="0" algn="l" rtl="0">
              <a:lnSpc>
                <a:spcPct val="100000"/>
              </a:lnSpc>
              <a:spcBef>
                <a:spcPts val="0"/>
              </a:spcBef>
              <a:spcAft>
                <a:spcPts val="0"/>
              </a:spcAft>
              <a:buNone/>
            </a:pPr>
            <a:r>
              <a:rPr lang="en-US" sz="3300" b="1" dirty="0">
                <a:solidFill>
                  <a:schemeClr val="accent1"/>
                </a:solidFill>
              </a:rPr>
              <a:t>Decision Surface of SVMs</a:t>
            </a:r>
            <a:endParaRPr sz="3300" b="1" dirty="0">
              <a:solidFill>
                <a:schemeClr val="accent1"/>
              </a:solidFill>
            </a:endParaRPr>
          </a:p>
        </p:txBody>
      </p:sp>
      <p:sp>
        <p:nvSpPr>
          <p:cNvPr id="1478" name="Google Shape;1478;p72"/>
          <p:cNvSpPr txBox="1"/>
          <p:nvPr/>
        </p:nvSpPr>
        <p:spPr>
          <a:xfrm>
            <a:off x="706906" y="1805431"/>
            <a:ext cx="5500370" cy="345440"/>
          </a:xfrm>
          <a:prstGeom prst="rect">
            <a:avLst/>
          </a:prstGeom>
          <a:noFill/>
          <a:ln>
            <a:noFill/>
          </a:ln>
        </p:spPr>
        <p:txBody>
          <a:bodyPr spcFirstLastPara="1" wrap="square" lIns="0" tIns="12700" rIns="0" bIns="0" anchor="t" anchorCtr="0">
            <a:spAutoFit/>
          </a:bodyPr>
          <a:lstStyle/>
          <a:p>
            <a:pPr marL="185420" lvl="0" indent="-172720" algn="l" rtl="0">
              <a:lnSpc>
                <a:spcPct val="100000"/>
              </a:lnSpc>
              <a:spcBef>
                <a:spcPts val="0"/>
              </a:spcBef>
              <a:spcAft>
                <a:spcPts val="0"/>
              </a:spcAft>
              <a:buClr>
                <a:srgbClr val="001F5F"/>
              </a:buClr>
              <a:buSzPts val="2100"/>
              <a:buFont typeface="Arial"/>
              <a:buChar char="•"/>
            </a:pPr>
            <a:r>
              <a:rPr lang="en-US" sz="2100">
                <a:solidFill>
                  <a:srgbClr val="001F5F"/>
                </a:solidFill>
                <a:latin typeface="Arial"/>
                <a:ea typeface="Arial"/>
                <a:cs typeface="Arial"/>
                <a:sym typeface="Arial"/>
              </a:rPr>
              <a:t>Shape of decision surface depends on kernel</a:t>
            </a:r>
            <a:endParaRPr sz="2100">
              <a:latin typeface="Arial"/>
              <a:ea typeface="Arial"/>
              <a:cs typeface="Arial"/>
              <a:sym typeface="Arial"/>
            </a:endParaRPr>
          </a:p>
        </p:txBody>
      </p:sp>
      <p:grpSp>
        <p:nvGrpSpPr>
          <p:cNvPr id="1479" name="Google Shape;1479;p72"/>
          <p:cNvGrpSpPr/>
          <p:nvPr/>
        </p:nvGrpSpPr>
        <p:grpSpPr>
          <a:xfrm>
            <a:off x="3198876" y="2705098"/>
            <a:ext cx="2847340" cy="2034539"/>
            <a:chOff x="3198876" y="2705098"/>
            <a:chExt cx="2847340" cy="2034539"/>
          </a:xfrm>
        </p:grpSpPr>
        <p:pic>
          <p:nvPicPr>
            <p:cNvPr id="1480" name="Google Shape;1480;p72"/>
            <p:cNvPicPr preferRelativeResize="0"/>
            <p:nvPr/>
          </p:nvPicPr>
          <p:blipFill rotWithShape="1">
            <a:blip r:embed="rId3">
              <a:alphaModFix/>
            </a:blip>
            <a:srcRect/>
            <a:stretch/>
          </p:blipFill>
          <p:spPr>
            <a:xfrm>
              <a:off x="3203448" y="2709670"/>
              <a:ext cx="2829827" cy="2025394"/>
            </a:xfrm>
            <a:prstGeom prst="rect">
              <a:avLst/>
            </a:prstGeom>
            <a:noFill/>
            <a:ln>
              <a:noFill/>
            </a:ln>
          </p:spPr>
        </p:pic>
        <p:sp>
          <p:nvSpPr>
            <p:cNvPr id="1481" name="Google Shape;1481;p72"/>
            <p:cNvSpPr/>
            <p:nvPr/>
          </p:nvSpPr>
          <p:spPr>
            <a:xfrm>
              <a:off x="3198876" y="2705098"/>
              <a:ext cx="2847340" cy="2034539"/>
            </a:xfrm>
            <a:custGeom>
              <a:avLst/>
              <a:gdLst/>
              <a:ahLst/>
              <a:cxnLst/>
              <a:rect l="l" t="t" r="r" b="b"/>
              <a:pathLst>
                <a:path w="2847340" h="2034539" extrusionOk="0">
                  <a:moveTo>
                    <a:pt x="0" y="0"/>
                  </a:moveTo>
                  <a:lnTo>
                    <a:pt x="2846831" y="0"/>
                  </a:lnTo>
                  <a:lnTo>
                    <a:pt x="2846831" y="2034539"/>
                  </a:lnTo>
                  <a:lnTo>
                    <a:pt x="0" y="2034539"/>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1482" name="Google Shape;1482;p72"/>
          <p:cNvGrpSpPr/>
          <p:nvPr/>
        </p:nvGrpSpPr>
        <p:grpSpPr>
          <a:xfrm>
            <a:off x="242314" y="2705098"/>
            <a:ext cx="2847340" cy="2034539"/>
            <a:chOff x="242314" y="2705098"/>
            <a:chExt cx="2847340" cy="2034539"/>
          </a:xfrm>
        </p:grpSpPr>
        <p:pic>
          <p:nvPicPr>
            <p:cNvPr id="1483" name="Google Shape;1483;p72"/>
            <p:cNvPicPr preferRelativeResize="0"/>
            <p:nvPr/>
          </p:nvPicPr>
          <p:blipFill rotWithShape="1">
            <a:blip r:embed="rId4">
              <a:alphaModFix/>
            </a:blip>
            <a:srcRect/>
            <a:stretch/>
          </p:blipFill>
          <p:spPr>
            <a:xfrm>
              <a:off x="246886" y="2709670"/>
              <a:ext cx="2837687" cy="2009693"/>
            </a:xfrm>
            <a:prstGeom prst="rect">
              <a:avLst/>
            </a:prstGeom>
            <a:noFill/>
            <a:ln>
              <a:noFill/>
            </a:ln>
          </p:spPr>
        </p:pic>
        <p:sp>
          <p:nvSpPr>
            <p:cNvPr id="1484" name="Google Shape;1484;p72"/>
            <p:cNvSpPr/>
            <p:nvPr/>
          </p:nvSpPr>
          <p:spPr>
            <a:xfrm>
              <a:off x="242314" y="2705098"/>
              <a:ext cx="2847340" cy="2034539"/>
            </a:xfrm>
            <a:custGeom>
              <a:avLst/>
              <a:gdLst/>
              <a:ahLst/>
              <a:cxnLst/>
              <a:rect l="l" t="t" r="r" b="b"/>
              <a:pathLst>
                <a:path w="2847340" h="2034539" extrusionOk="0">
                  <a:moveTo>
                    <a:pt x="0" y="0"/>
                  </a:moveTo>
                  <a:lnTo>
                    <a:pt x="2846832" y="0"/>
                  </a:lnTo>
                  <a:lnTo>
                    <a:pt x="2846832" y="2034539"/>
                  </a:lnTo>
                  <a:lnTo>
                    <a:pt x="0" y="2034539"/>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1485" name="Google Shape;1485;p72"/>
          <p:cNvGrpSpPr/>
          <p:nvPr/>
        </p:nvGrpSpPr>
        <p:grpSpPr>
          <a:xfrm>
            <a:off x="6161530" y="2705098"/>
            <a:ext cx="2847340" cy="2034539"/>
            <a:chOff x="6161530" y="2705098"/>
            <a:chExt cx="2847340" cy="2034539"/>
          </a:xfrm>
        </p:grpSpPr>
        <p:pic>
          <p:nvPicPr>
            <p:cNvPr id="1486" name="Google Shape;1486;p72"/>
            <p:cNvPicPr preferRelativeResize="0"/>
            <p:nvPr/>
          </p:nvPicPr>
          <p:blipFill rotWithShape="1">
            <a:blip r:embed="rId5">
              <a:alphaModFix/>
            </a:blip>
            <a:srcRect/>
            <a:stretch/>
          </p:blipFill>
          <p:spPr>
            <a:xfrm>
              <a:off x="6166102" y="2709670"/>
              <a:ext cx="2829827" cy="2009693"/>
            </a:xfrm>
            <a:prstGeom prst="rect">
              <a:avLst/>
            </a:prstGeom>
            <a:noFill/>
            <a:ln>
              <a:noFill/>
            </a:ln>
          </p:spPr>
        </p:pic>
        <p:sp>
          <p:nvSpPr>
            <p:cNvPr id="1487" name="Google Shape;1487;p72"/>
            <p:cNvSpPr/>
            <p:nvPr/>
          </p:nvSpPr>
          <p:spPr>
            <a:xfrm>
              <a:off x="6161530" y="2705098"/>
              <a:ext cx="2847340" cy="2034539"/>
            </a:xfrm>
            <a:custGeom>
              <a:avLst/>
              <a:gdLst/>
              <a:ahLst/>
              <a:cxnLst/>
              <a:rect l="l" t="t" r="r" b="b"/>
              <a:pathLst>
                <a:path w="2847340" h="2034539" extrusionOk="0">
                  <a:moveTo>
                    <a:pt x="0" y="0"/>
                  </a:moveTo>
                  <a:lnTo>
                    <a:pt x="2846832" y="0"/>
                  </a:lnTo>
                  <a:lnTo>
                    <a:pt x="2846832" y="2034539"/>
                  </a:lnTo>
                  <a:lnTo>
                    <a:pt x="0" y="2034539"/>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Shape 1634"/>
        <p:cNvGrpSpPr/>
        <p:nvPr/>
      </p:nvGrpSpPr>
      <p:grpSpPr>
        <a:xfrm>
          <a:off x="0" y="0"/>
          <a:ext cx="0" cy="0"/>
          <a:chOff x="0" y="0"/>
          <a:chExt cx="0" cy="0"/>
        </a:xfrm>
      </p:grpSpPr>
      <p:sp>
        <p:nvSpPr>
          <p:cNvPr id="1635" name="Google Shape;1635;p77" descr="$PPTXTitle"/>
          <p:cNvSpPr txBox="1">
            <a:spLocks noGrp="1"/>
          </p:cNvSpPr>
          <p:nvPr>
            <p:ph type="title"/>
          </p:nvPr>
        </p:nvSpPr>
        <p:spPr>
          <a:xfrm>
            <a:off x="707542" y="494791"/>
            <a:ext cx="11589715" cy="985519"/>
          </a:xfrm>
          <a:prstGeom prst="rect">
            <a:avLst/>
          </a:prstGeom>
          <a:noFill/>
          <a:ln>
            <a:noFill/>
          </a:ln>
        </p:spPr>
        <p:txBody>
          <a:bodyPr spcFirstLastPara="1" wrap="square" lIns="0" tIns="232150" rIns="0" bIns="0" anchor="t" anchorCtr="0">
            <a:spAutoFit/>
          </a:bodyPr>
          <a:lstStyle/>
          <a:p>
            <a:pPr marL="12700" lvl="0" indent="0" algn="l" rtl="0">
              <a:lnSpc>
                <a:spcPct val="100000"/>
              </a:lnSpc>
              <a:spcBef>
                <a:spcPts val="0"/>
              </a:spcBef>
              <a:spcAft>
                <a:spcPts val="0"/>
              </a:spcAft>
              <a:buNone/>
            </a:pPr>
            <a:r>
              <a:rPr lang="en-US" sz="3300">
                <a:solidFill>
                  <a:srgbClr val="0096CE"/>
                </a:solidFill>
              </a:rPr>
              <a:t>General Approach</a:t>
            </a:r>
            <a:endParaRPr sz="3300"/>
          </a:p>
        </p:txBody>
      </p:sp>
      <p:sp>
        <p:nvSpPr>
          <p:cNvPr id="1636" name="Google Shape;1636;p77"/>
          <p:cNvSpPr txBox="1"/>
          <p:nvPr/>
        </p:nvSpPr>
        <p:spPr>
          <a:xfrm>
            <a:off x="706906" y="1805431"/>
            <a:ext cx="6104890" cy="345440"/>
          </a:xfrm>
          <a:prstGeom prst="rect">
            <a:avLst/>
          </a:prstGeom>
          <a:noFill/>
          <a:ln>
            <a:noFill/>
          </a:ln>
        </p:spPr>
        <p:txBody>
          <a:bodyPr spcFirstLastPara="1" wrap="square" lIns="0" tIns="12700" rIns="0" bIns="0" anchor="t" anchorCtr="0">
            <a:spAutoFit/>
          </a:bodyPr>
          <a:lstStyle/>
          <a:p>
            <a:pPr marL="185420" lvl="0" indent="-172720" algn="l" rtl="0">
              <a:lnSpc>
                <a:spcPct val="100000"/>
              </a:lnSpc>
              <a:spcBef>
                <a:spcPts val="0"/>
              </a:spcBef>
              <a:spcAft>
                <a:spcPts val="0"/>
              </a:spcAft>
              <a:buClr>
                <a:srgbClr val="001F5F"/>
              </a:buClr>
              <a:buSzPts val="2100"/>
              <a:buFont typeface="Arial"/>
              <a:buChar char="•"/>
            </a:pPr>
            <a:r>
              <a:rPr lang="en-US" sz="2100">
                <a:solidFill>
                  <a:srgbClr val="001F5F"/>
                </a:solidFill>
                <a:latin typeface="Arial"/>
                <a:ea typeface="Arial"/>
                <a:cs typeface="Arial"/>
                <a:sym typeface="Arial"/>
              </a:rPr>
              <a:t>Different approaches behind all covered classifiers</a:t>
            </a:r>
            <a:endParaRPr sz="2100">
              <a:latin typeface="Arial"/>
              <a:ea typeface="Arial"/>
              <a:cs typeface="Arial"/>
              <a:sym typeface="Arial"/>
            </a:endParaRPr>
          </a:p>
        </p:txBody>
      </p:sp>
      <p:graphicFrame>
        <p:nvGraphicFramePr>
          <p:cNvPr id="1637" name="Google Shape;1637;p77"/>
          <p:cNvGraphicFramePr/>
          <p:nvPr/>
        </p:nvGraphicFramePr>
        <p:xfrm>
          <a:off x="1031391" y="2562561"/>
          <a:ext cx="7079600" cy="2131960"/>
        </p:xfrm>
        <a:graphic>
          <a:graphicData uri="http://schemas.openxmlformats.org/drawingml/2006/table">
            <a:tbl>
              <a:tblPr firstRow="1" bandRow="1">
                <a:noFill/>
                <a:tableStyleId>{1D887611-A821-4409-BF31-FEF9CEBD26EA}</a:tableStyleId>
              </a:tblPr>
              <a:tblGrid>
                <a:gridCol w="2936875">
                  <a:extLst>
                    <a:ext uri="{9D8B030D-6E8A-4147-A177-3AD203B41FA5}">
                      <a16:colId xmlns:a16="http://schemas.microsoft.com/office/drawing/2014/main" val="20000"/>
                    </a:ext>
                  </a:extLst>
                </a:gridCol>
                <a:gridCol w="645150">
                  <a:extLst>
                    <a:ext uri="{9D8B030D-6E8A-4147-A177-3AD203B41FA5}">
                      <a16:colId xmlns:a16="http://schemas.microsoft.com/office/drawing/2014/main" val="20001"/>
                    </a:ext>
                  </a:extLst>
                </a:gridCol>
                <a:gridCol w="3497575">
                  <a:extLst>
                    <a:ext uri="{9D8B030D-6E8A-4147-A177-3AD203B41FA5}">
                      <a16:colId xmlns:a16="http://schemas.microsoft.com/office/drawing/2014/main" val="20002"/>
                    </a:ext>
                  </a:extLst>
                </a:gridCol>
              </a:tblGrid>
              <a:tr h="294650">
                <a:tc>
                  <a:txBody>
                    <a:bodyPr/>
                    <a:lstStyle/>
                    <a:p>
                      <a:pPr marL="202565" marR="0" lvl="0" indent="-172085" algn="l" rtl="0">
                        <a:lnSpc>
                          <a:spcPct val="115000"/>
                        </a:lnSpc>
                        <a:spcBef>
                          <a:spcPts val="0"/>
                        </a:spcBef>
                        <a:spcAft>
                          <a:spcPts val="0"/>
                        </a:spcAft>
                        <a:buClr>
                          <a:srgbClr val="001F5F"/>
                        </a:buClr>
                        <a:buSzPts val="1800"/>
                        <a:buFont typeface="Arial"/>
                        <a:buChar char="•"/>
                      </a:pPr>
                      <a:r>
                        <a:rPr lang="en-US" sz="1800" u="none" strike="noStrike" cap="none">
                          <a:solidFill>
                            <a:srgbClr val="001F5F"/>
                          </a:solidFill>
                          <a:latin typeface="Arial"/>
                          <a:ea typeface="Arial"/>
                          <a:cs typeface="Arial"/>
                          <a:sym typeface="Arial"/>
                        </a:rPr>
                        <a:t>𝑘-nearest Neighbor</a:t>
                      </a:r>
                      <a:endParaRPr sz="1800" u="none" strike="noStrike" cap="none">
                        <a:latin typeface="Arial"/>
                        <a:ea typeface="Arial"/>
                        <a:cs typeface="Arial"/>
                        <a:sym typeface="Arial"/>
                      </a:endParaRPr>
                    </a:p>
                  </a:txBody>
                  <a:tcPr marL="0" marR="0" marT="0" marB="0">
                    <a:solidFill>
                      <a:srgbClr val="FFF8EE"/>
                    </a:solidFill>
                  </a:tcPr>
                </a:tc>
                <a:tc>
                  <a:txBody>
                    <a:bodyPr/>
                    <a:lstStyle/>
                    <a:p>
                      <a:pPr marL="0" marR="32384" lvl="0" indent="0" algn="ctr" rtl="0">
                        <a:lnSpc>
                          <a:spcPct val="100000"/>
                        </a:lnSpc>
                        <a:spcBef>
                          <a:spcPts val="0"/>
                        </a:spcBef>
                        <a:spcAft>
                          <a:spcPts val="0"/>
                        </a:spcAft>
                        <a:buNone/>
                      </a:pPr>
                      <a:r>
                        <a:rPr lang="en-US" sz="1800" u="none" strike="noStrike" cap="none">
                          <a:solidFill>
                            <a:srgbClr val="001F5F"/>
                          </a:solidFill>
                          <a:latin typeface="Noto Sans Symbols"/>
                          <a:ea typeface="Noto Sans Symbols"/>
                          <a:cs typeface="Noto Sans Symbols"/>
                          <a:sym typeface="Noto Sans Symbols"/>
                        </a:rPr>
                        <a:t>🡺</a:t>
                      </a:r>
                      <a:endParaRPr sz="1800" u="none" strike="noStrike" cap="none">
                        <a:latin typeface="Noto Sans Symbols"/>
                        <a:ea typeface="Noto Sans Symbols"/>
                        <a:cs typeface="Noto Sans Symbols"/>
                        <a:sym typeface="Noto Sans Symbols"/>
                      </a:endParaRPr>
                    </a:p>
                  </a:txBody>
                  <a:tcPr marL="0" marR="0" marT="625" marB="0">
                    <a:solidFill>
                      <a:srgbClr val="FFF8EE"/>
                    </a:solidFill>
                  </a:tcPr>
                </a:tc>
                <a:tc>
                  <a:txBody>
                    <a:bodyPr/>
                    <a:lstStyle/>
                    <a:p>
                      <a:pPr marL="220345" marR="0" lvl="0" indent="0" algn="l" rtl="0">
                        <a:lnSpc>
                          <a:spcPct val="100000"/>
                        </a:lnSpc>
                        <a:spcBef>
                          <a:spcPts val="0"/>
                        </a:spcBef>
                        <a:spcAft>
                          <a:spcPts val="0"/>
                        </a:spcAft>
                        <a:buNone/>
                      </a:pPr>
                      <a:r>
                        <a:rPr lang="en-US" sz="1800" u="none" strike="noStrike" cap="none">
                          <a:solidFill>
                            <a:srgbClr val="001F5F"/>
                          </a:solidFill>
                          <a:latin typeface="Arial"/>
                          <a:ea typeface="Arial"/>
                          <a:cs typeface="Arial"/>
                          <a:sym typeface="Arial"/>
                        </a:rPr>
                        <a:t>Instance based</a:t>
                      </a:r>
                      <a:endParaRPr sz="1800" u="none" strike="noStrike" cap="none">
                        <a:latin typeface="Arial"/>
                        <a:ea typeface="Arial"/>
                        <a:cs typeface="Arial"/>
                        <a:sym typeface="Arial"/>
                      </a:endParaRPr>
                    </a:p>
                  </a:txBody>
                  <a:tcPr marL="0" marR="0" marT="625" marB="0">
                    <a:solidFill>
                      <a:srgbClr val="FFF8EE"/>
                    </a:solidFill>
                  </a:tcPr>
                </a:tc>
                <a:extLst>
                  <a:ext uri="{0D108BD9-81ED-4DB2-BD59-A6C34878D82A}">
                    <a16:rowId xmlns:a16="http://schemas.microsoft.com/office/drawing/2014/main" val="10000"/>
                  </a:ext>
                </a:extLst>
              </a:tr>
              <a:tr h="292100">
                <a:tc>
                  <a:txBody>
                    <a:bodyPr/>
                    <a:lstStyle/>
                    <a:p>
                      <a:pPr marL="202565" marR="0" lvl="0" indent="-172085" algn="l" rtl="0">
                        <a:lnSpc>
                          <a:spcPct val="118055"/>
                        </a:lnSpc>
                        <a:spcBef>
                          <a:spcPts val="0"/>
                        </a:spcBef>
                        <a:spcAft>
                          <a:spcPts val="0"/>
                        </a:spcAft>
                        <a:buClr>
                          <a:srgbClr val="001F5F"/>
                        </a:buClr>
                        <a:buSzPts val="1800"/>
                        <a:buFont typeface="Arial"/>
                        <a:buChar char="•"/>
                      </a:pPr>
                      <a:r>
                        <a:rPr lang="en-US" sz="1800" u="none" strike="noStrike" cap="none">
                          <a:solidFill>
                            <a:srgbClr val="001F5F"/>
                          </a:solidFill>
                          <a:latin typeface="Arial"/>
                          <a:ea typeface="Arial"/>
                          <a:cs typeface="Arial"/>
                          <a:sym typeface="Arial"/>
                        </a:rPr>
                        <a:t>Decision Trees</a:t>
                      </a:r>
                      <a:endParaRPr sz="1800" u="none" strike="noStrike" cap="none">
                        <a:latin typeface="Arial"/>
                        <a:ea typeface="Arial"/>
                        <a:cs typeface="Arial"/>
                        <a:sym typeface="Arial"/>
                      </a:endParaRPr>
                    </a:p>
                  </a:txBody>
                  <a:tcPr marL="0" marR="0" marT="0" marB="0">
                    <a:solidFill>
                      <a:srgbClr val="FFF8EE"/>
                    </a:solidFill>
                  </a:tcPr>
                </a:tc>
                <a:tc>
                  <a:txBody>
                    <a:bodyPr/>
                    <a:lstStyle/>
                    <a:p>
                      <a:pPr marL="0" marR="32384" lvl="0" indent="0" algn="ctr" rtl="0">
                        <a:lnSpc>
                          <a:spcPct val="118055"/>
                        </a:lnSpc>
                        <a:spcBef>
                          <a:spcPts val="0"/>
                        </a:spcBef>
                        <a:spcAft>
                          <a:spcPts val="0"/>
                        </a:spcAft>
                        <a:buNone/>
                      </a:pPr>
                      <a:r>
                        <a:rPr lang="en-US" sz="1800" u="none" strike="noStrike" cap="none">
                          <a:solidFill>
                            <a:srgbClr val="001F5F"/>
                          </a:solidFill>
                          <a:latin typeface="Noto Sans Symbols"/>
                          <a:ea typeface="Noto Sans Symbols"/>
                          <a:cs typeface="Noto Sans Symbols"/>
                          <a:sym typeface="Noto Sans Symbols"/>
                        </a:rPr>
                        <a:t>🡺</a:t>
                      </a:r>
                      <a:endParaRPr sz="1800" u="none" strike="noStrike" cap="none">
                        <a:latin typeface="Noto Sans Symbols"/>
                        <a:ea typeface="Noto Sans Symbols"/>
                        <a:cs typeface="Noto Sans Symbols"/>
                        <a:sym typeface="Noto Sans Symbols"/>
                      </a:endParaRPr>
                    </a:p>
                  </a:txBody>
                  <a:tcPr marL="0" marR="0" marT="0" marB="0">
                    <a:solidFill>
                      <a:srgbClr val="FFF8EE"/>
                    </a:solidFill>
                  </a:tcPr>
                </a:tc>
                <a:tc>
                  <a:txBody>
                    <a:bodyPr/>
                    <a:lstStyle/>
                    <a:p>
                      <a:pPr marL="220345" marR="0" lvl="0" indent="0" algn="l" rtl="0">
                        <a:lnSpc>
                          <a:spcPct val="118055"/>
                        </a:lnSpc>
                        <a:spcBef>
                          <a:spcPts val="0"/>
                        </a:spcBef>
                        <a:spcAft>
                          <a:spcPts val="0"/>
                        </a:spcAft>
                        <a:buNone/>
                      </a:pPr>
                      <a:r>
                        <a:rPr lang="en-US" sz="1800" u="none" strike="noStrike" cap="none">
                          <a:solidFill>
                            <a:srgbClr val="001F5F"/>
                          </a:solidFill>
                          <a:latin typeface="Arial"/>
                          <a:ea typeface="Arial"/>
                          <a:cs typeface="Arial"/>
                          <a:sym typeface="Arial"/>
                        </a:rPr>
                        <a:t>Rule based + information theory</a:t>
                      </a:r>
                      <a:endParaRPr sz="1800" u="none" strike="noStrike" cap="none">
                        <a:latin typeface="Arial"/>
                        <a:ea typeface="Arial"/>
                        <a:cs typeface="Arial"/>
                        <a:sym typeface="Arial"/>
                      </a:endParaRPr>
                    </a:p>
                  </a:txBody>
                  <a:tcPr marL="0" marR="0" marT="0" marB="0">
                    <a:solidFill>
                      <a:srgbClr val="FFF8EE"/>
                    </a:solidFill>
                  </a:tcPr>
                </a:tc>
                <a:extLst>
                  <a:ext uri="{0D108BD9-81ED-4DB2-BD59-A6C34878D82A}">
                    <a16:rowId xmlns:a16="http://schemas.microsoft.com/office/drawing/2014/main" val="10001"/>
                  </a:ext>
                </a:extLst>
              </a:tr>
              <a:tr h="297825">
                <a:tc>
                  <a:txBody>
                    <a:bodyPr/>
                    <a:lstStyle/>
                    <a:p>
                      <a:pPr marL="202565" marR="0" lvl="0" indent="-172085" algn="l" rtl="0">
                        <a:lnSpc>
                          <a:spcPct val="119444"/>
                        </a:lnSpc>
                        <a:spcBef>
                          <a:spcPts val="0"/>
                        </a:spcBef>
                        <a:spcAft>
                          <a:spcPts val="0"/>
                        </a:spcAft>
                        <a:buClr>
                          <a:srgbClr val="001F5F"/>
                        </a:buClr>
                        <a:buSzPts val="1800"/>
                        <a:buFont typeface="Arial"/>
                        <a:buChar char="•"/>
                      </a:pPr>
                      <a:r>
                        <a:rPr lang="en-US" sz="1800" u="none" strike="noStrike" cap="none">
                          <a:solidFill>
                            <a:srgbClr val="001F5F"/>
                          </a:solidFill>
                          <a:latin typeface="Arial"/>
                          <a:ea typeface="Arial"/>
                          <a:cs typeface="Arial"/>
                          <a:sym typeface="Arial"/>
                        </a:rPr>
                        <a:t>Random Forests</a:t>
                      </a:r>
                      <a:endParaRPr sz="1800" u="none" strike="noStrike" cap="none">
                        <a:latin typeface="Arial"/>
                        <a:ea typeface="Arial"/>
                        <a:cs typeface="Arial"/>
                        <a:sym typeface="Arial"/>
                      </a:endParaRPr>
                    </a:p>
                  </a:txBody>
                  <a:tcPr marL="0" marR="0" marT="0" marB="0">
                    <a:solidFill>
                      <a:srgbClr val="FFF8EE"/>
                    </a:solidFill>
                  </a:tcPr>
                </a:tc>
                <a:tc>
                  <a:txBody>
                    <a:bodyPr/>
                    <a:lstStyle/>
                    <a:p>
                      <a:pPr marL="0" marR="32384" lvl="0" indent="0" algn="ctr" rtl="0">
                        <a:lnSpc>
                          <a:spcPct val="119444"/>
                        </a:lnSpc>
                        <a:spcBef>
                          <a:spcPts val="0"/>
                        </a:spcBef>
                        <a:spcAft>
                          <a:spcPts val="0"/>
                        </a:spcAft>
                        <a:buNone/>
                      </a:pPr>
                      <a:r>
                        <a:rPr lang="en-US" sz="1800" u="none" strike="noStrike" cap="none">
                          <a:solidFill>
                            <a:srgbClr val="001F5F"/>
                          </a:solidFill>
                          <a:latin typeface="Noto Sans Symbols"/>
                          <a:ea typeface="Noto Sans Symbols"/>
                          <a:cs typeface="Noto Sans Symbols"/>
                          <a:sym typeface="Noto Sans Symbols"/>
                        </a:rPr>
                        <a:t>🡺</a:t>
                      </a:r>
                      <a:endParaRPr sz="1800" u="none" strike="noStrike" cap="none">
                        <a:latin typeface="Noto Sans Symbols"/>
                        <a:ea typeface="Noto Sans Symbols"/>
                        <a:cs typeface="Noto Sans Symbols"/>
                        <a:sym typeface="Noto Sans Symbols"/>
                      </a:endParaRPr>
                    </a:p>
                  </a:txBody>
                  <a:tcPr marL="0" marR="0" marT="0" marB="0">
                    <a:solidFill>
                      <a:srgbClr val="FFF8EE"/>
                    </a:solidFill>
                  </a:tcPr>
                </a:tc>
                <a:tc>
                  <a:txBody>
                    <a:bodyPr/>
                    <a:lstStyle/>
                    <a:p>
                      <a:pPr marL="220345" marR="0" lvl="0" indent="0" algn="l" rtl="0">
                        <a:lnSpc>
                          <a:spcPct val="119444"/>
                        </a:lnSpc>
                        <a:spcBef>
                          <a:spcPts val="0"/>
                        </a:spcBef>
                        <a:spcAft>
                          <a:spcPts val="0"/>
                        </a:spcAft>
                        <a:buNone/>
                      </a:pPr>
                      <a:r>
                        <a:rPr lang="en-US" sz="1800" u="none" strike="noStrike" cap="none">
                          <a:solidFill>
                            <a:srgbClr val="001F5F"/>
                          </a:solidFill>
                          <a:latin typeface="Arial"/>
                          <a:ea typeface="Arial"/>
                          <a:cs typeface="Arial"/>
                          <a:sym typeface="Arial"/>
                        </a:rPr>
                        <a:t>Randomized ensemble</a:t>
                      </a:r>
                      <a:endParaRPr sz="1800" u="none" strike="noStrike" cap="none">
                        <a:latin typeface="Arial"/>
                        <a:ea typeface="Arial"/>
                        <a:cs typeface="Arial"/>
                        <a:sym typeface="Arial"/>
                      </a:endParaRPr>
                    </a:p>
                  </a:txBody>
                  <a:tcPr marL="0" marR="0" marT="0" marB="0">
                    <a:solidFill>
                      <a:srgbClr val="FFF8EE"/>
                    </a:solidFill>
                  </a:tcPr>
                </a:tc>
                <a:extLst>
                  <a:ext uri="{0D108BD9-81ED-4DB2-BD59-A6C34878D82A}">
                    <a16:rowId xmlns:a16="http://schemas.microsoft.com/office/drawing/2014/main" val="10002"/>
                  </a:ext>
                </a:extLst>
              </a:tr>
              <a:tr h="302250">
                <a:tc>
                  <a:txBody>
                    <a:bodyPr/>
                    <a:lstStyle/>
                    <a:p>
                      <a:pPr marL="202565" marR="0" lvl="0" indent="-172085" algn="l" rtl="0">
                        <a:lnSpc>
                          <a:spcPct val="100000"/>
                        </a:lnSpc>
                        <a:spcBef>
                          <a:spcPts val="0"/>
                        </a:spcBef>
                        <a:spcAft>
                          <a:spcPts val="0"/>
                        </a:spcAft>
                        <a:buClr>
                          <a:srgbClr val="001F5F"/>
                        </a:buClr>
                        <a:buSzPts val="1800"/>
                        <a:buFont typeface="Arial"/>
                        <a:buChar char="•"/>
                      </a:pPr>
                      <a:r>
                        <a:rPr lang="en-US" sz="1800" u="none" strike="noStrike" cap="none">
                          <a:solidFill>
                            <a:srgbClr val="001F5F"/>
                          </a:solidFill>
                          <a:latin typeface="Arial"/>
                          <a:ea typeface="Arial"/>
                          <a:cs typeface="Arial"/>
                          <a:sym typeface="Arial"/>
                        </a:rPr>
                        <a:t>Logistic Regression</a:t>
                      </a:r>
                      <a:endParaRPr sz="1800" u="none" strike="noStrike" cap="none">
                        <a:latin typeface="Arial"/>
                        <a:ea typeface="Arial"/>
                        <a:cs typeface="Arial"/>
                        <a:sym typeface="Arial"/>
                      </a:endParaRPr>
                    </a:p>
                  </a:txBody>
                  <a:tcPr marL="0" marR="0" marT="11425" marB="0">
                    <a:solidFill>
                      <a:srgbClr val="FFF8EE"/>
                    </a:solidFill>
                  </a:tcPr>
                </a:tc>
                <a:tc>
                  <a:txBody>
                    <a:bodyPr/>
                    <a:lstStyle/>
                    <a:p>
                      <a:pPr marL="0" marR="32384" lvl="0" indent="0" algn="ctr" rtl="0">
                        <a:lnSpc>
                          <a:spcPct val="119722"/>
                        </a:lnSpc>
                        <a:spcBef>
                          <a:spcPts val="0"/>
                        </a:spcBef>
                        <a:spcAft>
                          <a:spcPts val="0"/>
                        </a:spcAft>
                        <a:buNone/>
                      </a:pPr>
                      <a:r>
                        <a:rPr lang="en-US" sz="1800" u="none" strike="noStrike" cap="none">
                          <a:solidFill>
                            <a:srgbClr val="001F5F"/>
                          </a:solidFill>
                          <a:latin typeface="Noto Sans Symbols"/>
                          <a:ea typeface="Noto Sans Symbols"/>
                          <a:cs typeface="Noto Sans Symbols"/>
                          <a:sym typeface="Noto Sans Symbols"/>
                        </a:rPr>
                        <a:t>🡺</a:t>
                      </a:r>
                      <a:endParaRPr sz="1800" u="none" strike="noStrike" cap="none">
                        <a:latin typeface="Noto Sans Symbols"/>
                        <a:ea typeface="Noto Sans Symbols"/>
                        <a:cs typeface="Noto Sans Symbols"/>
                        <a:sym typeface="Noto Sans Symbols"/>
                      </a:endParaRPr>
                    </a:p>
                  </a:txBody>
                  <a:tcPr marL="0" marR="0" marT="0" marB="0">
                    <a:solidFill>
                      <a:srgbClr val="FFF8EE"/>
                    </a:solidFill>
                  </a:tcPr>
                </a:tc>
                <a:tc>
                  <a:txBody>
                    <a:bodyPr/>
                    <a:lstStyle/>
                    <a:p>
                      <a:pPr marL="220345" marR="0" lvl="0" indent="0" algn="l" rtl="0">
                        <a:lnSpc>
                          <a:spcPct val="100000"/>
                        </a:lnSpc>
                        <a:spcBef>
                          <a:spcPts val="0"/>
                        </a:spcBef>
                        <a:spcAft>
                          <a:spcPts val="0"/>
                        </a:spcAft>
                        <a:buNone/>
                      </a:pPr>
                      <a:r>
                        <a:rPr lang="en-US" sz="1800" u="none" strike="noStrike" cap="none">
                          <a:solidFill>
                            <a:srgbClr val="001F5F"/>
                          </a:solidFill>
                          <a:latin typeface="Arial"/>
                          <a:ea typeface="Arial"/>
                          <a:cs typeface="Arial"/>
                          <a:sym typeface="Arial"/>
                        </a:rPr>
                        <a:t>Regression</a:t>
                      </a:r>
                      <a:endParaRPr sz="1800" u="none" strike="noStrike" cap="none">
                        <a:latin typeface="Arial"/>
                        <a:ea typeface="Arial"/>
                        <a:cs typeface="Arial"/>
                        <a:sym typeface="Arial"/>
                      </a:endParaRPr>
                    </a:p>
                  </a:txBody>
                  <a:tcPr marL="0" marR="0" marT="11425" marB="0">
                    <a:solidFill>
                      <a:srgbClr val="FFF8EE"/>
                    </a:solidFill>
                  </a:tcPr>
                </a:tc>
                <a:extLst>
                  <a:ext uri="{0D108BD9-81ED-4DB2-BD59-A6C34878D82A}">
                    <a16:rowId xmlns:a16="http://schemas.microsoft.com/office/drawing/2014/main" val="10003"/>
                  </a:ext>
                </a:extLst>
              </a:tr>
              <a:tr h="290825">
                <a:tc>
                  <a:txBody>
                    <a:bodyPr/>
                    <a:lstStyle/>
                    <a:p>
                      <a:pPr marL="202565" marR="0" lvl="0" indent="-172085" algn="l" rtl="0">
                        <a:lnSpc>
                          <a:spcPct val="116666"/>
                        </a:lnSpc>
                        <a:spcBef>
                          <a:spcPts val="0"/>
                        </a:spcBef>
                        <a:spcAft>
                          <a:spcPts val="0"/>
                        </a:spcAft>
                        <a:buClr>
                          <a:srgbClr val="001F5F"/>
                        </a:buClr>
                        <a:buSzPts val="1800"/>
                        <a:buFont typeface="Arial"/>
                        <a:buChar char="•"/>
                      </a:pPr>
                      <a:r>
                        <a:rPr lang="en-US" sz="1800" u="none" strike="noStrike" cap="none">
                          <a:solidFill>
                            <a:srgbClr val="001F5F"/>
                          </a:solidFill>
                          <a:latin typeface="Arial"/>
                          <a:ea typeface="Arial"/>
                          <a:cs typeface="Arial"/>
                          <a:sym typeface="Arial"/>
                        </a:rPr>
                        <a:t>Naive Bayes</a:t>
                      </a:r>
                      <a:endParaRPr sz="1800" u="none" strike="noStrike" cap="none">
                        <a:latin typeface="Arial"/>
                        <a:ea typeface="Arial"/>
                        <a:cs typeface="Arial"/>
                        <a:sym typeface="Arial"/>
                      </a:endParaRPr>
                    </a:p>
                  </a:txBody>
                  <a:tcPr marL="0" marR="0" marT="0" marB="0">
                    <a:solidFill>
                      <a:srgbClr val="FFF8EE"/>
                    </a:solidFill>
                  </a:tcPr>
                </a:tc>
                <a:tc>
                  <a:txBody>
                    <a:bodyPr/>
                    <a:lstStyle/>
                    <a:p>
                      <a:pPr marL="0" marR="32384" lvl="0" indent="0" algn="ctr" rtl="0">
                        <a:lnSpc>
                          <a:spcPct val="116666"/>
                        </a:lnSpc>
                        <a:spcBef>
                          <a:spcPts val="0"/>
                        </a:spcBef>
                        <a:spcAft>
                          <a:spcPts val="0"/>
                        </a:spcAft>
                        <a:buNone/>
                      </a:pPr>
                      <a:r>
                        <a:rPr lang="en-US" sz="1800" u="none" strike="noStrike" cap="none">
                          <a:solidFill>
                            <a:srgbClr val="001F5F"/>
                          </a:solidFill>
                          <a:latin typeface="Noto Sans Symbols"/>
                          <a:ea typeface="Noto Sans Symbols"/>
                          <a:cs typeface="Noto Sans Symbols"/>
                          <a:sym typeface="Noto Sans Symbols"/>
                        </a:rPr>
                        <a:t>🡺</a:t>
                      </a:r>
                      <a:endParaRPr sz="1800" u="none" strike="noStrike" cap="none">
                        <a:latin typeface="Noto Sans Symbols"/>
                        <a:ea typeface="Noto Sans Symbols"/>
                        <a:cs typeface="Noto Sans Symbols"/>
                        <a:sym typeface="Noto Sans Symbols"/>
                      </a:endParaRPr>
                    </a:p>
                  </a:txBody>
                  <a:tcPr marL="0" marR="0" marT="0" marB="0">
                    <a:solidFill>
                      <a:srgbClr val="FFF8EE"/>
                    </a:solidFill>
                  </a:tcPr>
                </a:tc>
                <a:tc>
                  <a:txBody>
                    <a:bodyPr/>
                    <a:lstStyle/>
                    <a:p>
                      <a:pPr marL="220345" marR="0" lvl="0" indent="0" algn="l" rtl="0">
                        <a:lnSpc>
                          <a:spcPct val="116666"/>
                        </a:lnSpc>
                        <a:spcBef>
                          <a:spcPts val="0"/>
                        </a:spcBef>
                        <a:spcAft>
                          <a:spcPts val="0"/>
                        </a:spcAft>
                        <a:buNone/>
                      </a:pPr>
                      <a:r>
                        <a:rPr lang="en-US" sz="1800" u="none" strike="noStrike" cap="none">
                          <a:solidFill>
                            <a:srgbClr val="001F5F"/>
                          </a:solidFill>
                          <a:latin typeface="Arial"/>
                          <a:ea typeface="Arial"/>
                          <a:cs typeface="Arial"/>
                          <a:sym typeface="Arial"/>
                        </a:rPr>
                        <a:t>Conditional probability</a:t>
                      </a:r>
                      <a:endParaRPr sz="1800" u="none" strike="noStrike" cap="none">
                        <a:latin typeface="Arial"/>
                        <a:ea typeface="Arial"/>
                        <a:cs typeface="Arial"/>
                        <a:sym typeface="Arial"/>
                      </a:endParaRPr>
                    </a:p>
                  </a:txBody>
                  <a:tcPr marL="0" marR="0" marT="0" marB="0">
                    <a:solidFill>
                      <a:srgbClr val="FFF8EE"/>
                    </a:solidFill>
                  </a:tcPr>
                </a:tc>
                <a:extLst>
                  <a:ext uri="{0D108BD9-81ED-4DB2-BD59-A6C34878D82A}">
                    <a16:rowId xmlns:a16="http://schemas.microsoft.com/office/drawing/2014/main" val="10004"/>
                  </a:ext>
                </a:extLst>
              </a:tr>
              <a:tr h="298450">
                <a:tc>
                  <a:txBody>
                    <a:bodyPr/>
                    <a:lstStyle/>
                    <a:p>
                      <a:pPr marL="202565" marR="0" lvl="0" indent="-172085" algn="l" rtl="0">
                        <a:lnSpc>
                          <a:spcPct val="100000"/>
                        </a:lnSpc>
                        <a:spcBef>
                          <a:spcPts val="0"/>
                        </a:spcBef>
                        <a:spcAft>
                          <a:spcPts val="0"/>
                        </a:spcAft>
                        <a:buClr>
                          <a:srgbClr val="001F5F"/>
                        </a:buClr>
                        <a:buSzPts val="1800"/>
                        <a:buFont typeface="Arial"/>
                        <a:buChar char="•"/>
                      </a:pPr>
                      <a:r>
                        <a:rPr lang="en-US" sz="1800" u="none" strike="noStrike" cap="none">
                          <a:solidFill>
                            <a:srgbClr val="001F5F"/>
                          </a:solidFill>
                          <a:latin typeface="Arial"/>
                          <a:ea typeface="Arial"/>
                          <a:cs typeface="Arial"/>
                          <a:sym typeface="Arial"/>
                        </a:rPr>
                        <a:t>Support Vector Machines</a:t>
                      </a:r>
                      <a:endParaRPr sz="1800" u="none" strike="noStrike" cap="none">
                        <a:latin typeface="Arial"/>
                        <a:ea typeface="Arial"/>
                        <a:cs typeface="Arial"/>
                        <a:sym typeface="Arial"/>
                      </a:endParaRPr>
                    </a:p>
                  </a:txBody>
                  <a:tcPr marL="0" marR="0" marT="0" marB="0">
                    <a:solidFill>
                      <a:srgbClr val="FFF8EE"/>
                    </a:solidFill>
                  </a:tcPr>
                </a:tc>
                <a:tc>
                  <a:txBody>
                    <a:bodyPr/>
                    <a:lstStyle/>
                    <a:p>
                      <a:pPr marL="0" marR="32384" lvl="0" indent="0" algn="ctr" rtl="0">
                        <a:lnSpc>
                          <a:spcPct val="100000"/>
                        </a:lnSpc>
                        <a:spcBef>
                          <a:spcPts val="0"/>
                        </a:spcBef>
                        <a:spcAft>
                          <a:spcPts val="0"/>
                        </a:spcAft>
                        <a:buNone/>
                      </a:pPr>
                      <a:r>
                        <a:rPr lang="en-US" sz="1800" u="none" strike="noStrike" cap="none">
                          <a:solidFill>
                            <a:srgbClr val="001F5F"/>
                          </a:solidFill>
                          <a:latin typeface="Noto Sans Symbols"/>
                          <a:ea typeface="Noto Sans Symbols"/>
                          <a:cs typeface="Noto Sans Symbols"/>
                          <a:sym typeface="Noto Sans Symbols"/>
                        </a:rPr>
                        <a:t>🡺</a:t>
                      </a:r>
                      <a:endParaRPr sz="1800" u="none" strike="noStrike" cap="none">
                        <a:latin typeface="Noto Sans Symbols"/>
                        <a:ea typeface="Noto Sans Symbols"/>
                        <a:cs typeface="Noto Sans Symbols"/>
                        <a:sym typeface="Noto Sans Symbols"/>
                      </a:endParaRPr>
                    </a:p>
                  </a:txBody>
                  <a:tcPr marL="0" marR="0" marT="0" marB="0">
                    <a:solidFill>
                      <a:srgbClr val="FFF8EE"/>
                    </a:solidFill>
                  </a:tcPr>
                </a:tc>
                <a:tc>
                  <a:txBody>
                    <a:bodyPr/>
                    <a:lstStyle/>
                    <a:p>
                      <a:pPr marL="220345" marR="0" lvl="0" indent="0" algn="l" rtl="0">
                        <a:lnSpc>
                          <a:spcPct val="100000"/>
                        </a:lnSpc>
                        <a:spcBef>
                          <a:spcPts val="0"/>
                        </a:spcBef>
                        <a:spcAft>
                          <a:spcPts val="0"/>
                        </a:spcAft>
                        <a:buNone/>
                      </a:pPr>
                      <a:r>
                        <a:rPr lang="en-US" sz="1800" u="none" strike="noStrike" cap="none">
                          <a:solidFill>
                            <a:srgbClr val="001F5F"/>
                          </a:solidFill>
                          <a:latin typeface="Arial"/>
                          <a:ea typeface="Arial"/>
                          <a:cs typeface="Arial"/>
                          <a:sym typeface="Arial"/>
                        </a:rPr>
                        <a:t>Margin maximization + kernels</a:t>
                      </a:r>
                      <a:endParaRPr sz="1800" u="none" strike="noStrike" cap="none">
                        <a:latin typeface="Arial"/>
                        <a:ea typeface="Arial"/>
                        <a:cs typeface="Arial"/>
                        <a:sym typeface="Arial"/>
                      </a:endParaRPr>
                    </a:p>
                  </a:txBody>
                  <a:tcPr marL="0" marR="0" marT="0" marB="0">
                    <a:solidFill>
                      <a:srgbClr val="FFF8EE"/>
                    </a:solidFill>
                  </a:tcPr>
                </a:tc>
                <a:extLst>
                  <a:ext uri="{0D108BD9-81ED-4DB2-BD59-A6C34878D82A}">
                    <a16:rowId xmlns:a16="http://schemas.microsoft.com/office/drawing/2014/main" val="10005"/>
                  </a:ext>
                </a:extLst>
              </a:tr>
              <a:tr h="288300">
                <a:tc>
                  <a:txBody>
                    <a:bodyPr/>
                    <a:lstStyle/>
                    <a:p>
                      <a:pPr marL="202565" marR="0" lvl="0" indent="-172085" algn="l" rtl="0">
                        <a:lnSpc>
                          <a:spcPct val="100000"/>
                        </a:lnSpc>
                        <a:spcBef>
                          <a:spcPts val="0"/>
                        </a:spcBef>
                        <a:spcAft>
                          <a:spcPts val="0"/>
                        </a:spcAft>
                        <a:buClr>
                          <a:srgbClr val="001F5F"/>
                        </a:buClr>
                        <a:buSzPts val="1800"/>
                        <a:buFont typeface="Arial"/>
                        <a:buChar char="•"/>
                      </a:pPr>
                      <a:r>
                        <a:rPr lang="en-US" sz="1800" u="none" strike="noStrike" cap="none">
                          <a:solidFill>
                            <a:srgbClr val="001F5F"/>
                          </a:solidFill>
                          <a:latin typeface="Arial"/>
                          <a:ea typeface="Arial"/>
                          <a:cs typeface="Arial"/>
                          <a:sym typeface="Arial"/>
                        </a:rPr>
                        <a:t>Neural Networks</a:t>
                      </a:r>
                      <a:endParaRPr sz="1800" u="none" strike="noStrike" cap="none">
                        <a:latin typeface="Arial"/>
                        <a:ea typeface="Arial"/>
                        <a:cs typeface="Arial"/>
                        <a:sym typeface="Arial"/>
                      </a:endParaRPr>
                    </a:p>
                  </a:txBody>
                  <a:tcPr marL="0" marR="0" marT="0" marB="0">
                    <a:solidFill>
                      <a:srgbClr val="FFF8EE"/>
                    </a:solidFill>
                  </a:tcPr>
                </a:tc>
                <a:tc>
                  <a:txBody>
                    <a:bodyPr/>
                    <a:lstStyle/>
                    <a:p>
                      <a:pPr marL="0" marR="32384" lvl="0" indent="0" algn="ctr" rtl="0">
                        <a:lnSpc>
                          <a:spcPct val="100000"/>
                        </a:lnSpc>
                        <a:spcBef>
                          <a:spcPts val="0"/>
                        </a:spcBef>
                        <a:spcAft>
                          <a:spcPts val="0"/>
                        </a:spcAft>
                        <a:buNone/>
                      </a:pPr>
                      <a:r>
                        <a:rPr lang="en-US" sz="1800" u="none" strike="noStrike" cap="none">
                          <a:solidFill>
                            <a:srgbClr val="001F5F"/>
                          </a:solidFill>
                          <a:latin typeface="Noto Sans Symbols"/>
                          <a:ea typeface="Noto Sans Symbols"/>
                          <a:cs typeface="Noto Sans Symbols"/>
                          <a:sym typeface="Noto Sans Symbols"/>
                        </a:rPr>
                        <a:t>🡺</a:t>
                      </a:r>
                      <a:endParaRPr sz="1800" u="none" strike="noStrike" cap="none">
                        <a:latin typeface="Noto Sans Symbols"/>
                        <a:ea typeface="Noto Sans Symbols"/>
                        <a:cs typeface="Noto Sans Symbols"/>
                        <a:sym typeface="Noto Sans Symbols"/>
                      </a:endParaRPr>
                    </a:p>
                  </a:txBody>
                  <a:tcPr marL="0" marR="0" marT="0" marB="0">
                    <a:solidFill>
                      <a:srgbClr val="FFF8EE"/>
                    </a:solidFill>
                  </a:tcPr>
                </a:tc>
                <a:tc>
                  <a:txBody>
                    <a:bodyPr/>
                    <a:lstStyle/>
                    <a:p>
                      <a:pPr marL="220345" marR="0" lvl="0" indent="0" algn="l" rtl="0">
                        <a:lnSpc>
                          <a:spcPct val="100000"/>
                        </a:lnSpc>
                        <a:spcBef>
                          <a:spcPts val="0"/>
                        </a:spcBef>
                        <a:spcAft>
                          <a:spcPts val="0"/>
                        </a:spcAft>
                        <a:buNone/>
                      </a:pPr>
                      <a:r>
                        <a:rPr lang="en-US" sz="1800" u="none" strike="noStrike" cap="none">
                          <a:solidFill>
                            <a:srgbClr val="001F5F"/>
                          </a:solidFill>
                          <a:latin typeface="Arial"/>
                          <a:ea typeface="Arial"/>
                          <a:cs typeface="Arial"/>
                          <a:sym typeface="Arial"/>
                        </a:rPr>
                        <a:t>(Very complex) Regression</a:t>
                      </a:r>
                      <a:endParaRPr sz="1800" u="none" strike="noStrike" cap="none">
                        <a:latin typeface="Arial"/>
                        <a:ea typeface="Arial"/>
                        <a:cs typeface="Arial"/>
                        <a:sym typeface="Arial"/>
                      </a:endParaRPr>
                    </a:p>
                  </a:txBody>
                  <a:tcPr marL="0" marR="0" marT="0" marB="0">
                    <a:solidFill>
                      <a:srgbClr val="FFF8EE"/>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Shape 1641"/>
        <p:cNvGrpSpPr/>
        <p:nvPr/>
      </p:nvGrpSpPr>
      <p:grpSpPr>
        <a:xfrm>
          <a:off x="0" y="0"/>
          <a:ext cx="0" cy="0"/>
          <a:chOff x="0" y="0"/>
          <a:chExt cx="0" cy="0"/>
        </a:xfrm>
      </p:grpSpPr>
      <p:sp>
        <p:nvSpPr>
          <p:cNvPr id="1642" name="Google Shape;1642;p78" descr="$PPTXTitle"/>
          <p:cNvSpPr txBox="1">
            <a:spLocks noGrp="1"/>
          </p:cNvSpPr>
          <p:nvPr>
            <p:ph type="title"/>
          </p:nvPr>
        </p:nvSpPr>
        <p:spPr>
          <a:xfrm>
            <a:off x="707542" y="494791"/>
            <a:ext cx="10143338" cy="636954"/>
          </a:xfrm>
          <a:prstGeom prst="rect">
            <a:avLst/>
          </a:prstGeom>
          <a:noFill/>
          <a:ln>
            <a:noFill/>
          </a:ln>
        </p:spPr>
        <p:txBody>
          <a:bodyPr spcFirstLastPara="1" wrap="square" lIns="0" tIns="66025" rIns="0" bIns="0" anchor="t" anchorCtr="0">
            <a:spAutoFit/>
          </a:bodyPr>
          <a:lstStyle/>
          <a:p>
            <a:pPr marL="12700" marR="5080" lvl="0" indent="0" algn="l" rtl="0">
              <a:lnSpc>
                <a:spcPct val="109090"/>
              </a:lnSpc>
              <a:spcBef>
                <a:spcPts val="0"/>
              </a:spcBef>
              <a:spcAft>
                <a:spcPts val="0"/>
              </a:spcAft>
              <a:buNone/>
            </a:pPr>
            <a:r>
              <a:rPr lang="en-US" sz="3400" b="1" dirty="0">
                <a:solidFill>
                  <a:schemeClr val="accent1"/>
                </a:solidFill>
              </a:rPr>
              <a:t>Comparison of Decision Surfaces IRIS Data</a:t>
            </a:r>
            <a:endParaRPr sz="3400" b="1" dirty="0">
              <a:solidFill>
                <a:schemeClr val="accent1"/>
              </a:solidFill>
            </a:endParaRPr>
          </a:p>
        </p:txBody>
      </p:sp>
      <p:grpSp>
        <p:nvGrpSpPr>
          <p:cNvPr id="1643" name="Google Shape;1643;p78"/>
          <p:cNvGrpSpPr/>
          <p:nvPr/>
        </p:nvGrpSpPr>
        <p:grpSpPr>
          <a:xfrm>
            <a:off x="1662682" y="1685544"/>
            <a:ext cx="5819140" cy="4361815"/>
            <a:chOff x="1662682" y="1685544"/>
            <a:chExt cx="5819140" cy="4361815"/>
          </a:xfrm>
        </p:grpSpPr>
        <p:pic>
          <p:nvPicPr>
            <p:cNvPr id="1644" name="Google Shape;1644;p78"/>
            <p:cNvPicPr preferRelativeResize="0"/>
            <p:nvPr/>
          </p:nvPicPr>
          <p:blipFill rotWithShape="1">
            <a:blip r:embed="rId3">
              <a:alphaModFix/>
            </a:blip>
            <a:srcRect/>
            <a:stretch/>
          </p:blipFill>
          <p:spPr>
            <a:xfrm>
              <a:off x="1667254" y="1690116"/>
              <a:ext cx="5809488" cy="4312903"/>
            </a:xfrm>
            <a:prstGeom prst="rect">
              <a:avLst/>
            </a:prstGeom>
            <a:noFill/>
            <a:ln>
              <a:noFill/>
            </a:ln>
          </p:spPr>
        </p:pic>
        <p:sp>
          <p:nvSpPr>
            <p:cNvPr id="1645" name="Google Shape;1645;p78"/>
            <p:cNvSpPr/>
            <p:nvPr/>
          </p:nvSpPr>
          <p:spPr>
            <a:xfrm>
              <a:off x="1662682" y="1685544"/>
              <a:ext cx="5819140" cy="4361815"/>
            </a:xfrm>
            <a:custGeom>
              <a:avLst/>
              <a:gdLst/>
              <a:ahLst/>
              <a:cxnLst/>
              <a:rect l="l" t="t" r="r" b="b"/>
              <a:pathLst>
                <a:path w="5819140" h="4361815" extrusionOk="0">
                  <a:moveTo>
                    <a:pt x="0" y="0"/>
                  </a:moveTo>
                  <a:lnTo>
                    <a:pt x="5818632" y="0"/>
                  </a:lnTo>
                  <a:lnTo>
                    <a:pt x="5818632" y="4361687"/>
                  </a:lnTo>
                  <a:lnTo>
                    <a:pt x="0" y="4361687"/>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Shape 1649"/>
        <p:cNvGrpSpPr/>
        <p:nvPr/>
      </p:nvGrpSpPr>
      <p:grpSpPr>
        <a:xfrm>
          <a:off x="0" y="0"/>
          <a:ext cx="0" cy="0"/>
          <a:chOff x="0" y="0"/>
          <a:chExt cx="0" cy="0"/>
        </a:xfrm>
      </p:grpSpPr>
      <p:sp>
        <p:nvSpPr>
          <p:cNvPr id="1650" name="Google Shape;1650;p79" descr="$PPTXTitle"/>
          <p:cNvSpPr txBox="1">
            <a:spLocks noGrp="1"/>
          </p:cNvSpPr>
          <p:nvPr>
            <p:ph type="title"/>
          </p:nvPr>
        </p:nvSpPr>
        <p:spPr>
          <a:xfrm>
            <a:off x="707542" y="494791"/>
            <a:ext cx="10600538" cy="1207238"/>
          </a:xfrm>
          <a:prstGeom prst="rect">
            <a:avLst/>
          </a:prstGeom>
          <a:noFill/>
          <a:ln>
            <a:noFill/>
          </a:ln>
        </p:spPr>
        <p:txBody>
          <a:bodyPr spcFirstLastPara="1" wrap="square" lIns="0" tIns="66025" rIns="0" bIns="0" anchor="t" anchorCtr="0">
            <a:spAutoFit/>
          </a:bodyPr>
          <a:lstStyle/>
          <a:p>
            <a:pPr marL="12700" marR="5080" lvl="0" indent="0" algn="l" rtl="0">
              <a:lnSpc>
                <a:spcPct val="109090"/>
              </a:lnSpc>
              <a:spcBef>
                <a:spcPts val="0"/>
              </a:spcBef>
              <a:spcAft>
                <a:spcPts val="0"/>
              </a:spcAft>
              <a:buNone/>
            </a:pPr>
            <a:r>
              <a:rPr lang="en-US" sz="3400" b="1" dirty="0">
                <a:solidFill>
                  <a:schemeClr val="accent1"/>
                </a:solidFill>
              </a:rPr>
              <a:t>Comparison of Decision Surfaces Non-linear separable</a:t>
            </a:r>
            <a:endParaRPr sz="3400" b="1" dirty="0">
              <a:solidFill>
                <a:schemeClr val="accent1"/>
              </a:solidFill>
            </a:endParaRPr>
          </a:p>
        </p:txBody>
      </p:sp>
      <p:grpSp>
        <p:nvGrpSpPr>
          <p:cNvPr id="1651" name="Google Shape;1651;p79"/>
          <p:cNvGrpSpPr/>
          <p:nvPr/>
        </p:nvGrpSpPr>
        <p:grpSpPr>
          <a:xfrm>
            <a:off x="1648966" y="1685544"/>
            <a:ext cx="5846445" cy="4360545"/>
            <a:chOff x="1648966" y="1685544"/>
            <a:chExt cx="5846445" cy="4360545"/>
          </a:xfrm>
        </p:grpSpPr>
        <p:pic>
          <p:nvPicPr>
            <p:cNvPr id="1652" name="Google Shape;1652;p79"/>
            <p:cNvPicPr preferRelativeResize="0"/>
            <p:nvPr/>
          </p:nvPicPr>
          <p:blipFill rotWithShape="1">
            <a:blip r:embed="rId3">
              <a:alphaModFix/>
            </a:blip>
            <a:srcRect/>
            <a:stretch/>
          </p:blipFill>
          <p:spPr>
            <a:xfrm>
              <a:off x="1653538" y="1690116"/>
              <a:ext cx="5836920" cy="4319260"/>
            </a:xfrm>
            <a:prstGeom prst="rect">
              <a:avLst/>
            </a:prstGeom>
            <a:noFill/>
            <a:ln>
              <a:noFill/>
            </a:ln>
          </p:spPr>
        </p:pic>
        <p:sp>
          <p:nvSpPr>
            <p:cNvPr id="1653" name="Google Shape;1653;p79"/>
            <p:cNvSpPr/>
            <p:nvPr/>
          </p:nvSpPr>
          <p:spPr>
            <a:xfrm>
              <a:off x="1648966" y="1685544"/>
              <a:ext cx="5846445" cy="4360545"/>
            </a:xfrm>
            <a:custGeom>
              <a:avLst/>
              <a:gdLst/>
              <a:ahLst/>
              <a:cxnLst/>
              <a:rect l="l" t="t" r="r" b="b"/>
              <a:pathLst>
                <a:path w="5846445" h="4360545" extrusionOk="0">
                  <a:moveTo>
                    <a:pt x="0" y="0"/>
                  </a:moveTo>
                  <a:lnTo>
                    <a:pt x="5846063" y="0"/>
                  </a:lnTo>
                  <a:lnTo>
                    <a:pt x="5846063" y="4360164"/>
                  </a:lnTo>
                  <a:lnTo>
                    <a:pt x="0" y="4360164"/>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654" name="Google Shape;1654;p79"/>
          <p:cNvSpPr txBox="1"/>
          <p:nvPr/>
        </p:nvSpPr>
        <p:spPr>
          <a:xfrm>
            <a:off x="6379845" y="6151210"/>
            <a:ext cx="2559050" cy="167640"/>
          </a:xfrm>
          <a:prstGeom prst="rect">
            <a:avLst/>
          </a:prstGeom>
          <a:noFill/>
          <a:ln>
            <a:noFill/>
          </a:ln>
        </p:spPr>
        <p:txBody>
          <a:bodyPr spcFirstLastPara="1" wrap="square" lIns="0" tIns="625" rIns="0" bIns="0" anchor="t" anchorCtr="0">
            <a:spAutoFit/>
          </a:bodyPr>
          <a:lstStyle/>
          <a:p>
            <a:pPr marL="12700" lvl="0" indent="0" algn="l" rtl="0">
              <a:lnSpc>
                <a:spcPct val="100000"/>
              </a:lnSpc>
              <a:spcBef>
                <a:spcPts val="0"/>
              </a:spcBef>
              <a:spcAft>
                <a:spcPts val="0"/>
              </a:spcAft>
              <a:buNone/>
            </a:pPr>
            <a:r>
              <a:rPr lang="en-US" sz="1000">
                <a:solidFill>
                  <a:srgbClr val="001F5F"/>
                </a:solidFill>
                <a:latin typeface="Arial"/>
                <a:ea typeface="Arial"/>
                <a:cs typeface="Arial"/>
                <a:sym typeface="Arial"/>
              </a:rPr>
              <a:t>Results may vary with hyper parameter tuning</a:t>
            </a:r>
            <a:endParaRPr sz="1000">
              <a:latin typeface="Arial"/>
              <a:ea typeface="Arial"/>
              <a:cs typeface="Arial"/>
              <a:sym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Shape 1658"/>
        <p:cNvGrpSpPr/>
        <p:nvPr/>
      </p:nvGrpSpPr>
      <p:grpSpPr>
        <a:xfrm>
          <a:off x="0" y="0"/>
          <a:ext cx="0" cy="0"/>
          <a:chOff x="0" y="0"/>
          <a:chExt cx="0" cy="0"/>
        </a:xfrm>
      </p:grpSpPr>
      <p:sp>
        <p:nvSpPr>
          <p:cNvPr id="1659" name="Google Shape;1659;p80" descr="$PPTXTitle"/>
          <p:cNvSpPr txBox="1">
            <a:spLocks noGrp="1"/>
          </p:cNvSpPr>
          <p:nvPr>
            <p:ph type="title"/>
          </p:nvPr>
        </p:nvSpPr>
        <p:spPr>
          <a:xfrm>
            <a:off x="707542" y="494791"/>
            <a:ext cx="10956138" cy="1207238"/>
          </a:xfrm>
          <a:prstGeom prst="rect">
            <a:avLst/>
          </a:prstGeom>
          <a:noFill/>
          <a:ln>
            <a:noFill/>
          </a:ln>
        </p:spPr>
        <p:txBody>
          <a:bodyPr spcFirstLastPara="1" wrap="square" lIns="0" tIns="66025" rIns="0" bIns="0" anchor="t" anchorCtr="0">
            <a:spAutoFit/>
          </a:bodyPr>
          <a:lstStyle/>
          <a:p>
            <a:pPr marL="12700" marR="5080" lvl="0" indent="0" algn="l" rtl="0">
              <a:lnSpc>
                <a:spcPct val="109090"/>
              </a:lnSpc>
              <a:spcBef>
                <a:spcPts val="0"/>
              </a:spcBef>
              <a:spcAft>
                <a:spcPts val="0"/>
              </a:spcAft>
              <a:buNone/>
            </a:pPr>
            <a:r>
              <a:rPr lang="en-US" sz="3400" b="1" dirty="0">
                <a:solidFill>
                  <a:schemeClr val="accent1"/>
                </a:solidFill>
              </a:rPr>
              <a:t>Comparison of Decision Surfaces Circles within circles</a:t>
            </a:r>
            <a:endParaRPr sz="3400" b="1" dirty="0">
              <a:solidFill>
                <a:schemeClr val="accent1"/>
              </a:solidFill>
            </a:endParaRPr>
          </a:p>
        </p:txBody>
      </p:sp>
      <p:grpSp>
        <p:nvGrpSpPr>
          <p:cNvPr id="1660" name="Google Shape;1660;p80"/>
          <p:cNvGrpSpPr/>
          <p:nvPr/>
        </p:nvGrpSpPr>
        <p:grpSpPr>
          <a:xfrm>
            <a:off x="1648966" y="1720594"/>
            <a:ext cx="5846445" cy="4360545"/>
            <a:chOff x="1648966" y="1720594"/>
            <a:chExt cx="5846445" cy="4360545"/>
          </a:xfrm>
        </p:grpSpPr>
        <p:pic>
          <p:nvPicPr>
            <p:cNvPr id="1661" name="Google Shape;1661;p80"/>
            <p:cNvPicPr preferRelativeResize="0"/>
            <p:nvPr/>
          </p:nvPicPr>
          <p:blipFill rotWithShape="1">
            <a:blip r:embed="rId3">
              <a:alphaModFix/>
            </a:blip>
            <a:srcRect/>
            <a:stretch/>
          </p:blipFill>
          <p:spPr>
            <a:xfrm>
              <a:off x="1653538" y="1725166"/>
              <a:ext cx="5836920" cy="4327157"/>
            </a:xfrm>
            <a:prstGeom prst="rect">
              <a:avLst/>
            </a:prstGeom>
            <a:noFill/>
            <a:ln>
              <a:noFill/>
            </a:ln>
          </p:spPr>
        </p:pic>
        <p:sp>
          <p:nvSpPr>
            <p:cNvPr id="1662" name="Google Shape;1662;p80"/>
            <p:cNvSpPr/>
            <p:nvPr/>
          </p:nvSpPr>
          <p:spPr>
            <a:xfrm>
              <a:off x="1648966" y="1720594"/>
              <a:ext cx="5846445" cy="4360545"/>
            </a:xfrm>
            <a:custGeom>
              <a:avLst/>
              <a:gdLst/>
              <a:ahLst/>
              <a:cxnLst/>
              <a:rect l="l" t="t" r="r" b="b"/>
              <a:pathLst>
                <a:path w="5846445" h="4360545" extrusionOk="0">
                  <a:moveTo>
                    <a:pt x="0" y="0"/>
                  </a:moveTo>
                  <a:lnTo>
                    <a:pt x="5846063" y="0"/>
                  </a:lnTo>
                  <a:lnTo>
                    <a:pt x="5846063" y="4360164"/>
                  </a:lnTo>
                  <a:lnTo>
                    <a:pt x="0" y="4360164"/>
                  </a:lnTo>
                  <a:lnTo>
                    <a:pt x="0" y="0"/>
                  </a:lnTo>
                  <a:close/>
                </a:path>
              </a:pathLst>
            </a:custGeom>
            <a:noFill/>
            <a:ln w="9525" cap="flat" cmpd="sng">
              <a:solidFill>
                <a:srgbClr val="001F5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663" name="Google Shape;1663;p80"/>
          <p:cNvSpPr txBox="1"/>
          <p:nvPr/>
        </p:nvSpPr>
        <p:spPr>
          <a:xfrm>
            <a:off x="6379845" y="6151210"/>
            <a:ext cx="2559050" cy="167640"/>
          </a:xfrm>
          <a:prstGeom prst="rect">
            <a:avLst/>
          </a:prstGeom>
          <a:noFill/>
          <a:ln>
            <a:noFill/>
          </a:ln>
        </p:spPr>
        <p:txBody>
          <a:bodyPr spcFirstLastPara="1" wrap="square" lIns="0" tIns="625" rIns="0" bIns="0" anchor="t" anchorCtr="0">
            <a:spAutoFit/>
          </a:bodyPr>
          <a:lstStyle/>
          <a:p>
            <a:pPr marL="12700" lvl="0" indent="0" algn="l" rtl="0">
              <a:lnSpc>
                <a:spcPct val="100000"/>
              </a:lnSpc>
              <a:spcBef>
                <a:spcPts val="0"/>
              </a:spcBef>
              <a:spcAft>
                <a:spcPts val="0"/>
              </a:spcAft>
              <a:buNone/>
            </a:pPr>
            <a:r>
              <a:rPr lang="en-US" sz="1000">
                <a:solidFill>
                  <a:srgbClr val="001F5F"/>
                </a:solidFill>
                <a:latin typeface="Arial"/>
                <a:ea typeface="Arial"/>
                <a:cs typeface="Arial"/>
                <a:sym typeface="Arial"/>
              </a:rPr>
              <a:t>Results may vary with hyper parameter tuning</a:t>
            </a:r>
            <a:endParaRPr sz="1000">
              <a:latin typeface="Arial"/>
              <a:ea typeface="Arial"/>
              <a:cs typeface="Arial"/>
              <a:sym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491"/>
        <p:cNvGrpSpPr/>
        <p:nvPr/>
      </p:nvGrpSpPr>
      <p:grpSpPr>
        <a:xfrm>
          <a:off x="0" y="0"/>
          <a:ext cx="0" cy="0"/>
          <a:chOff x="0" y="0"/>
          <a:chExt cx="0" cy="0"/>
        </a:xfrm>
      </p:grpSpPr>
      <p:grpSp>
        <p:nvGrpSpPr>
          <p:cNvPr id="1492" name="Google Shape;1492;p73"/>
          <p:cNvGrpSpPr/>
          <p:nvPr/>
        </p:nvGrpSpPr>
        <p:grpSpPr>
          <a:xfrm>
            <a:off x="4714748" y="6230569"/>
            <a:ext cx="303325" cy="303325"/>
            <a:chOff x="3302508" y="4229049"/>
            <a:chExt cx="303325" cy="303325"/>
          </a:xfrm>
        </p:grpSpPr>
        <p:pic>
          <p:nvPicPr>
            <p:cNvPr id="1493" name="Google Shape;1493;p73"/>
            <p:cNvPicPr preferRelativeResize="0"/>
            <p:nvPr/>
          </p:nvPicPr>
          <p:blipFill rotWithShape="1">
            <a:blip r:embed="rId3">
              <a:alphaModFix/>
            </a:blip>
            <a:srcRect/>
            <a:stretch/>
          </p:blipFill>
          <p:spPr>
            <a:xfrm>
              <a:off x="3302508" y="4229049"/>
              <a:ext cx="303325" cy="303325"/>
            </a:xfrm>
            <a:prstGeom prst="rect">
              <a:avLst/>
            </a:prstGeom>
            <a:noFill/>
            <a:ln>
              <a:noFill/>
            </a:ln>
          </p:spPr>
        </p:pic>
        <p:pic>
          <p:nvPicPr>
            <p:cNvPr id="1494" name="Google Shape;1494;p73"/>
            <p:cNvPicPr preferRelativeResize="0"/>
            <p:nvPr/>
          </p:nvPicPr>
          <p:blipFill rotWithShape="1">
            <a:blip r:embed="rId4">
              <a:alphaModFix/>
            </a:blip>
            <a:srcRect/>
            <a:stretch/>
          </p:blipFill>
          <p:spPr>
            <a:xfrm>
              <a:off x="3345178" y="4251960"/>
              <a:ext cx="222503" cy="222503"/>
            </a:xfrm>
            <a:prstGeom prst="rect">
              <a:avLst/>
            </a:prstGeom>
            <a:noFill/>
            <a:ln>
              <a:noFill/>
            </a:ln>
          </p:spPr>
        </p:pic>
      </p:grpSp>
      <p:grpSp>
        <p:nvGrpSpPr>
          <p:cNvPr id="1495" name="Google Shape;1495;p73"/>
          <p:cNvGrpSpPr/>
          <p:nvPr/>
        </p:nvGrpSpPr>
        <p:grpSpPr>
          <a:xfrm>
            <a:off x="4714748" y="6593281"/>
            <a:ext cx="303325" cy="303325"/>
            <a:chOff x="3302508" y="4591761"/>
            <a:chExt cx="303325" cy="303325"/>
          </a:xfrm>
        </p:grpSpPr>
        <p:pic>
          <p:nvPicPr>
            <p:cNvPr id="1496" name="Google Shape;1496;p73"/>
            <p:cNvPicPr preferRelativeResize="0"/>
            <p:nvPr/>
          </p:nvPicPr>
          <p:blipFill rotWithShape="1">
            <a:blip r:embed="rId3">
              <a:alphaModFix/>
            </a:blip>
            <a:srcRect/>
            <a:stretch/>
          </p:blipFill>
          <p:spPr>
            <a:xfrm>
              <a:off x="3302508" y="4591761"/>
              <a:ext cx="303325" cy="303325"/>
            </a:xfrm>
            <a:prstGeom prst="rect">
              <a:avLst/>
            </a:prstGeom>
            <a:noFill/>
            <a:ln>
              <a:noFill/>
            </a:ln>
          </p:spPr>
        </p:pic>
        <p:pic>
          <p:nvPicPr>
            <p:cNvPr id="1497" name="Google Shape;1497;p73"/>
            <p:cNvPicPr preferRelativeResize="0"/>
            <p:nvPr/>
          </p:nvPicPr>
          <p:blipFill rotWithShape="1">
            <a:blip r:embed="rId5">
              <a:alphaModFix/>
            </a:blip>
            <a:srcRect/>
            <a:stretch/>
          </p:blipFill>
          <p:spPr>
            <a:xfrm>
              <a:off x="3345178" y="4614671"/>
              <a:ext cx="222503" cy="222503"/>
            </a:xfrm>
            <a:prstGeom prst="rect">
              <a:avLst/>
            </a:prstGeom>
            <a:noFill/>
            <a:ln>
              <a:noFill/>
            </a:ln>
          </p:spPr>
        </p:pic>
      </p:grpSp>
      <p:grpSp>
        <p:nvGrpSpPr>
          <p:cNvPr id="1498" name="Google Shape;1498;p73"/>
          <p:cNvGrpSpPr/>
          <p:nvPr/>
        </p:nvGrpSpPr>
        <p:grpSpPr>
          <a:xfrm>
            <a:off x="4569966" y="5980684"/>
            <a:ext cx="591299" cy="1527048"/>
            <a:chOff x="3157726" y="3979164"/>
            <a:chExt cx="591299" cy="1527048"/>
          </a:xfrm>
        </p:grpSpPr>
        <p:pic>
          <p:nvPicPr>
            <p:cNvPr id="1499" name="Google Shape;1499;p73"/>
            <p:cNvPicPr preferRelativeResize="0"/>
            <p:nvPr/>
          </p:nvPicPr>
          <p:blipFill rotWithShape="1">
            <a:blip r:embed="rId3">
              <a:alphaModFix/>
            </a:blip>
            <a:srcRect/>
            <a:stretch/>
          </p:blipFill>
          <p:spPr>
            <a:xfrm>
              <a:off x="3302507" y="4954473"/>
              <a:ext cx="303325" cy="303325"/>
            </a:xfrm>
            <a:prstGeom prst="rect">
              <a:avLst/>
            </a:prstGeom>
            <a:noFill/>
            <a:ln>
              <a:noFill/>
            </a:ln>
          </p:spPr>
        </p:pic>
        <p:pic>
          <p:nvPicPr>
            <p:cNvPr id="1500" name="Google Shape;1500;p73"/>
            <p:cNvPicPr preferRelativeResize="0"/>
            <p:nvPr/>
          </p:nvPicPr>
          <p:blipFill rotWithShape="1">
            <a:blip r:embed="rId5">
              <a:alphaModFix/>
            </a:blip>
            <a:srcRect/>
            <a:stretch/>
          </p:blipFill>
          <p:spPr>
            <a:xfrm>
              <a:off x="3345178" y="4977382"/>
              <a:ext cx="222503" cy="222503"/>
            </a:xfrm>
            <a:prstGeom prst="rect">
              <a:avLst/>
            </a:prstGeom>
            <a:noFill/>
            <a:ln>
              <a:noFill/>
            </a:ln>
          </p:spPr>
        </p:pic>
        <p:pic>
          <p:nvPicPr>
            <p:cNvPr id="1501" name="Google Shape;1501;p73"/>
            <p:cNvPicPr preferRelativeResize="0"/>
            <p:nvPr/>
          </p:nvPicPr>
          <p:blipFill rotWithShape="1">
            <a:blip r:embed="rId6">
              <a:alphaModFix/>
            </a:blip>
            <a:srcRect/>
            <a:stretch/>
          </p:blipFill>
          <p:spPr>
            <a:xfrm>
              <a:off x="3157726" y="3979164"/>
              <a:ext cx="591299" cy="1527048"/>
            </a:xfrm>
            <a:prstGeom prst="rect">
              <a:avLst/>
            </a:prstGeom>
            <a:noFill/>
            <a:ln>
              <a:noFill/>
            </a:ln>
          </p:spPr>
        </p:pic>
        <p:sp>
          <p:nvSpPr>
            <p:cNvPr id="1502" name="Google Shape;1502;p73"/>
            <p:cNvSpPr/>
            <p:nvPr/>
          </p:nvSpPr>
          <p:spPr>
            <a:xfrm>
              <a:off x="3203447" y="4005072"/>
              <a:ext cx="504825" cy="1440180"/>
            </a:xfrm>
            <a:custGeom>
              <a:avLst/>
              <a:gdLst/>
              <a:ahLst/>
              <a:cxnLst/>
              <a:rect l="l" t="t" r="r" b="b"/>
              <a:pathLst>
                <a:path w="504825" h="1440179" extrusionOk="0">
                  <a:moveTo>
                    <a:pt x="0" y="0"/>
                  </a:moveTo>
                  <a:lnTo>
                    <a:pt x="504444" y="0"/>
                  </a:lnTo>
                  <a:lnTo>
                    <a:pt x="504444" y="1440181"/>
                  </a:lnTo>
                  <a:lnTo>
                    <a:pt x="0" y="1440181"/>
                  </a:lnTo>
                  <a:lnTo>
                    <a:pt x="0" y="0"/>
                  </a:lnTo>
                  <a:close/>
                </a:path>
              </a:pathLst>
            </a:custGeom>
            <a:noFill/>
            <a:ln w="9525" cap="flat" cmpd="sng">
              <a:solidFill>
                <a:srgbClr val="FF901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1503" name="Google Shape;1503;p73"/>
          <p:cNvGrpSpPr/>
          <p:nvPr/>
        </p:nvGrpSpPr>
        <p:grpSpPr>
          <a:xfrm>
            <a:off x="5219192" y="6046278"/>
            <a:ext cx="301814" cy="301814"/>
            <a:chOff x="3806952" y="4044758"/>
            <a:chExt cx="301814" cy="301814"/>
          </a:xfrm>
        </p:grpSpPr>
        <p:pic>
          <p:nvPicPr>
            <p:cNvPr id="1504" name="Google Shape;1504;p73"/>
            <p:cNvPicPr preferRelativeResize="0"/>
            <p:nvPr/>
          </p:nvPicPr>
          <p:blipFill rotWithShape="1">
            <a:blip r:embed="rId7">
              <a:alphaModFix/>
            </a:blip>
            <a:srcRect/>
            <a:stretch/>
          </p:blipFill>
          <p:spPr>
            <a:xfrm>
              <a:off x="3806952" y="4044758"/>
              <a:ext cx="301814" cy="301814"/>
            </a:xfrm>
            <a:prstGeom prst="rect">
              <a:avLst/>
            </a:prstGeom>
            <a:noFill/>
            <a:ln>
              <a:noFill/>
            </a:ln>
          </p:spPr>
        </p:pic>
        <p:pic>
          <p:nvPicPr>
            <p:cNvPr id="1505" name="Google Shape;1505;p73"/>
            <p:cNvPicPr preferRelativeResize="0"/>
            <p:nvPr/>
          </p:nvPicPr>
          <p:blipFill rotWithShape="1">
            <a:blip r:embed="rId8">
              <a:alphaModFix/>
            </a:blip>
            <a:srcRect/>
            <a:stretch/>
          </p:blipFill>
          <p:spPr>
            <a:xfrm>
              <a:off x="3849622" y="4067556"/>
              <a:ext cx="220979" cy="220979"/>
            </a:xfrm>
            <a:prstGeom prst="rect">
              <a:avLst/>
            </a:prstGeom>
            <a:noFill/>
            <a:ln>
              <a:noFill/>
            </a:ln>
          </p:spPr>
        </p:pic>
      </p:grpSp>
      <p:grpSp>
        <p:nvGrpSpPr>
          <p:cNvPr id="1506" name="Google Shape;1506;p73"/>
          <p:cNvGrpSpPr/>
          <p:nvPr/>
        </p:nvGrpSpPr>
        <p:grpSpPr>
          <a:xfrm>
            <a:off x="5219192" y="6407353"/>
            <a:ext cx="301814" cy="303325"/>
            <a:chOff x="3806952" y="4405833"/>
            <a:chExt cx="301814" cy="303325"/>
          </a:xfrm>
        </p:grpSpPr>
        <p:pic>
          <p:nvPicPr>
            <p:cNvPr id="1507" name="Google Shape;1507;p73"/>
            <p:cNvPicPr preferRelativeResize="0"/>
            <p:nvPr/>
          </p:nvPicPr>
          <p:blipFill rotWithShape="1">
            <a:blip r:embed="rId9">
              <a:alphaModFix/>
            </a:blip>
            <a:srcRect/>
            <a:stretch/>
          </p:blipFill>
          <p:spPr>
            <a:xfrm>
              <a:off x="3806952" y="4405833"/>
              <a:ext cx="301814" cy="303325"/>
            </a:xfrm>
            <a:prstGeom prst="rect">
              <a:avLst/>
            </a:prstGeom>
            <a:noFill/>
            <a:ln>
              <a:noFill/>
            </a:ln>
          </p:spPr>
        </p:pic>
        <p:pic>
          <p:nvPicPr>
            <p:cNvPr id="1508" name="Google Shape;1508;p73"/>
            <p:cNvPicPr preferRelativeResize="0"/>
            <p:nvPr/>
          </p:nvPicPr>
          <p:blipFill rotWithShape="1">
            <a:blip r:embed="rId10">
              <a:alphaModFix/>
            </a:blip>
            <a:srcRect/>
            <a:stretch/>
          </p:blipFill>
          <p:spPr>
            <a:xfrm>
              <a:off x="3849622" y="4428743"/>
              <a:ext cx="220979" cy="222503"/>
            </a:xfrm>
            <a:prstGeom prst="rect">
              <a:avLst/>
            </a:prstGeom>
            <a:noFill/>
            <a:ln>
              <a:noFill/>
            </a:ln>
          </p:spPr>
        </p:pic>
      </p:grpSp>
      <p:grpSp>
        <p:nvGrpSpPr>
          <p:cNvPr id="1509" name="Google Shape;1509;p73"/>
          <p:cNvGrpSpPr/>
          <p:nvPr/>
        </p:nvGrpSpPr>
        <p:grpSpPr>
          <a:xfrm>
            <a:off x="5219192" y="6770065"/>
            <a:ext cx="301814" cy="303325"/>
            <a:chOff x="3806952" y="4768545"/>
            <a:chExt cx="301814" cy="303325"/>
          </a:xfrm>
        </p:grpSpPr>
        <p:pic>
          <p:nvPicPr>
            <p:cNvPr id="1510" name="Google Shape;1510;p73"/>
            <p:cNvPicPr preferRelativeResize="0"/>
            <p:nvPr/>
          </p:nvPicPr>
          <p:blipFill rotWithShape="1">
            <a:blip r:embed="rId9">
              <a:alphaModFix/>
            </a:blip>
            <a:srcRect/>
            <a:stretch/>
          </p:blipFill>
          <p:spPr>
            <a:xfrm>
              <a:off x="3806952" y="4768545"/>
              <a:ext cx="301814" cy="303325"/>
            </a:xfrm>
            <a:prstGeom prst="rect">
              <a:avLst/>
            </a:prstGeom>
            <a:noFill/>
            <a:ln>
              <a:noFill/>
            </a:ln>
          </p:spPr>
        </p:pic>
        <p:pic>
          <p:nvPicPr>
            <p:cNvPr id="1511" name="Google Shape;1511;p73"/>
            <p:cNvPicPr preferRelativeResize="0"/>
            <p:nvPr/>
          </p:nvPicPr>
          <p:blipFill rotWithShape="1">
            <a:blip r:embed="rId11">
              <a:alphaModFix/>
            </a:blip>
            <a:srcRect/>
            <a:stretch/>
          </p:blipFill>
          <p:spPr>
            <a:xfrm>
              <a:off x="3849622" y="4791454"/>
              <a:ext cx="220979" cy="222503"/>
            </a:xfrm>
            <a:prstGeom prst="rect">
              <a:avLst/>
            </a:prstGeom>
            <a:noFill/>
            <a:ln>
              <a:noFill/>
            </a:ln>
          </p:spPr>
        </p:pic>
      </p:grpSp>
      <p:grpSp>
        <p:nvGrpSpPr>
          <p:cNvPr id="1512" name="Google Shape;1512;p73"/>
          <p:cNvGrpSpPr/>
          <p:nvPr/>
        </p:nvGrpSpPr>
        <p:grpSpPr>
          <a:xfrm>
            <a:off x="5219192" y="7132777"/>
            <a:ext cx="301814" cy="303325"/>
            <a:chOff x="3806952" y="5131257"/>
            <a:chExt cx="301814" cy="303325"/>
          </a:xfrm>
        </p:grpSpPr>
        <p:pic>
          <p:nvPicPr>
            <p:cNvPr id="1513" name="Google Shape;1513;p73"/>
            <p:cNvPicPr preferRelativeResize="0"/>
            <p:nvPr/>
          </p:nvPicPr>
          <p:blipFill rotWithShape="1">
            <a:blip r:embed="rId9">
              <a:alphaModFix/>
            </a:blip>
            <a:srcRect/>
            <a:stretch/>
          </p:blipFill>
          <p:spPr>
            <a:xfrm>
              <a:off x="3806952" y="5131257"/>
              <a:ext cx="301814" cy="303325"/>
            </a:xfrm>
            <a:prstGeom prst="rect">
              <a:avLst/>
            </a:prstGeom>
            <a:noFill/>
            <a:ln>
              <a:noFill/>
            </a:ln>
          </p:spPr>
        </p:pic>
        <p:pic>
          <p:nvPicPr>
            <p:cNvPr id="1514" name="Google Shape;1514;p73"/>
            <p:cNvPicPr preferRelativeResize="0"/>
            <p:nvPr/>
          </p:nvPicPr>
          <p:blipFill rotWithShape="1">
            <a:blip r:embed="rId10">
              <a:alphaModFix/>
            </a:blip>
            <a:srcRect/>
            <a:stretch/>
          </p:blipFill>
          <p:spPr>
            <a:xfrm>
              <a:off x="3849622" y="5154168"/>
              <a:ext cx="220979" cy="222503"/>
            </a:xfrm>
            <a:prstGeom prst="rect">
              <a:avLst/>
            </a:prstGeom>
            <a:noFill/>
            <a:ln>
              <a:noFill/>
            </a:ln>
          </p:spPr>
        </p:pic>
      </p:grpSp>
      <p:grpSp>
        <p:nvGrpSpPr>
          <p:cNvPr id="1515" name="Google Shape;1515;p73"/>
          <p:cNvGrpSpPr/>
          <p:nvPr/>
        </p:nvGrpSpPr>
        <p:grpSpPr>
          <a:xfrm>
            <a:off x="5722110" y="6046278"/>
            <a:ext cx="303325" cy="301814"/>
            <a:chOff x="4309870" y="4044758"/>
            <a:chExt cx="303325" cy="301814"/>
          </a:xfrm>
        </p:grpSpPr>
        <p:pic>
          <p:nvPicPr>
            <p:cNvPr id="1516" name="Google Shape;1516;p73"/>
            <p:cNvPicPr preferRelativeResize="0"/>
            <p:nvPr/>
          </p:nvPicPr>
          <p:blipFill rotWithShape="1">
            <a:blip r:embed="rId12">
              <a:alphaModFix/>
            </a:blip>
            <a:srcRect/>
            <a:stretch/>
          </p:blipFill>
          <p:spPr>
            <a:xfrm>
              <a:off x="4309870" y="4044758"/>
              <a:ext cx="303325" cy="301814"/>
            </a:xfrm>
            <a:prstGeom prst="rect">
              <a:avLst/>
            </a:prstGeom>
            <a:noFill/>
            <a:ln>
              <a:noFill/>
            </a:ln>
          </p:spPr>
        </p:pic>
        <p:pic>
          <p:nvPicPr>
            <p:cNvPr id="1517" name="Google Shape;1517;p73"/>
            <p:cNvPicPr preferRelativeResize="0"/>
            <p:nvPr/>
          </p:nvPicPr>
          <p:blipFill rotWithShape="1">
            <a:blip r:embed="rId13">
              <a:alphaModFix/>
            </a:blip>
            <a:srcRect/>
            <a:stretch/>
          </p:blipFill>
          <p:spPr>
            <a:xfrm>
              <a:off x="4352543" y="4067556"/>
              <a:ext cx="222503" cy="220979"/>
            </a:xfrm>
            <a:prstGeom prst="rect">
              <a:avLst/>
            </a:prstGeom>
            <a:noFill/>
            <a:ln>
              <a:noFill/>
            </a:ln>
          </p:spPr>
        </p:pic>
      </p:grpSp>
      <p:grpSp>
        <p:nvGrpSpPr>
          <p:cNvPr id="1518" name="Google Shape;1518;p73"/>
          <p:cNvGrpSpPr/>
          <p:nvPr/>
        </p:nvGrpSpPr>
        <p:grpSpPr>
          <a:xfrm>
            <a:off x="5722110" y="6407353"/>
            <a:ext cx="303325" cy="303325"/>
            <a:chOff x="4309870" y="4405833"/>
            <a:chExt cx="303325" cy="303325"/>
          </a:xfrm>
        </p:grpSpPr>
        <p:pic>
          <p:nvPicPr>
            <p:cNvPr id="1519" name="Google Shape;1519;p73"/>
            <p:cNvPicPr preferRelativeResize="0"/>
            <p:nvPr/>
          </p:nvPicPr>
          <p:blipFill rotWithShape="1">
            <a:blip r:embed="rId3">
              <a:alphaModFix/>
            </a:blip>
            <a:srcRect/>
            <a:stretch/>
          </p:blipFill>
          <p:spPr>
            <a:xfrm>
              <a:off x="4309870" y="4405833"/>
              <a:ext cx="303325" cy="303325"/>
            </a:xfrm>
            <a:prstGeom prst="rect">
              <a:avLst/>
            </a:prstGeom>
            <a:noFill/>
            <a:ln>
              <a:noFill/>
            </a:ln>
          </p:spPr>
        </p:pic>
        <p:pic>
          <p:nvPicPr>
            <p:cNvPr id="1520" name="Google Shape;1520;p73"/>
            <p:cNvPicPr preferRelativeResize="0"/>
            <p:nvPr/>
          </p:nvPicPr>
          <p:blipFill rotWithShape="1">
            <a:blip r:embed="rId14">
              <a:alphaModFix/>
            </a:blip>
            <a:srcRect/>
            <a:stretch/>
          </p:blipFill>
          <p:spPr>
            <a:xfrm>
              <a:off x="4352543" y="4428743"/>
              <a:ext cx="222503" cy="222503"/>
            </a:xfrm>
            <a:prstGeom prst="rect">
              <a:avLst/>
            </a:prstGeom>
            <a:noFill/>
            <a:ln>
              <a:noFill/>
            </a:ln>
          </p:spPr>
        </p:pic>
      </p:grpSp>
      <p:grpSp>
        <p:nvGrpSpPr>
          <p:cNvPr id="1521" name="Google Shape;1521;p73"/>
          <p:cNvGrpSpPr/>
          <p:nvPr/>
        </p:nvGrpSpPr>
        <p:grpSpPr>
          <a:xfrm>
            <a:off x="5722110" y="6770065"/>
            <a:ext cx="303325" cy="303325"/>
            <a:chOff x="4309870" y="4768545"/>
            <a:chExt cx="303325" cy="303325"/>
          </a:xfrm>
        </p:grpSpPr>
        <p:pic>
          <p:nvPicPr>
            <p:cNvPr id="1522" name="Google Shape;1522;p73"/>
            <p:cNvPicPr preferRelativeResize="0"/>
            <p:nvPr/>
          </p:nvPicPr>
          <p:blipFill rotWithShape="1">
            <a:blip r:embed="rId3">
              <a:alphaModFix/>
            </a:blip>
            <a:srcRect/>
            <a:stretch/>
          </p:blipFill>
          <p:spPr>
            <a:xfrm>
              <a:off x="4309870" y="4768545"/>
              <a:ext cx="303325" cy="303325"/>
            </a:xfrm>
            <a:prstGeom prst="rect">
              <a:avLst/>
            </a:prstGeom>
            <a:noFill/>
            <a:ln>
              <a:noFill/>
            </a:ln>
          </p:spPr>
        </p:pic>
        <p:pic>
          <p:nvPicPr>
            <p:cNvPr id="1523" name="Google Shape;1523;p73"/>
            <p:cNvPicPr preferRelativeResize="0"/>
            <p:nvPr/>
          </p:nvPicPr>
          <p:blipFill rotWithShape="1">
            <a:blip r:embed="rId15">
              <a:alphaModFix/>
            </a:blip>
            <a:srcRect/>
            <a:stretch/>
          </p:blipFill>
          <p:spPr>
            <a:xfrm>
              <a:off x="4352543" y="4791454"/>
              <a:ext cx="222503" cy="222503"/>
            </a:xfrm>
            <a:prstGeom prst="rect">
              <a:avLst/>
            </a:prstGeom>
            <a:noFill/>
            <a:ln>
              <a:noFill/>
            </a:ln>
          </p:spPr>
        </p:pic>
      </p:grpSp>
      <p:grpSp>
        <p:nvGrpSpPr>
          <p:cNvPr id="1524" name="Google Shape;1524;p73"/>
          <p:cNvGrpSpPr/>
          <p:nvPr/>
        </p:nvGrpSpPr>
        <p:grpSpPr>
          <a:xfrm>
            <a:off x="5135372" y="5980684"/>
            <a:ext cx="998231" cy="1527048"/>
            <a:chOff x="3723132" y="3979164"/>
            <a:chExt cx="998231" cy="1527048"/>
          </a:xfrm>
        </p:grpSpPr>
        <p:pic>
          <p:nvPicPr>
            <p:cNvPr id="1525" name="Google Shape;1525;p73"/>
            <p:cNvPicPr preferRelativeResize="0"/>
            <p:nvPr/>
          </p:nvPicPr>
          <p:blipFill rotWithShape="1">
            <a:blip r:embed="rId3">
              <a:alphaModFix/>
            </a:blip>
            <a:srcRect/>
            <a:stretch/>
          </p:blipFill>
          <p:spPr>
            <a:xfrm>
              <a:off x="4309870" y="5131257"/>
              <a:ext cx="303325" cy="303325"/>
            </a:xfrm>
            <a:prstGeom prst="rect">
              <a:avLst/>
            </a:prstGeom>
            <a:noFill/>
            <a:ln>
              <a:noFill/>
            </a:ln>
          </p:spPr>
        </p:pic>
        <p:pic>
          <p:nvPicPr>
            <p:cNvPr id="1526" name="Google Shape;1526;p73"/>
            <p:cNvPicPr preferRelativeResize="0"/>
            <p:nvPr/>
          </p:nvPicPr>
          <p:blipFill rotWithShape="1">
            <a:blip r:embed="rId14">
              <a:alphaModFix/>
            </a:blip>
            <a:srcRect/>
            <a:stretch/>
          </p:blipFill>
          <p:spPr>
            <a:xfrm>
              <a:off x="4352544" y="5154168"/>
              <a:ext cx="222503" cy="222503"/>
            </a:xfrm>
            <a:prstGeom prst="rect">
              <a:avLst/>
            </a:prstGeom>
            <a:noFill/>
            <a:ln>
              <a:noFill/>
            </a:ln>
          </p:spPr>
        </p:pic>
        <p:pic>
          <p:nvPicPr>
            <p:cNvPr id="1527" name="Google Shape;1527;p73"/>
            <p:cNvPicPr preferRelativeResize="0"/>
            <p:nvPr/>
          </p:nvPicPr>
          <p:blipFill rotWithShape="1">
            <a:blip r:embed="rId16">
              <a:alphaModFix/>
            </a:blip>
            <a:srcRect/>
            <a:stretch/>
          </p:blipFill>
          <p:spPr>
            <a:xfrm>
              <a:off x="3723132" y="3979164"/>
              <a:ext cx="998231" cy="1527048"/>
            </a:xfrm>
            <a:prstGeom prst="rect">
              <a:avLst/>
            </a:prstGeom>
            <a:noFill/>
            <a:ln>
              <a:noFill/>
            </a:ln>
          </p:spPr>
        </p:pic>
        <p:sp>
          <p:nvSpPr>
            <p:cNvPr id="1528" name="Google Shape;1528;p73"/>
            <p:cNvSpPr/>
            <p:nvPr/>
          </p:nvSpPr>
          <p:spPr>
            <a:xfrm>
              <a:off x="3768852" y="4005072"/>
              <a:ext cx="911860" cy="1440180"/>
            </a:xfrm>
            <a:custGeom>
              <a:avLst/>
              <a:gdLst/>
              <a:ahLst/>
              <a:cxnLst/>
              <a:rect l="l" t="t" r="r" b="b"/>
              <a:pathLst>
                <a:path w="911860" h="1440179" extrusionOk="0">
                  <a:moveTo>
                    <a:pt x="0" y="0"/>
                  </a:moveTo>
                  <a:lnTo>
                    <a:pt x="911351" y="0"/>
                  </a:lnTo>
                  <a:lnTo>
                    <a:pt x="911351" y="1440181"/>
                  </a:lnTo>
                  <a:lnTo>
                    <a:pt x="0" y="1440181"/>
                  </a:lnTo>
                  <a:lnTo>
                    <a:pt x="0" y="0"/>
                  </a:lnTo>
                  <a:close/>
                </a:path>
              </a:pathLst>
            </a:custGeom>
            <a:noFill/>
            <a:ln w="9525" cap="flat" cmpd="sng">
              <a:solidFill>
                <a:srgbClr val="180D9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1529" name="Google Shape;1529;p73"/>
          <p:cNvGrpSpPr/>
          <p:nvPr/>
        </p:nvGrpSpPr>
        <p:grpSpPr>
          <a:xfrm>
            <a:off x="6129018" y="5980684"/>
            <a:ext cx="544067" cy="1527048"/>
            <a:chOff x="4716778" y="3979164"/>
            <a:chExt cx="544067" cy="1527048"/>
          </a:xfrm>
        </p:grpSpPr>
        <p:pic>
          <p:nvPicPr>
            <p:cNvPr id="1530" name="Google Shape;1530;p73"/>
            <p:cNvPicPr preferRelativeResize="0"/>
            <p:nvPr/>
          </p:nvPicPr>
          <p:blipFill rotWithShape="1">
            <a:blip r:embed="rId3">
              <a:alphaModFix/>
            </a:blip>
            <a:srcRect/>
            <a:stretch/>
          </p:blipFill>
          <p:spPr>
            <a:xfrm>
              <a:off x="4838700" y="4591761"/>
              <a:ext cx="303325" cy="303325"/>
            </a:xfrm>
            <a:prstGeom prst="rect">
              <a:avLst/>
            </a:prstGeom>
            <a:noFill/>
            <a:ln>
              <a:noFill/>
            </a:ln>
          </p:spPr>
        </p:pic>
        <p:pic>
          <p:nvPicPr>
            <p:cNvPr id="1531" name="Google Shape;1531;p73"/>
            <p:cNvPicPr preferRelativeResize="0"/>
            <p:nvPr/>
          </p:nvPicPr>
          <p:blipFill rotWithShape="1">
            <a:blip r:embed="rId17">
              <a:alphaModFix/>
            </a:blip>
            <a:srcRect/>
            <a:stretch/>
          </p:blipFill>
          <p:spPr>
            <a:xfrm>
              <a:off x="4881370" y="4614672"/>
              <a:ext cx="222503" cy="222503"/>
            </a:xfrm>
            <a:prstGeom prst="rect">
              <a:avLst/>
            </a:prstGeom>
            <a:noFill/>
            <a:ln>
              <a:noFill/>
            </a:ln>
          </p:spPr>
        </p:pic>
        <p:pic>
          <p:nvPicPr>
            <p:cNvPr id="1532" name="Google Shape;1532;p73"/>
            <p:cNvPicPr preferRelativeResize="0"/>
            <p:nvPr/>
          </p:nvPicPr>
          <p:blipFill rotWithShape="1">
            <a:blip r:embed="rId18">
              <a:alphaModFix/>
            </a:blip>
            <a:srcRect/>
            <a:stretch/>
          </p:blipFill>
          <p:spPr>
            <a:xfrm>
              <a:off x="4716778" y="3979164"/>
              <a:ext cx="544067" cy="1527048"/>
            </a:xfrm>
            <a:prstGeom prst="rect">
              <a:avLst/>
            </a:prstGeom>
            <a:noFill/>
            <a:ln>
              <a:noFill/>
            </a:ln>
          </p:spPr>
        </p:pic>
        <p:sp>
          <p:nvSpPr>
            <p:cNvPr id="1533" name="Google Shape;1533;p73"/>
            <p:cNvSpPr/>
            <p:nvPr/>
          </p:nvSpPr>
          <p:spPr>
            <a:xfrm>
              <a:off x="4762500" y="4005072"/>
              <a:ext cx="457200" cy="1440180"/>
            </a:xfrm>
            <a:custGeom>
              <a:avLst/>
              <a:gdLst/>
              <a:ahLst/>
              <a:cxnLst/>
              <a:rect l="l" t="t" r="r" b="b"/>
              <a:pathLst>
                <a:path w="457200" h="1440179" extrusionOk="0">
                  <a:moveTo>
                    <a:pt x="0" y="0"/>
                  </a:moveTo>
                  <a:lnTo>
                    <a:pt x="457200" y="0"/>
                  </a:lnTo>
                  <a:lnTo>
                    <a:pt x="457200" y="1440181"/>
                  </a:lnTo>
                  <a:lnTo>
                    <a:pt x="0" y="1440181"/>
                  </a:lnTo>
                  <a:lnTo>
                    <a:pt x="0" y="0"/>
                  </a:lnTo>
                  <a:close/>
                </a:path>
              </a:pathLst>
            </a:custGeom>
            <a:noFill/>
            <a:ln w="9525" cap="flat" cmpd="sng">
              <a:solidFill>
                <a:srgbClr val="1794C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534" name="Google Shape;1534;p73"/>
          <p:cNvSpPr/>
          <p:nvPr/>
        </p:nvSpPr>
        <p:spPr>
          <a:xfrm>
            <a:off x="4970780" y="6180326"/>
            <a:ext cx="303530" cy="1087120"/>
          </a:xfrm>
          <a:custGeom>
            <a:avLst/>
            <a:gdLst/>
            <a:ahLst/>
            <a:cxnLst/>
            <a:rect l="l" t="t" r="r" b="b"/>
            <a:pathLst>
              <a:path w="303529" h="1087120" extrusionOk="0">
                <a:moveTo>
                  <a:pt x="268477" y="2768"/>
                </a:moveTo>
                <a:lnTo>
                  <a:pt x="237617" y="6096"/>
                </a:lnTo>
                <a:lnTo>
                  <a:pt x="264033" y="11823"/>
                </a:lnTo>
                <a:lnTo>
                  <a:pt x="2667" y="180212"/>
                </a:lnTo>
                <a:lnTo>
                  <a:pt x="5461" y="184607"/>
                </a:lnTo>
                <a:lnTo>
                  <a:pt x="0" y="186309"/>
                </a:lnTo>
                <a:lnTo>
                  <a:pt x="71437" y="410019"/>
                </a:lnTo>
                <a:lnTo>
                  <a:pt x="508" y="544957"/>
                </a:lnTo>
                <a:lnTo>
                  <a:pt x="5307" y="547547"/>
                </a:lnTo>
                <a:lnTo>
                  <a:pt x="508" y="550163"/>
                </a:lnTo>
                <a:lnTo>
                  <a:pt x="71385" y="682853"/>
                </a:lnTo>
                <a:lnTo>
                  <a:pt x="1041" y="905116"/>
                </a:lnTo>
                <a:lnTo>
                  <a:pt x="455" y="906246"/>
                </a:lnTo>
                <a:lnTo>
                  <a:pt x="684" y="906246"/>
                </a:lnTo>
                <a:lnTo>
                  <a:pt x="0" y="908431"/>
                </a:lnTo>
                <a:lnTo>
                  <a:pt x="5829" y="910259"/>
                </a:lnTo>
                <a:lnTo>
                  <a:pt x="2794" y="915288"/>
                </a:lnTo>
                <a:lnTo>
                  <a:pt x="263817" y="1075499"/>
                </a:lnTo>
                <a:lnTo>
                  <a:pt x="237489" y="1081786"/>
                </a:lnTo>
                <a:lnTo>
                  <a:pt x="294132" y="1086612"/>
                </a:lnTo>
                <a:lnTo>
                  <a:pt x="293838" y="1086154"/>
                </a:lnTo>
                <a:lnTo>
                  <a:pt x="294125" y="1086154"/>
                </a:lnTo>
                <a:lnTo>
                  <a:pt x="294119" y="1085977"/>
                </a:lnTo>
                <a:lnTo>
                  <a:pt x="298223" y="1059751"/>
                </a:lnTo>
                <a:lnTo>
                  <a:pt x="268527" y="1059751"/>
                </a:lnTo>
                <a:lnTo>
                  <a:pt x="256589" y="1056144"/>
                </a:lnTo>
                <a:lnTo>
                  <a:pt x="17729" y="909497"/>
                </a:lnTo>
                <a:lnTo>
                  <a:pt x="46054" y="891247"/>
                </a:lnTo>
                <a:lnTo>
                  <a:pt x="22644" y="891247"/>
                </a:lnTo>
                <a:lnTo>
                  <a:pt x="48972" y="841159"/>
                </a:lnTo>
                <a:lnTo>
                  <a:pt x="34671" y="841159"/>
                </a:lnTo>
                <a:lnTo>
                  <a:pt x="79781" y="698563"/>
                </a:lnTo>
                <a:lnTo>
                  <a:pt x="94179" y="698563"/>
                </a:lnTo>
                <a:lnTo>
                  <a:pt x="85139" y="681621"/>
                </a:lnTo>
                <a:lnTo>
                  <a:pt x="90109" y="665911"/>
                </a:lnTo>
                <a:lnTo>
                  <a:pt x="76746" y="665911"/>
                </a:lnTo>
                <a:lnTo>
                  <a:pt x="22771" y="564857"/>
                </a:lnTo>
                <a:lnTo>
                  <a:pt x="47149" y="564857"/>
                </a:lnTo>
                <a:lnTo>
                  <a:pt x="17729" y="546785"/>
                </a:lnTo>
                <a:lnTo>
                  <a:pt x="47278" y="527748"/>
                </a:lnTo>
                <a:lnTo>
                  <a:pt x="23863" y="527748"/>
                </a:lnTo>
                <a:lnTo>
                  <a:pt x="76846" y="426948"/>
                </a:lnTo>
                <a:lnTo>
                  <a:pt x="90270" y="426948"/>
                </a:lnTo>
                <a:lnTo>
                  <a:pt x="85191" y="411060"/>
                </a:lnTo>
                <a:lnTo>
                  <a:pt x="94088" y="394144"/>
                </a:lnTo>
                <a:lnTo>
                  <a:pt x="79794" y="394144"/>
                </a:lnTo>
                <a:lnTo>
                  <a:pt x="33501" y="249224"/>
                </a:lnTo>
                <a:lnTo>
                  <a:pt x="47921" y="249224"/>
                </a:lnTo>
                <a:lnTo>
                  <a:pt x="22771" y="202133"/>
                </a:lnTo>
                <a:lnTo>
                  <a:pt x="47160" y="202133"/>
                </a:lnTo>
                <a:lnTo>
                  <a:pt x="18948" y="184810"/>
                </a:lnTo>
                <a:lnTo>
                  <a:pt x="260248" y="29349"/>
                </a:lnTo>
                <a:lnTo>
                  <a:pt x="268033" y="26936"/>
                </a:lnTo>
                <a:lnTo>
                  <a:pt x="268477" y="26936"/>
                </a:lnTo>
                <a:lnTo>
                  <a:pt x="268477" y="2768"/>
                </a:lnTo>
                <a:close/>
              </a:path>
              <a:path w="303529" h="1087120" extrusionOk="0">
                <a:moveTo>
                  <a:pt x="294125" y="1086154"/>
                </a:moveTo>
                <a:lnTo>
                  <a:pt x="293838" y="1086154"/>
                </a:lnTo>
                <a:lnTo>
                  <a:pt x="294132" y="1086358"/>
                </a:lnTo>
                <a:lnTo>
                  <a:pt x="294125" y="1086154"/>
                </a:lnTo>
                <a:close/>
              </a:path>
              <a:path w="303529" h="1087120" extrusionOk="0">
                <a:moveTo>
                  <a:pt x="254508" y="1045337"/>
                </a:moveTo>
                <a:lnTo>
                  <a:pt x="268527" y="1059751"/>
                </a:lnTo>
                <a:lnTo>
                  <a:pt x="268527" y="1052029"/>
                </a:lnTo>
                <a:lnTo>
                  <a:pt x="267398" y="1052029"/>
                </a:lnTo>
                <a:lnTo>
                  <a:pt x="254508" y="1045337"/>
                </a:lnTo>
                <a:close/>
              </a:path>
              <a:path w="303529" h="1087120" extrusionOk="0">
                <a:moveTo>
                  <a:pt x="268527" y="984910"/>
                </a:moveTo>
                <a:lnTo>
                  <a:pt x="268527" y="1059751"/>
                </a:lnTo>
                <a:lnTo>
                  <a:pt x="298223" y="1059751"/>
                </a:lnTo>
                <a:lnTo>
                  <a:pt x="299935" y="1048791"/>
                </a:lnTo>
                <a:lnTo>
                  <a:pt x="293115" y="1048791"/>
                </a:lnTo>
                <a:lnTo>
                  <a:pt x="293024" y="1045337"/>
                </a:lnTo>
                <a:lnTo>
                  <a:pt x="287835" y="1045337"/>
                </a:lnTo>
                <a:lnTo>
                  <a:pt x="268527" y="984910"/>
                </a:lnTo>
                <a:close/>
              </a:path>
              <a:path w="303529" h="1087120" extrusionOk="0">
                <a:moveTo>
                  <a:pt x="162128" y="825741"/>
                </a:moveTo>
                <a:lnTo>
                  <a:pt x="147726" y="825741"/>
                </a:lnTo>
                <a:lnTo>
                  <a:pt x="266382" y="1047813"/>
                </a:lnTo>
                <a:lnTo>
                  <a:pt x="267398" y="1052029"/>
                </a:lnTo>
                <a:lnTo>
                  <a:pt x="268527" y="1052029"/>
                </a:lnTo>
                <a:lnTo>
                  <a:pt x="268527" y="1021892"/>
                </a:lnTo>
                <a:lnTo>
                  <a:pt x="266903" y="1021892"/>
                </a:lnTo>
                <a:lnTo>
                  <a:pt x="162128" y="825741"/>
                </a:lnTo>
                <a:close/>
              </a:path>
              <a:path w="303529" h="1087120" extrusionOk="0">
                <a:moveTo>
                  <a:pt x="302895" y="1029843"/>
                </a:moveTo>
                <a:lnTo>
                  <a:pt x="293115" y="1048791"/>
                </a:lnTo>
                <a:lnTo>
                  <a:pt x="299935" y="1048791"/>
                </a:lnTo>
                <a:lnTo>
                  <a:pt x="302895" y="1029843"/>
                </a:lnTo>
                <a:close/>
              </a:path>
              <a:path w="303529" h="1087120" extrusionOk="0">
                <a:moveTo>
                  <a:pt x="292614" y="1029843"/>
                </a:moveTo>
                <a:lnTo>
                  <a:pt x="287827" y="1045337"/>
                </a:lnTo>
                <a:lnTo>
                  <a:pt x="293024" y="1045337"/>
                </a:lnTo>
                <a:lnTo>
                  <a:pt x="292614" y="1029843"/>
                </a:lnTo>
                <a:close/>
              </a:path>
              <a:path w="303529" h="1087120" extrusionOk="0">
                <a:moveTo>
                  <a:pt x="208032" y="795540"/>
                </a:moveTo>
                <a:lnTo>
                  <a:pt x="194602" y="795540"/>
                </a:lnTo>
                <a:lnTo>
                  <a:pt x="266903" y="1021892"/>
                </a:lnTo>
                <a:lnTo>
                  <a:pt x="266903" y="979817"/>
                </a:lnTo>
                <a:lnTo>
                  <a:pt x="208032" y="795540"/>
                </a:lnTo>
                <a:close/>
              </a:path>
              <a:path w="303529" h="1087120" extrusionOk="0">
                <a:moveTo>
                  <a:pt x="266903" y="979817"/>
                </a:moveTo>
                <a:lnTo>
                  <a:pt x="266903" y="1021892"/>
                </a:lnTo>
                <a:lnTo>
                  <a:pt x="268527" y="1021892"/>
                </a:lnTo>
                <a:lnTo>
                  <a:pt x="268527" y="984910"/>
                </a:lnTo>
                <a:lnTo>
                  <a:pt x="266903" y="979817"/>
                </a:lnTo>
                <a:close/>
              </a:path>
              <a:path w="303529" h="1087120" extrusionOk="0">
                <a:moveTo>
                  <a:pt x="141732" y="787565"/>
                </a:moveTo>
                <a:lnTo>
                  <a:pt x="141732" y="814514"/>
                </a:lnTo>
                <a:lnTo>
                  <a:pt x="22644" y="891247"/>
                </a:lnTo>
                <a:lnTo>
                  <a:pt x="46054" y="891247"/>
                </a:lnTo>
                <a:lnTo>
                  <a:pt x="147726" y="825741"/>
                </a:lnTo>
                <a:lnTo>
                  <a:pt x="162128" y="825741"/>
                </a:lnTo>
                <a:lnTo>
                  <a:pt x="158445" y="818845"/>
                </a:lnTo>
                <a:lnTo>
                  <a:pt x="175863" y="807618"/>
                </a:lnTo>
                <a:lnTo>
                  <a:pt x="152449" y="807618"/>
                </a:lnTo>
                <a:lnTo>
                  <a:pt x="141732" y="787565"/>
                </a:lnTo>
                <a:close/>
              </a:path>
              <a:path w="303529" h="1087120" extrusionOk="0">
                <a:moveTo>
                  <a:pt x="94829" y="699782"/>
                </a:moveTo>
                <a:lnTo>
                  <a:pt x="94829" y="726744"/>
                </a:lnTo>
                <a:lnTo>
                  <a:pt x="34671" y="841159"/>
                </a:lnTo>
                <a:lnTo>
                  <a:pt x="48972" y="841159"/>
                </a:lnTo>
                <a:lnTo>
                  <a:pt x="102030" y="740219"/>
                </a:lnTo>
                <a:lnTo>
                  <a:pt x="116431" y="740219"/>
                </a:lnTo>
                <a:lnTo>
                  <a:pt x="109230" y="726744"/>
                </a:lnTo>
                <a:lnTo>
                  <a:pt x="110599" y="723910"/>
                </a:lnTo>
                <a:lnTo>
                  <a:pt x="116259" y="713143"/>
                </a:lnTo>
                <a:lnTo>
                  <a:pt x="101968" y="713143"/>
                </a:lnTo>
                <a:lnTo>
                  <a:pt x="94829" y="699782"/>
                </a:lnTo>
                <a:close/>
              </a:path>
              <a:path w="303529" h="1087120" extrusionOk="0">
                <a:moveTo>
                  <a:pt x="116431" y="740219"/>
                </a:moveTo>
                <a:lnTo>
                  <a:pt x="102030" y="740219"/>
                </a:lnTo>
                <a:lnTo>
                  <a:pt x="141732" y="814514"/>
                </a:lnTo>
                <a:lnTo>
                  <a:pt x="141732" y="787565"/>
                </a:lnTo>
                <a:lnTo>
                  <a:pt x="116431" y="740219"/>
                </a:lnTo>
                <a:close/>
              </a:path>
              <a:path w="303529" h="1087120" extrusionOk="0">
                <a:moveTo>
                  <a:pt x="190601" y="740994"/>
                </a:moveTo>
                <a:lnTo>
                  <a:pt x="190601" y="783031"/>
                </a:lnTo>
                <a:lnTo>
                  <a:pt x="152449" y="807618"/>
                </a:lnTo>
                <a:lnTo>
                  <a:pt x="175863" y="807618"/>
                </a:lnTo>
                <a:lnTo>
                  <a:pt x="194602" y="795540"/>
                </a:lnTo>
                <a:lnTo>
                  <a:pt x="208032" y="795540"/>
                </a:lnTo>
                <a:lnTo>
                  <a:pt x="205739" y="788365"/>
                </a:lnTo>
                <a:lnTo>
                  <a:pt x="225157" y="775855"/>
                </a:lnTo>
                <a:lnTo>
                  <a:pt x="201739" y="775855"/>
                </a:lnTo>
                <a:lnTo>
                  <a:pt x="190601" y="740994"/>
                </a:lnTo>
                <a:close/>
              </a:path>
              <a:path w="303529" h="1087120" extrusionOk="0">
                <a:moveTo>
                  <a:pt x="162047" y="651598"/>
                </a:moveTo>
                <a:lnTo>
                  <a:pt x="148615" y="651598"/>
                </a:lnTo>
                <a:lnTo>
                  <a:pt x="190601" y="783031"/>
                </a:lnTo>
                <a:lnTo>
                  <a:pt x="190601" y="740994"/>
                </a:lnTo>
                <a:lnTo>
                  <a:pt x="162047" y="651598"/>
                </a:lnTo>
                <a:close/>
              </a:path>
              <a:path w="303529" h="1087120" extrusionOk="0">
                <a:moveTo>
                  <a:pt x="294125" y="723910"/>
                </a:moveTo>
                <a:lnTo>
                  <a:pt x="237617" y="729996"/>
                </a:lnTo>
                <a:lnTo>
                  <a:pt x="264033" y="735723"/>
                </a:lnTo>
                <a:lnTo>
                  <a:pt x="201739" y="775855"/>
                </a:lnTo>
                <a:lnTo>
                  <a:pt x="225157" y="775855"/>
                </a:lnTo>
                <a:lnTo>
                  <a:pt x="270890" y="746391"/>
                </a:lnTo>
                <a:lnTo>
                  <a:pt x="280812" y="746391"/>
                </a:lnTo>
                <a:lnTo>
                  <a:pt x="294125" y="723910"/>
                </a:lnTo>
                <a:close/>
              </a:path>
              <a:path w="303529" h="1087120" extrusionOk="0">
                <a:moveTo>
                  <a:pt x="280812" y="746391"/>
                </a:moveTo>
                <a:lnTo>
                  <a:pt x="270890" y="746391"/>
                </a:lnTo>
                <a:lnTo>
                  <a:pt x="265175" y="772795"/>
                </a:lnTo>
                <a:lnTo>
                  <a:pt x="280812" y="746391"/>
                </a:lnTo>
                <a:close/>
              </a:path>
              <a:path w="303529" h="1087120" extrusionOk="0">
                <a:moveTo>
                  <a:pt x="94179" y="698563"/>
                </a:moveTo>
                <a:lnTo>
                  <a:pt x="79781" y="698563"/>
                </a:lnTo>
                <a:lnTo>
                  <a:pt x="94829" y="726744"/>
                </a:lnTo>
                <a:lnTo>
                  <a:pt x="94829" y="699782"/>
                </a:lnTo>
                <a:lnTo>
                  <a:pt x="94179" y="698563"/>
                </a:lnTo>
                <a:close/>
              </a:path>
              <a:path w="303529" h="1087120" extrusionOk="0">
                <a:moveTo>
                  <a:pt x="185860" y="650024"/>
                </a:moveTo>
                <a:lnTo>
                  <a:pt x="161544" y="650024"/>
                </a:lnTo>
                <a:lnTo>
                  <a:pt x="263817" y="712787"/>
                </a:lnTo>
                <a:lnTo>
                  <a:pt x="237489" y="719074"/>
                </a:lnTo>
                <a:lnTo>
                  <a:pt x="294258" y="723910"/>
                </a:lnTo>
                <a:lnTo>
                  <a:pt x="294015" y="723723"/>
                </a:lnTo>
                <a:lnTo>
                  <a:pt x="293838" y="723455"/>
                </a:lnTo>
                <a:lnTo>
                  <a:pt x="294126" y="723455"/>
                </a:lnTo>
                <a:lnTo>
                  <a:pt x="293491" y="699782"/>
                </a:lnTo>
                <a:lnTo>
                  <a:pt x="293424" y="697280"/>
                </a:lnTo>
                <a:lnTo>
                  <a:pt x="269316" y="697280"/>
                </a:lnTo>
                <a:lnTo>
                  <a:pt x="256589" y="693432"/>
                </a:lnTo>
                <a:lnTo>
                  <a:pt x="185860" y="650024"/>
                </a:lnTo>
                <a:close/>
              </a:path>
              <a:path w="303529" h="1087120" extrusionOk="0">
                <a:moveTo>
                  <a:pt x="294126" y="723455"/>
                </a:moveTo>
                <a:lnTo>
                  <a:pt x="293838" y="723455"/>
                </a:lnTo>
                <a:lnTo>
                  <a:pt x="294015" y="723723"/>
                </a:lnTo>
                <a:lnTo>
                  <a:pt x="294126" y="723455"/>
                </a:lnTo>
                <a:close/>
              </a:path>
              <a:path w="303529" h="1087120" extrusionOk="0">
                <a:moveTo>
                  <a:pt x="141592" y="587616"/>
                </a:moveTo>
                <a:lnTo>
                  <a:pt x="141592" y="637794"/>
                </a:lnTo>
                <a:lnTo>
                  <a:pt x="101968" y="713143"/>
                </a:lnTo>
                <a:lnTo>
                  <a:pt x="116259" y="713143"/>
                </a:lnTo>
                <a:lnTo>
                  <a:pt x="148615" y="651598"/>
                </a:lnTo>
                <a:lnTo>
                  <a:pt x="162047" y="651598"/>
                </a:lnTo>
                <a:lnTo>
                  <a:pt x="161544" y="650024"/>
                </a:lnTo>
                <a:lnTo>
                  <a:pt x="185860" y="650024"/>
                </a:lnTo>
                <a:lnTo>
                  <a:pt x="158318" y="633120"/>
                </a:lnTo>
                <a:lnTo>
                  <a:pt x="165836" y="618820"/>
                </a:lnTo>
                <a:lnTo>
                  <a:pt x="151560" y="618820"/>
                </a:lnTo>
                <a:lnTo>
                  <a:pt x="141592" y="587616"/>
                </a:lnTo>
                <a:close/>
              </a:path>
              <a:path w="303529" h="1087120" extrusionOk="0">
                <a:moveTo>
                  <a:pt x="212528" y="557390"/>
                </a:moveTo>
                <a:lnTo>
                  <a:pt x="198132" y="557390"/>
                </a:lnTo>
                <a:lnTo>
                  <a:pt x="266395" y="685139"/>
                </a:lnTo>
                <a:lnTo>
                  <a:pt x="269316" y="697280"/>
                </a:lnTo>
                <a:lnTo>
                  <a:pt x="269316" y="663701"/>
                </a:lnTo>
                <a:lnTo>
                  <a:pt x="212528" y="557390"/>
                </a:lnTo>
                <a:close/>
              </a:path>
              <a:path w="303529" h="1087120" extrusionOk="0">
                <a:moveTo>
                  <a:pt x="269316" y="663701"/>
                </a:moveTo>
                <a:lnTo>
                  <a:pt x="269316" y="697280"/>
                </a:lnTo>
                <a:lnTo>
                  <a:pt x="293424" y="697280"/>
                </a:lnTo>
                <a:lnTo>
                  <a:pt x="293299" y="692645"/>
                </a:lnTo>
                <a:lnTo>
                  <a:pt x="284783" y="692645"/>
                </a:lnTo>
                <a:lnTo>
                  <a:pt x="269316" y="663701"/>
                </a:lnTo>
                <a:close/>
              </a:path>
              <a:path w="303529" h="1087120" extrusionOk="0">
                <a:moveTo>
                  <a:pt x="292608" y="666876"/>
                </a:moveTo>
                <a:lnTo>
                  <a:pt x="284783" y="692645"/>
                </a:lnTo>
                <a:lnTo>
                  <a:pt x="293299" y="692645"/>
                </a:lnTo>
                <a:lnTo>
                  <a:pt x="292608" y="666876"/>
                </a:lnTo>
                <a:close/>
              </a:path>
              <a:path w="303529" h="1087120" extrusionOk="0">
                <a:moveTo>
                  <a:pt x="94742" y="594093"/>
                </a:moveTo>
                <a:lnTo>
                  <a:pt x="94742" y="609041"/>
                </a:lnTo>
                <a:lnTo>
                  <a:pt x="76746" y="665911"/>
                </a:lnTo>
                <a:lnTo>
                  <a:pt x="90109" y="665911"/>
                </a:lnTo>
                <a:lnTo>
                  <a:pt x="105929" y="615899"/>
                </a:lnTo>
                <a:lnTo>
                  <a:pt x="130267" y="615899"/>
                </a:lnTo>
                <a:lnTo>
                  <a:pt x="109880" y="603389"/>
                </a:lnTo>
                <a:lnTo>
                  <a:pt x="112054" y="596519"/>
                </a:lnTo>
                <a:lnTo>
                  <a:pt x="98704" y="596519"/>
                </a:lnTo>
                <a:lnTo>
                  <a:pt x="94742" y="594093"/>
                </a:lnTo>
                <a:close/>
              </a:path>
              <a:path w="303529" h="1087120" extrusionOk="0">
                <a:moveTo>
                  <a:pt x="130267" y="615899"/>
                </a:moveTo>
                <a:lnTo>
                  <a:pt x="105929" y="615899"/>
                </a:lnTo>
                <a:lnTo>
                  <a:pt x="141592" y="637794"/>
                </a:lnTo>
                <a:lnTo>
                  <a:pt x="141592" y="621195"/>
                </a:lnTo>
                <a:lnTo>
                  <a:pt x="138898" y="621195"/>
                </a:lnTo>
                <a:lnTo>
                  <a:pt x="130267" y="615899"/>
                </a:lnTo>
                <a:close/>
              </a:path>
              <a:path w="303529" h="1087120" extrusionOk="0">
                <a:moveTo>
                  <a:pt x="134908" y="566699"/>
                </a:moveTo>
                <a:lnTo>
                  <a:pt x="121488" y="566699"/>
                </a:lnTo>
                <a:lnTo>
                  <a:pt x="138898" y="621195"/>
                </a:lnTo>
                <a:lnTo>
                  <a:pt x="138898" y="579196"/>
                </a:lnTo>
                <a:lnTo>
                  <a:pt x="134908" y="566699"/>
                </a:lnTo>
                <a:close/>
              </a:path>
              <a:path w="303529" h="1087120" extrusionOk="0">
                <a:moveTo>
                  <a:pt x="138898" y="579196"/>
                </a:moveTo>
                <a:lnTo>
                  <a:pt x="138898" y="621195"/>
                </a:lnTo>
                <a:lnTo>
                  <a:pt x="141592" y="621195"/>
                </a:lnTo>
                <a:lnTo>
                  <a:pt x="141592" y="587616"/>
                </a:lnTo>
                <a:lnTo>
                  <a:pt x="138898" y="579196"/>
                </a:lnTo>
                <a:close/>
              </a:path>
              <a:path w="303529" h="1087120" extrusionOk="0">
                <a:moveTo>
                  <a:pt x="190930" y="516953"/>
                </a:moveTo>
                <a:lnTo>
                  <a:pt x="190930" y="543928"/>
                </a:lnTo>
                <a:lnTo>
                  <a:pt x="151560" y="618820"/>
                </a:lnTo>
                <a:lnTo>
                  <a:pt x="165836" y="618820"/>
                </a:lnTo>
                <a:lnTo>
                  <a:pt x="198132" y="557390"/>
                </a:lnTo>
                <a:lnTo>
                  <a:pt x="212528" y="557390"/>
                </a:lnTo>
                <a:lnTo>
                  <a:pt x="205337" y="543928"/>
                </a:lnTo>
                <a:lnTo>
                  <a:pt x="205203" y="543928"/>
                </a:lnTo>
                <a:lnTo>
                  <a:pt x="212346" y="530339"/>
                </a:lnTo>
                <a:lnTo>
                  <a:pt x="198080" y="530339"/>
                </a:lnTo>
                <a:lnTo>
                  <a:pt x="190930" y="516953"/>
                </a:lnTo>
                <a:close/>
              </a:path>
              <a:path w="303529" h="1087120" extrusionOk="0">
                <a:moveTo>
                  <a:pt x="47149" y="564857"/>
                </a:moveTo>
                <a:lnTo>
                  <a:pt x="22771" y="564857"/>
                </a:lnTo>
                <a:lnTo>
                  <a:pt x="94742" y="609041"/>
                </a:lnTo>
                <a:lnTo>
                  <a:pt x="94742" y="594093"/>
                </a:lnTo>
                <a:lnTo>
                  <a:pt x="47149" y="564857"/>
                </a:lnTo>
                <a:close/>
              </a:path>
              <a:path w="303529" h="1087120" extrusionOk="0">
                <a:moveTo>
                  <a:pt x="114782" y="503694"/>
                </a:moveTo>
                <a:lnTo>
                  <a:pt x="114782" y="545706"/>
                </a:lnTo>
                <a:lnTo>
                  <a:pt x="98704" y="596519"/>
                </a:lnTo>
                <a:lnTo>
                  <a:pt x="112054" y="596519"/>
                </a:lnTo>
                <a:lnTo>
                  <a:pt x="121488" y="566699"/>
                </a:lnTo>
                <a:lnTo>
                  <a:pt x="134908" y="566699"/>
                </a:lnTo>
                <a:lnTo>
                  <a:pt x="128204" y="545706"/>
                </a:lnTo>
                <a:lnTo>
                  <a:pt x="128369" y="544957"/>
                </a:lnTo>
                <a:lnTo>
                  <a:pt x="134803" y="524611"/>
                </a:lnTo>
                <a:lnTo>
                  <a:pt x="121461" y="524611"/>
                </a:lnTo>
                <a:lnTo>
                  <a:pt x="114782" y="503694"/>
                </a:lnTo>
                <a:close/>
              </a:path>
              <a:path w="303529" h="1087120" extrusionOk="0">
                <a:moveTo>
                  <a:pt x="111925" y="494741"/>
                </a:moveTo>
                <a:lnTo>
                  <a:pt x="98512" y="494741"/>
                </a:lnTo>
                <a:lnTo>
                  <a:pt x="114782" y="545706"/>
                </a:lnTo>
                <a:lnTo>
                  <a:pt x="114782" y="503694"/>
                </a:lnTo>
                <a:lnTo>
                  <a:pt x="111925" y="494741"/>
                </a:lnTo>
                <a:close/>
              </a:path>
              <a:path w="303529" h="1087120" extrusionOk="0">
                <a:moveTo>
                  <a:pt x="166246" y="470738"/>
                </a:moveTo>
                <a:lnTo>
                  <a:pt x="151841" y="470738"/>
                </a:lnTo>
                <a:lnTo>
                  <a:pt x="190930" y="543928"/>
                </a:lnTo>
                <a:lnTo>
                  <a:pt x="190930" y="516953"/>
                </a:lnTo>
                <a:lnTo>
                  <a:pt x="166246" y="470738"/>
                </a:lnTo>
                <a:close/>
              </a:path>
              <a:path w="303529" h="1087120" extrusionOk="0">
                <a:moveTo>
                  <a:pt x="294132" y="361188"/>
                </a:moveTo>
                <a:lnTo>
                  <a:pt x="270065" y="363791"/>
                </a:lnTo>
                <a:lnTo>
                  <a:pt x="270065" y="387489"/>
                </a:lnTo>
                <a:lnTo>
                  <a:pt x="267881" y="397573"/>
                </a:lnTo>
                <a:lnTo>
                  <a:pt x="198080" y="530339"/>
                </a:lnTo>
                <a:lnTo>
                  <a:pt x="212346" y="530339"/>
                </a:lnTo>
                <a:lnTo>
                  <a:pt x="284962" y="392188"/>
                </a:lnTo>
                <a:lnTo>
                  <a:pt x="293507" y="392188"/>
                </a:lnTo>
                <a:lnTo>
                  <a:pt x="293788" y="378269"/>
                </a:lnTo>
                <a:lnTo>
                  <a:pt x="293893" y="373011"/>
                </a:lnTo>
                <a:lnTo>
                  <a:pt x="294009" y="367284"/>
                </a:lnTo>
                <a:lnTo>
                  <a:pt x="294132" y="361188"/>
                </a:lnTo>
                <a:close/>
              </a:path>
              <a:path w="303529" h="1087120" extrusionOk="0">
                <a:moveTo>
                  <a:pt x="94513" y="440220"/>
                </a:moveTo>
                <a:lnTo>
                  <a:pt x="94513" y="482231"/>
                </a:lnTo>
                <a:lnTo>
                  <a:pt x="23863" y="527748"/>
                </a:lnTo>
                <a:lnTo>
                  <a:pt x="47278" y="527748"/>
                </a:lnTo>
                <a:lnTo>
                  <a:pt x="98512" y="494741"/>
                </a:lnTo>
                <a:lnTo>
                  <a:pt x="111925" y="494741"/>
                </a:lnTo>
                <a:lnTo>
                  <a:pt x="109639" y="487578"/>
                </a:lnTo>
                <a:lnTo>
                  <a:pt x="129081" y="475056"/>
                </a:lnTo>
                <a:lnTo>
                  <a:pt x="105651" y="475056"/>
                </a:lnTo>
                <a:lnTo>
                  <a:pt x="94513" y="440220"/>
                </a:lnTo>
                <a:close/>
              </a:path>
              <a:path w="303529" h="1087120" extrusionOk="0">
                <a:moveTo>
                  <a:pt x="141732" y="424853"/>
                </a:moveTo>
                <a:lnTo>
                  <a:pt x="141732" y="451802"/>
                </a:lnTo>
                <a:lnTo>
                  <a:pt x="139217" y="453428"/>
                </a:lnTo>
                <a:lnTo>
                  <a:pt x="139217" y="468528"/>
                </a:lnTo>
                <a:lnTo>
                  <a:pt x="121461" y="524611"/>
                </a:lnTo>
                <a:lnTo>
                  <a:pt x="134803" y="524611"/>
                </a:lnTo>
                <a:lnTo>
                  <a:pt x="151841" y="470738"/>
                </a:lnTo>
                <a:lnTo>
                  <a:pt x="166246" y="470738"/>
                </a:lnTo>
                <a:lnTo>
                  <a:pt x="158445" y="456133"/>
                </a:lnTo>
                <a:lnTo>
                  <a:pt x="185369" y="438785"/>
                </a:lnTo>
                <a:lnTo>
                  <a:pt x="161950" y="438785"/>
                </a:lnTo>
                <a:lnTo>
                  <a:pt x="162155" y="438137"/>
                </a:lnTo>
                <a:lnTo>
                  <a:pt x="148831" y="438137"/>
                </a:lnTo>
                <a:lnTo>
                  <a:pt x="141732" y="424853"/>
                </a:lnTo>
                <a:close/>
              </a:path>
              <a:path w="303529" h="1087120" extrusionOk="0">
                <a:moveTo>
                  <a:pt x="90270" y="426948"/>
                </a:moveTo>
                <a:lnTo>
                  <a:pt x="76846" y="426948"/>
                </a:lnTo>
                <a:lnTo>
                  <a:pt x="94513" y="482231"/>
                </a:lnTo>
                <a:lnTo>
                  <a:pt x="94513" y="440220"/>
                </a:lnTo>
                <a:lnTo>
                  <a:pt x="90270" y="426948"/>
                </a:lnTo>
                <a:close/>
              </a:path>
              <a:path w="303529" h="1087120" extrusionOk="0">
                <a:moveTo>
                  <a:pt x="139217" y="453428"/>
                </a:moveTo>
                <a:lnTo>
                  <a:pt x="105651" y="475056"/>
                </a:lnTo>
                <a:lnTo>
                  <a:pt x="129081" y="475056"/>
                </a:lnTo>
                <a:lnTo>
                  <a:pt x="139217" y="468528"/>
                </a:lnTo>
                <a:lnTo>
                  <a:pt x="139217" y="453428"/>
                </a:lnTo>
                <a:close/>
              </a:path>
              <a:path w="303529" h="1087120" extrusionOk="0">
                <a:moveTo>
                  <a:pt x="116842" y="378269"/>
                </a:moveTo>
                <a:lnTo>
                  <a:pt x="102438" y="378269"/>
                </a:lnTo>
                <a:lnTo>
                  <a:pt x="141732" y="451802"/>
                </a:lnTo>
                <a:lnTo>
                  <a:pt x="141732" y="424853"/>
                </a:lnTo>
                <a:lnTo>
                  <a:pt x="116842" y="378269"/>
                </a:lnTo>
                <a:close/>
              </a:path>
              <a:path w="303529" h="1087120" extrusionOk="0">
                <a:moveTo>
                  <a:pt x="270065" y="363791"/>
                </a:moveTo>
                <a:lnTo>
                  <a:pt x="237617" y="367284"/>
                </a:lnTo>
                <a:lnTo>
                  <a:pt x="264033" y="373011"/>
                </a:lnTo>
                <a:lnTo>
                  <a:pt x="161950" y="438785"/>
                </a:lnTo>
                <a:lnTo>
                  <a:pt x="185369" y="438785"/>
                </a:lnTo>
                <a:lnTo>
                  <a:pt x="260248" y="390537"/>
                </a:lnTo>
                <a:lnTo>
                  <a:pt x="270065" y="387489"/>
                </a:lnTo>
                <a:lnTo>
                  <a:pt x="270065" y="363791"/>
                </a:lnTo>
                <a:close/>
              </a:path>
              <a:path w="303529" h="1087120" extrusionOk="0">
                <a:moveTo>
                  <a:pt x="190868" y="290372"/>
                </a:moveTo>
                <a:lnTo>
                  <a:pt x="190868" y="305320"/>
                </a:lnTo>
                <a:lnTo>
                  <a:pt x="148831" y="438137"/>
                </a:lnTo>
                <a:lnTo>
                  <a:pt x="162155" y="438137"/>
                </a:lnTo>
                <a:lnTo>
                  <a:pt x="202006" y="312153"/>
                </a:lnTo>
                <a:lnTo>
                  <a:pt x="226352" y="312153"/>
                </a:lnTo>
                <a:lnTo>
                  <a:pt x="205968" y="299643"/>
                </a:lnTo>
                <a:lnTo>
                  <a:pt x="208133" y="292798"/>
                </a:lnTo>
                <a:lnTo>
                  <a:pt x="194818" y="292798"/>
                </a:lnTo>
                <a:lnTo>
                  <a:pt x="190868" y="290372"/>
                </a:lnTo>
                <a:close/>
              </a:path>
              <a:path w="303529" h="1087120" extrusionOk="0">
                <a:moveTo>
                  <a:pt x="293507" y="392188"/>
                </a:moveTo>
                <a:lnTo>
                  <a:pt x="284962" y="392188"/>
                </a:lnTo>
                <a:lnTo>
                  <a:pt x="292988" y="417957"/>
                </a:lnTo>
                <a:lnTo>
                  <a:pt x="293399" y="397573"/>
                </a:lnTo>
                <a:lnTo>
                  <a:pt x="293507" y="392188"/>
                </a:lnTo>
                <a:close/>
              </a:path>
              <a:path w="303529" h="1087120" extrusionOk="0">
                <a:moveTo>
                  <a:pt x="95224" y="337794"/>
                </a:moveTo>
                <a:lnTo>
                  <a:pt x="95224" y="364782"/>
                </a:lnTo>
                <a:lnTo>
                  <a:pt x="79794" y="394144"/>
                </a:lnTo>
                <a:lnTo>
                  <a:pt x="94088" y="394144"/>
                </a:lnTo>
                <a:lnTo>
                  <a:pt x="102438" y="378269"/>
                </a:lnTo>
                <a:lnTo>
                  <a:pt x="116842" y="378269"/>
                </a:lnTo>
                <a:lnTo>
                  <a:pt x="109636" y="364782"/>
                </a:lnTo>
                <a:lnTo>
                  <a:pt x="110036" y="363791"/>
                </a:lnTo>
                <a:lnTo>
                  <a:pt x="116665" y="351180"/>
                </a:lnTo>
                <a:lnTo>
                  <a:pt x="102373" y="351180"/>
                </a:lnTo>
                <a:lnTo>
                  <a:pt x="95224" y="337794"/>
                </a:lnTo>
                <a:close/>
              </a:path>
              <a:path w="303529" h="1087120" extrusionOk="0">
                <a:moveTo>
                  <a:pt x="47921" y="249224"/>
                </a:moveTo>
                <a:lnTo>
                  <a:pt x="33501" y="249224"/>
                </a:lnTo>
                <a:lnTo>
                  <a:pt x="95224" y="364782"/>
                </a:lnTo>
                <a:lnTo>
                  <a:pt x="95224" y="337794"/>
                </a:lnTo>
                <a:lnTo>
                  <a:pt x="47921" y="249224"/>
                </a:lnTo>
                <a:close/>
              </a:path>
              <a:path w="303529" h="1087120" extrusionOk="0">
                <a:moveTo>
                  <a:pt x="226352" y="312153"/>
                </a:moveTo>
                <a:lnTo>
                  <a:pt x="202006" y="312153"/>
                </a:lnTo>
                <a:lnTo>
                  <a:pt x="263817" y="350075"/>
                </a:lnTo>
                <a:lnTo>
                  <a:pt x="237489" y="356362"/>
                </a:lnTo>
                <a:lnTo>
                  <a:pt x="294132" y="361188"/>
                </a:lnTo>
                <a:lnTo>
                  <a:pt x="280442" y="339204"/>
                </a:lnTo>
                <a:lnTo>
                  <a:pt x="270432" y="339204"/>
                </a:lnTo>
                <a:lnTo>
                  <a:pt x="226352" y="312153"/>
                </a:lnTo>
                <a:close/>
              </a:path>
              <a:path w="303529" h="1087120" extrusionOk="0">
                <a:moveTo>
                  <a:pt x="142200" y="260489"/>
                </a:moveTo>
                <a:lnTo>
                  <a:pt x="142200" y="275437"/>
                </a:lnTo>
                <a:lnTo>
                  <a:pt x="102373" y="351180"/>
                </a:lnTo>
                <a:lnTo>
                  <a:pt x="116665" y="351180"/>
                </a:lnTo>
                <a:lnTo>
                  <a:pt x="152995" y="282067"/>
                </a:lnTo>
                <a:lnTo>
                  <a:pt x="177344" y="282067"/>
                </a:lnTo>
                <a:lnTo>
                  <a:pt x="158940" y="270763"/>
                </a:lnTo>
                <a:lnTo>
                  <a:pt x="162424" y="264134"/>
                </a:lnTo>
                <a:lnTo>
                  <a:pt x="148145" y="264134"/>
                </a:lnTo>
                <a:lnTo>
                  <a:pt x="142200" y="260489"/>
                </a:lnTo>
                <a:close/>
              </a:path>
              <a:path w="303529" h="1087120" extrusionOk="0">
                <a:moveTo>
                  <a:pt x="264160" y="313055"/>
                </a:moveTo>
                <a:lnTo>
                  <a:pt x="270432" y="339204"/>
                </a:lnTo>
                <a:lnTo>
                  <a:pt x="280442" y="339204"/>
                </a:lnTo>
                <a:lnTo>
                  <a:pt x="264160" y="313055"/>
                </a:lnTo>
                <a:close/>
              </a:path>
              <a:path w="303529" h="1087120" extrusionOk="0">
                <a:moveTo>
                  <a:pt x="177344" y="282067"/>
                </a:moveTo>
                <a:lnTo>
                  <a:pt x="152995" y="282067"/>
                </a:lnTo>
                <a:lnTo>
                  <a:pt x="190868" y="305320"/>
                </a:lnTo>
                <a:lnTo>
                  <a:pt x="190868" y="290372"/>
                </a:lnTo>
                <a:lnTo>
                  <a:pt x="177344" y="282067"/>
                </a:lnTo>
                <a:close/>
              </a:path>
              <a:path w="303529" h="1087120" extrusionOk="0">
                <a:moveTo>
                  <a:pt x="294132" y="0"/>
                </a:moveTo>
                <a:lnTo>
                  <a:pt x="268477" y="2768"/>
                </a:lnTo>
                <a:lnTo>
                  <a:pt x="268477" y="33604"/>
                </a:lnTo>
                <a:lnTo>
                  <a:pt x="267881" y="36385"/>
                </a:lnTo>
                <a:lnTo>
                  <a:pt x="266649" y="38735"/>
                </a:lnTo>
                <a:lnTo>
                  <a:pt x="266649" y="65836"/>
                </a:lnTo>
                <a:lnTo>
                  <a:pt x="194818" y="292798"/>
                </a:lnTo>
                <a:lnTo>
                  <a:pt x="208133" y="292798"/>
                </a:lnTo>
                <a:lnTo>
                  <a:pt x="287849" y="40767"/>
                </a:lnTo>
                <a:lnTo>
                  <a:pt x="287921" y="40538"/>
                </a:lnTo>
                <a:lnTo>
                  <a:pt x="293310" y="40538"/>
                </a:lnTo>
                <a:lnTo>
                  <a:pt x="293370" y="37515"/>
                </a:lnTo>
                <a:lnTo>
                  <a:pt x="300073" y="37515"/>
                </a:lnTo>
                <a:lnTo>
                  <a:pt x="294132" y="0"/>
                </a:lnTo>
                <a:close/>
              </a:path>
              <a:path w="303529" h="1087120" extrusionOk="0">
                <a:moveTo>
                  <a:pt x="47160" y="202133"/>
                </a:moveTo>
                <a:lnTo>
                  <a:pt x="22771" y="202133"/>
                </a:lnTo>
                <a:lnTo>
                  <a:pt x="142200" y="275437"/>
                </a:lnTo>
                <a:lnTo>
                  <a:pt x="142200" y="260489"/>
                </a:lnTo>
                <a:lnTo>
                  <a:pt x="47160" y="202133"/>
                </a:lnTo>
                <a:close/>
              </a:path>
              <a:path w="303529" h="1087120" extrusionOk="0">
                <a:moveTo>
                  <a:pt x="266649" y="38735"/>
                </a:moveTo>
                <a:lnTo>
                  <a:pt x="148145" y="264134"/>
                </a:lnTo>
                <a:lnTo>
                  <a:pt x="162424" y="264134"/>
                </a:lnTo>
                <a:lnTo>
                  <a:pt x="266649" y="65836"/>
                </a:lnTo>
                <a:lnTo>
                  <a:pt x="266649" y="38735"/>
                </a:lnTo>
                <a:close/>
              </a:path>
              <a:path w="303529" h="1087120" extrusionOk="0">
                <a:moveTo>
                  <a:pt x="293310" y="40538"/>
                </a:moveTo>
                <a:lnTo>
                  <a:pt x="287921" y="40538"/>
                </a:lnTo>
                <a:lnTo>
                  <a:pt x="292988" y="56769"/>
                </a:lnTo>
                <a:lnTo>
                  <a:pt x="293305" y="40767"/>
                </a:lnTo>
                <a:lnTo>
                  <a:pt x="293310" y="40538"/>
                </a:lnTo>
                <a:close/>
              </a:path>
              <a:path w="303529" h="1087120" extrusionOk="0">
                <a:moveTo>
                  <a:pt x="300073" y="37515"/>
                </a:moveTo>
                <a:lnTo>
                  <a:pt x="293370" y="37515"/>
                </a:lnTo>
                <a:lnTo>
                  <a:pt x="303022" y="56134"/>
                </a:lnTo>
                <a:lnTo>
                  <a:pt x="300073" y="37515"/>
                </a:lnTo>
                <a:close/>
              </a:path>
              <a:path w="303529" h="1087120" extrusionOk="0">
                <a:moveTo>
                  <a:pt x="268477" y="26936"/>
                </a:moveTo>
                <a:lnTo>
                  <a:pt x="268033" y="26936"/>
                </a:lnTo>
                <a:lnTo>
                  <a:pt x="254635" y="40767"/>
                </a:lnTo>
                <a:lnTo>
                  <a:pt x="268477" y="33604"/>
                </a:lnTo>
                <a:lnTo>
                  <a:pt x="268477" y="26936"/>
                </a:lnTo>
                <a:close/>
              </a:path>
            </a:pathLst>
          </a:custGeom>
          <a:solidFill>
            <a:srgbClr val="0581B7"/>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1535" name="Google Shape;1535;p73"/>
          <p:cNvPicPr preferRelativeResize="0"/>
          <p:nvPr/>
        </p:nvPicPr>
        <p:blipFill rotWithShape="1">
          <a:blip r:embed="rId19">
            <a:alphaModFix/>
          </a:blip>
          <a:srcRect/>
          <a:stretch/>
        </p:blipFill>
        <p:spPr>
          <a:xfrm>
            <a:off x="5473699" y="6155688"/>
            <a:ext cx="305688" cy="1136650"/>
          </a:xfrm>
          <a:prstGeom prst="rect">
            <a:avLst/>
          </a:prstGeom>
          <a:noFill/>
          <a:ln>
            <a:noFill/>
          </a:ln>
        </p:spPr>
      </p:pic>
      <p:sp>
        <p:nvSpPr>
          <p:cNvPr id="1536" name="Google Shape;1536;p73"/>
          <p:cNvSpPr/>
          <p:nvPr/>
        </p:nvSpPr>
        <p:spPr>
          <a:xfrm>
            <a:off x="5978780" y="6177151"/>
            <a:ext cx="318770" cy="1092835"/>
          </a:xfrm>
          <a:custGeom>
            <a:avLst/>
            <a:gdLst/>
            <a:ahLst/>
            <a:cxnLst/>
            <a:rect l="l" t="t" r="r" b="b"/>
            <a:pathLst>
              <a:path w="318770" h="1092835" extrusionOk="0">
                <a:moveTo>
                  <a:pt x="316717" y="575741"/>
                </a:moveTo>
                <a:lnTo>
                  <a:pt x="292581" y="575741"/>
                </a:lnTo>
                <a:lnTo>
                  <a:pt x="289305" y="587692"/>
                </a:lnTo>
                <a:lnTo>
                  <a:pt x="0" y="1086358"/>
                </a:lnTo>
                <a:lnTo>
                  <a:pt x="10921" y="1092708"/>
                </a:lnTo>
                <a:lnTo>
                  <a:pt x="307859" y="580885"/>
                </a:lnTo>
                <a:lnTo>
                  <a:pt x="316406" y="580885"/>
                </a:lnTo>
                <a:lnTo>
                  <a:pt x="316717" y="575741"/>
                </a:lnTo>
                <a:close/>
              </a:path>
              <a:path w="318770" h="1092835" extrusionOk="0">
                <a:moveTo>
                  <a:pt x="8635" y="358901"/>
                </a:moveTo>
                <a:lnTo>
                  <a:pt x="2158" y="369824"/>
                </a:lnTo>
                <a:lnTo>
                  <a:pt x="287755" y="539178"/>
                </a:lnTo>
                <a:lnTo>
                  <a:pt x="261619" y="545846"/>
                </a:lnTo>
                <a:lnTo>
                  <a:pt x="318095" y="549910"/>
                </a:lnTo>
                <a:lnTo>
                  <a:pt x="316519" y="549910"/>
                </a:lnTo>
                <a:lnTo>
                  <a:pt x="317181" y="550354"/>
                </a:lnTo>
                <a:lnTo>
                  <a:pt x="261619" y="553212"/>
                </a:lnTo>
                <a:lnTo>
                  <a:pt x="287615" y="560387"/>
                </a:lnTo>
                <a:lnTo>
                  <a:pt x="2285" y="721613"/>
                </a:lnTo>
                <a:lnTo>
                  <a:pt x="8635" y="732663"/>
                </a:lnTo>
                <a:lnTo>
                  <a:pt x="280542" y="578954"/>
                </a:lnTo>
                <a:lnTo>
                  <a:pt x="292581" y="575741"/>
                </a:lnTo>
                <a:lnTo>
                  <a:pt x="316717" y="575741"/>
                </a:lnTo>
                <a:lnTo>
                  <a:pt x="318211" y="551027"/>
                </a:lnTo>
                <a:lnTo>
                  <a:pt x="318197" y="549910"/>
                </a:lnTo>
                <a:lnTo>
                  <a:pt x="318026" y="545846"/>
                </a:lnTo>
                <a:lnTo>
                  <a:pt x="317067" y="529056"/>
                </a:lnTo>
                <a:lnTo>
                  <a:pt x="305688" y="529056"/>
                </a:lnTo>
                <a:lnTo>
                  <a:pt x="305688" y="525767"/>
                </a:lnTo>
                <a:lnTo>
                  <a:pt x="293546" y="525767"/>
                </a:lnTo>
                <a:lnTo>
                  <a:pt x="286980" y="523951"/>
                </a:lnTo>
                <a:lnTo>
                  <a:pt x="8635" y="358901"/>
                </a:lnTo>
                <a:close/>
              </a:path>
              <a:path w="318770" h="1092835" extrusionOk="0">
                <a:moveTo>
                  <a:pt x="316406" y="580885"/>
                </a:moveTo>
                <a:lnTo>
                  <a:pt x="307859" y="580885"/>
                </a:lnTo>
                <a:lnTo>
                  <a:pt x="314832" y="606933"/>
                </a:lnTo>
                <a:lnTo>
                  <a:pt x="316406" y="580885"/>
                </a:lnTo>
                <a:close/>
              </a:path>
              <a:path w="318770" h="1092835" extrusionOk="0">
                <a:moveTo>
                  <a:pt x="305703" y="516178"/>
                </a:moveTo>
                <a:lnTo>
                  <a:pt x="305688" y="529056"/>
                </a:lnTo>
                <a:lnTo>
                  <a:pt x="317067" y="529056"/>
                </a:lnTo>
                <a:lnTo>
                  <a:pt x="316601" y="520344"/>
                </a:lnTo>
                <a:lnTo>
                  <a:pt x="308088" y="520344"/>
                </a:lnTo>
                <a:lnTo>
                  <a:pt x="305703" y="516178"/>
                </a:lnTo>
                <a:close/>
              </a:path>
              <a:path w="318770" h="1092835" extrusionOk="0">
                <a:moveTo>
                  <a:pt x="10921" y="0"/>
                </a:moveTo>
                <a:lnTo>
                  <a:pt x="0" y="6350"/>
                </a:lnTo>
                <a:lnTo>
                  <a:pt x="291095" y="516178"/>
                </a:lnTo>
                <a:lnTo>
                  <a:pt x="293546" y="525767"/>
                </a:lnTo>
                <a:lnTo>
                  <a:pt x="305688" y="525767"/>
                </a:lnTo>
                <a:lnTo>
                  <a:pt x="305688" y="516178"/>
                </a:lnTo>
                <a:lnTo>
                  <a:pt x="10921" y="0"/>
                </a:lnTo>
                <a:close/>
              </a:path>
              <a:path w="318770" h="1092835" extrusionOk="0">
                <a:moveTo>
                  <a:pt x="315213" y="494411"/>
                </a:moveTo>
                <a:lnTo>
                  <a:pt x="308088" y="520344"/>
                </a:lnTo>
                <a:lnTo>
                  <a:pt x="316601" y="520344"/>
                </a:lnTo>
                <a:lnTo>
                  <a:pt x="315213" y="494411"/>
                </a:lnTo>
                <a:close/>
              </a:path>
            </a:pathLst>
          </a:custGeom>
          <a:solidFill>
            <a:srgbClr val="0581B7"/>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nvGrpSpPr>
          <p:cNvPr id="1537" name="Google Shape;1537;p73"/>
          <p:cNvGrpSpPr/>
          <p:nvPr/>
        </p:nvGrpSpPr>
        <p:grpSpPr>
          <a:xfrm>
            <a:off x="2626867" y="5980671"/>
            <a:ext cx="1993391" cy="835163"/>
            <a:chOff x="1214627" y="3979151"/>
            <a:chExt cx="1993391" cy="835163"/>
          </a:xfrm>
        </p:grpSpPr>
        <p:pic>
          <p:nvPicPr>
            <p:cNvPr id="1538" name="Google Shape;1538;p73"/>
            <p:cNvPicPr preferRelativeResize="0"/>
            <p:nvPr/>
          </p:nvPicPr>
          <p:blipFill rotWithShape="1">
            <a:blip r:embed="rId20">
              <a:alphaModFix/>
            </a:blip>
            <a:srcRect/>
            <a:stretch/>
          </p:blipFill>
          <p:spPr>
            <a:xfrm>
              <a:off x="1214627" y="4044683"/>
              <a:ext cx="1993391" cy="633995"/>
            </a:xfrm>
            <a:prstGeom prst="rect">
              <a:avLst/>
            </a:prstGeom>
            <a:noFill/>
            <a:ln>
              <a:noFill/>
            </a:ln>
          </p:spPr>
        </p:pic>
        <p:pic>
          <p:nvPicPr>
            <p:cNvPr id="1539" name="Google Shape;1539;p73"/>
            <p:cNvPicPr preferRelativeResize="0"/>
            <p:nvPr/>
          </p:nvPicPr>
          <p:blipFill rotWithShape="1">
            <a:blip r:embed="rId21">
              <a:alphaModFix/>
            </a:blip>
            <a:srcRect/>
            <a:stretch/>
          </p:blipFill>
          <p:spPr>
            <a:xfrm>
              <a:off x="1299972" y="3979151"/>
              <a:ext cx="957059" cy="835163"/>
            </a:xfrm>
            <a:prstGeom prst="rect">
              <a:avLst/>
            </a:prstGeom>
            <a:noFill/>
            <a:ln>
              <a:noFill/>
            </a:ln>
          </p:spPr>
        </p:pic>
        <p:pic>
          <p:nvPicPr>
            <p:cNvPr id="1540" name="Google Shape;1540;p73"/>
            <p:cNvPicPr preferRelativeResize="0"/>
            <p:nvPr/>
          </p:nvPicPr>
          <p:blipFill rotWithShape="1">
            <a:blip r:embed="rId22">
              <a:alphaModFix/>
            </a:blip>
            <a:srcRect/>
            <a:stretch/>
          </p:blipFill>
          <p:spPr>
            <a:xfrm>
              <a:off x="1260347" y="4070604"/>
              <a:ext cx="1885187" cy="547115"/>
            </a:xfrm>
            <a:prstGeom prst="rect">
              <a:avLst/>
            </a:prstGeom>
            <a:noFill/>
            <a:ln>
              <a:noFill/>
            </a:ln>
          </p:spPr>
        </p:pic>
        <p:sp>
          <p:nvSpPr>
            <p:cNvPr id="1541" name="Google Shape;1541;p73"/>
            <p:cNvSpPr/>
            <p:nvPr/>
          </p:nvSpPr>
          <p:spPr>
            <a:xfrm>
              <a:off x="1260347" y="4070604"/>
              <a:ext cx="1885314" cy="547370"/>
            </a:xfrm>
            <a:custGeom>
              <a:avLst/>
              <a:gdLst/>
              <a:ahLst/>
              <a:cxnLst/>
              <a:rect l="l" t="t" r="r" b="b"/>
              <a:pathLst>
                <a:path w="1885314" h="547370" extrusionOk="0">
                  <a:moveTo>
                    <a:pt x="0" y="0"/>
                  </a:moveTo>
                  <a:lnTo>
                    <a:pt x="587629" y="0"/>
                  </a:lnTo>
                  <a:lnTo>
                    <a:pt x="839469" y="0"/>
                  </a:lnTo>
                  <a:lnTo>
                    <a:pt x="1007363" y="0"/>
                  </a:lnTo>
                  <a:lnTo>
                    <a:pt x="1007363" y="319151"/>
                  </a:lnTo>
                  <a:lnTo>
                    <a:pt x="1885188" y="364363"/>
                  </a:lnTo>
                  <a:lnTo>
                    <a:pt x="1007363" y="455930"/>
                  </a:lnTo>
                  <a:lnTo>
                    <a:pt x="1007363" y="547116"/>
                  </a:lnTo>
                  <a:lnTo>
                    <a:pt x="839469" y="547116"/>
                  </a:lnTo>
                  <a:lnTo>
                    <a:pt x="587629" y="547116"/>
                  </a:lnTo>
                  <a:lnTo>
                    <a:pt x="0" y="547116"/>
                  </a:lnTo>
                  <a:lnTo>
                    <a:pt x="0" y="455930"/>
                  </a:lnTo>
                  <a:lnTo>
                    <a:pt x="0" y="319151"/>
                  </a:lnTo>
                  <a:lnTo>
                    <a:pt x="0" y="0"/>
                  </a:lnTo>
                  <a:close/>
                </a:path>
              </a:pathLst>
            </a:custGeom>
            <a:noFill/>
            <a:ln w="9525" cap="flat" cmpd="sng">
              <a:solidFill>
                <a:srgbClr val="FF901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542" name="Google Shape;1542;p73" descr="$PPTXTitle"/>
          <p:cNvSpPr txBox="1">
            <a:spLocks noGrp="1"/>
          </p:cNvSpPr>
          <p:nvPr>
            <p:ph type="title"/>
          </p:nvPr>
        </p:nvSpPr>
        <p:spPr>
          <a:xfrm>
            <a:off x="707542" y="494791"/>
            <a:ext cx="11589715" cy="742248"/>
          </a:xfrm>
          <a:prstGeom prst="rect">
            <a:avLst/>
          </a:prstGeom>
          <a:noFill/>
          <a:ln>
            <a:noFill/>
          </a:ln>
        </p:spPr>
        <p:txBody>
          <a:bodyPr spcFirstLastPara="1" wrap="square" lIns="0" tIns="232150" rIns="0" bIns="0" anchor="t" anchorCtr="0">
            <a:spAutoFit/>
          </a:bodyPr>
          <a:lstStyle/>
          <a:p>
            <a:pPr marL="12700" lvl="0" indent="0" algn="l" rtl="0">
              <a:lnSpc>
                <a:spcPct val="100000"/>
              </a:lnSpc>
              <a:spcBef>
                <a:spcPts val="0"/>
              </a:spcBef>
              <a:spcAft>
                <a:spcPts val="0"/>
              </a:spcAft>
              <a:buNone/>
            </a:pPr>
            <a:r>
              <a:rPr lang="en-US" sz="3300" b="1" dirty="0">
                <a:solidFill>
                  <a:schemeClr val="accent1"/>
                </a:solidFill>
              </a:rPr>
              <a:t>Neural Networks</a:t>
            </a:r>
            <a:endParaRPr sz="3300" b="1" dirty="0">
              <a:solidFill>
                <a:schemeClr val="accent1"/>
              </a:solidFill>
            </a:endParaRPr>
          </a:p>
        </p:txBody>
      </p:sp>
      <p:sp>
        <p:nvSpPr>
          <p:cNvPr id="1543" name="Google Shape;1543;p73"/>
          <p:cNvSpPr txBox="1"/>
          <p:nvPr/>
        </p:nvSpPr>
        <p:spPr>
          <a:xfrm>
            <a:off x="706906" y="1778761"/>
            <a:ext cx="7493634" cy="2881153"/>
          </a:xfrm>
          <a:prstGeom prst="rect">
            <a:avLst/>
          </a:prstGeom>
          <a:noFill/>
          <a:ln>
            <a:noFill/>
          </a:ln>
        </p:spPr>
        <p:txBody>
          <a:bodyPr spcFirstLastPara="1" wrap="square" lIns="0" tIns="39350" rIns="0" bIns="0" anchor="t" anchorCtr="0">
            <a:spAutoFit/>
          </a:bodyPr>
          <a:lstStyle/>
          <a:p>
            <a:pPr marL="185420" lvl="0" indent="-172720" algn="l" rtl="0">
              <a:lnSpc>
                <a:spcPct val="100000"/>
              </a:lnSpc>
              <a:spcBef>
                <a:spcPts val="600"/>
              </a:spcBef>
              <a:spcAft>
                <a:spcPts val="600"/>
              </a:spcAft>
              <a:buClr>
                <a:srgbClr val="001F5F"/>
              </a:buClr>
              <a:buSzPts val="2100"/>
              <a:buFont typeface="Arial"/>
              <a:buChar char="•"/>
            </a:pPr>
            <a:r>
              <a:rPr lang="en-US" sz="2200" dirty="0">
                <a:solidFill>
                  <a:schemeClr val="tx1"/>
                </a:solidFill>
                <a:latin typeface="Arial"/>
                <a:ea typeface="Arial"/>
                <a:cs typeface="Arial"/>
                <a:sym typeface="Arial"/>
              </a:rPr>
              <a:t>Basic Idea:</a:t>
            </a:r>
            <a:endParaRPr sz="2200" dirty="0">
              <a:solidFill>
                <a:schemeClr val="tx1"/>
              </a:solidFill>
              <a:latin typeface="Arial"/>
              <a:ea typeface="Arial"/>
              <a:cs typeface="Arial"/>
              <a:sym typeface="Arial"/>
            </a:endParaRPr>
          </a:p>
          <a:p>
            <a:pPr marL="528320" marR="5080" lvl="1" indent="-172719" algn="l" rtl="0">
              <a:lnSpc>
                <a:spcPct val="105555"/>
              </a:lnSpc>
              <a:spcBef>
                <a:spcPts val="600"/>
              </a:spcBef>
              <a:spcAft>
                <a:spcPts val="600"/>
              </a:spcAft>
              <a:buClr>
                <a:srgbClr val="001F5F"/>
              </a:buClr>
              <a:buSzPts val="1800"/>
              <a:buFont typeface="Arial"/>
              <a:buChar char="•"/>
            </a:pPr>
            <a:r>
              <a:rPr lang="en-US" sz="2200" dirty="0">
                <a:solidFill>
                  <a:schemeClr val="tx1"/>
                </a:solidFill>
                <a:latin typeface="Arial"/>
                <a:ea typeface="Arial"/>
                <a:cs typeface="Arial"/>
                <a:sym typeface="Arial"/>
              </a:rPr>
              <a:t>Network of neurons with different layers and communication between neurons</a:t>
            </a:r>
            <a:endParaRPr sz="2200" dirty="0">
              <a:solidFill>
                <a:schemeClr val="tx1"/>
              </a:solidFill>
              <a:latin typeface="Arial"/>
              <a:ea typeface="Arial"/>
              <a:cs typeface="Arial"/>
              <a:sym typeface="Arial"/>
            </a:endParaRPr>
          </a:p>
          <a:p>
            <a:pPr marL="527050" lvl="1" indent="-172084" algn="l" rtl="0">
              <a:lnSpc>
                <a:spcPct val="100000"/>
              </a:lnSpc>
              <a:spcBef>
                <a:spcPts val="600"/>
              </a:spcBef>
              <a:spcAft>
                <a:spcPts val="600"/>
              </a:spcAft>
              <a:buClr>
                <a:srgbClr val="001F5F"/>
              </a:buClr>
              <a:buSzPts val="1800"/>
              <a:buFont typeface="Arial"/>
              <a:buChar char="•"/>
            </a:pPr>
            <a:r>
              <a:rPr lang="en-US" sz="2200" dirty="0">
                <a:solidFill>
                  <a:schemeClr val="tx1"/>
                </a:solidFill>
                <a:latin typeface="Arial"/>
                <a:ea typeface="Arial"/>
                <a:cs typeface="Arial"/>
                <a:sym typeface="Arial"/>
              </a:rPr>
              <a:t>Input layer feeds data into the network</a:t>
            </a:r>
            <a:endParaRPr sz="2200" dirty="0">
              <a:solidFill>
                <a:schemeClr val="tx1"/>
              </a:solidFill>
              <a:latin typeface="Arial"/>
              <a:ea typeface="Arial"/>
              <a:cs typeface="Arial"/>
              <a:sym typeface="Arial"/>
            </a:endParaRPr>
          </a:p>
          <a:p>
            <a:pPr marL="527050" lvl="1" indent="-172084" algn="l" rtl="0">
              <a:lnSpc>
                <a:spcPct val="100000"/>
              </a:lnSpc>
              <a:spcBef>
                <a:spcPts val="600"/>
              </a:spcBef>
              <a:spcAft>
                <a:spcPts val="600"/>
              </a:spcAft>
              <a:buClr>
                <a:srgbClr val="001F5F"/>
              </a:buClr>
              <a:buSzPts val="1800"/>
              <a:buFont typeface="Arial"/>
              <a:buChar char="•"/>
            </a:pPr>
            <a:r>
              <a:rPr lang="en-US" sz="2200" dirty="0">
                <a:solidFill>
                  <a:schemeClr val="tx1"/>
                </a:solidFill>
                <a:latin typeface="Arial"/>
                <a:ea typeface="Arial"/>
                <a:cs typeface="Arial"/>
                <a:sym typeface="Arial"/>
              </a:rPr>
              <a:t>Hidden layers “correlate” data</a:t>
            </a:r>
            <a:endParaRPr sz="2200" dirty="0">
              <a:solidFill>
                <a:schemeClr val="tx1"/>
              </a:solidFill>
              <a:latin typeface="Arial"/>
              <a:ea typeface="Arial"/>
              <a:cs typeface="Arial"/>
              <a:sym typeface="Arial"/>
            </a:endParaRPr>
          </a:p>
          <a:p>
            <a:pPr marL="527050" lvl="1" indent="-172084" algn="l" rtl="0">
              <a:lnSpc>
                <a:spcPct val="100000"/>
              </a:lnSpc>
              <a:spcBef>
                <a:spcPts val="600"/>
              </a:spcBef>
              <a:spcAft>
                <a:spcPts val="600"/>
              </a:spcAft>
              <a:buClr>
                <a:srgbClr val="001F5F"/>
              </a:buClr>
              <a:buSzPts val="1800"/>
              <a:buFont typeface="Arial"/>
              <a:buChar char="•"/>
            </a:pPr>
            <a:r>
              <a:rPr lang="en-US" sz="2200" dirty="0">
                <a:solidFill>
                  <a:schemeClr val="tx1"/>
                </a:solidFill>
                <a:latin typeface="Arial"/>
                <a:ea typeface="Arial"/>
                <a:cs typeface="Arial"/>
                <a:sym typeface="Arial"/>
              </a:rPr>
              <a:t>Output layer gives computation results</a:t>
            </a:r>
            <a:endParaRPr sz="2200" dirty="0">
              <a:solidFill>
                <a:schemeClr val="tx1"/>
              </a:solidFill>
              <a:latin typeface="Arial"/>
              <a:ea typeface="Arial"/>
              <a:cs typeface="Arial"/>
              <a:sym typeface="Arial"/>
            </a:endParaRPr>
          </a:p>
        </p:txBody>
      </p:sp>
      <p:sp>
        <p:nvSpPr>
          <p:cNvPr id="1544" name="Google Shape;1544;p73"/>
          <p:cNvSpPr txBox="1"/>
          <p:nvPr/>
        </p:nvSpPr>
        <p:spPr>
          <a:xfrm>
            <a:off x="2879597" y="6051804"/>
            <a:ext cx="722615" cy="675036"/>
          </a:xfrm>
          <a:prstGeom prst="rect">
            <a:avLst/>
          </a:prstGeom>
          <a:noFill/>
          <a:ln>
            <a:noFill/>
          </a:ln>
        </p:spPr>
        <p:txBody>
          <a:bodyPr spcFirstLastPara="1" wrap="square" lIns="0" tIns="26650" rIns="0" bIns="0" anchor="t" anchorCtr="0">
            <a:spAutoFit/>
          </a:bodyPr>
          <a:lstStyle/>
          <a:p>
            <a:pPr marL="12700" marR="5080" lvl="0" indent="30480" algn="l" rtl="0">
              <a:lnSpc>
                <a:spcPct val="117222"/>
              </a:lnSpc>
              <a:spcBef>
                <a:spcPts val="0"/>
              </a:spcBef>
              <a:spcAft>
                <a:spcPts val="0"/>
              </a:spcAft>
              <a:buNone/>
            </a:pPr>
            <a:r>
              <a:rPr lang="en-US" sz="1800" dirty="0">
                <a:solidFill>
                  <a:srgbClr val="001F5F"/>
                </a:solidFill>
                <a:latin typeface="Arial"/>
                <a:ea typeface="Arial"/>
                <a:cs typeface="Arial"/>
                <a:sym typeface="Arial"/>
              </a:rPr>
              <a:t>Input Layer</a:t>
            </a:r>
            <a:endParaRPr sz="1800" dirty="0">
              <a:latin typeface="Arial"/>
              <a:ea typeface="Arial"/>
              <a:cs typeface="Arial"/>
              <a:sym typeface="Arial"/>
            </a:endParaRPr>
          </a:p>
        </p:txBody>
      </p:sp>
      <p:grpSp>
        <p:nvGrpSpPr>
          <p:cNvPr id="1545" name="Google Shape;1545;p73"/>
          <p:cNvGrpSpPr/>
          <p:nvPr/>
        </p:nvGrpSpPr>
        <p:grpSpPr>
          <a:xfrm>
            <a:off x="6628892" y="5921235"/>
            <a:ext cx="1924799" cy="835163"/>
            <a:chOff x="5216652" y="3919715"/>
            <a:chExt cx="1924799" cy="835163"/>
          </a:xfrm>
        </p:grpSpPr>
        <p:pic>
          <p:nvPicPr>
            <p:cNvPr id="1546" name="Google Shape;1546;p73"/>
            <p:cNvPicPr preferRelativeResize="0"/>
            <p:nvPr/>
          </p:nvPicPr>
          <p:blipFill rotWithShape="1">
            <a:blip r:embed="rId23">
              <a:alphaModFix/>
            </a:blip>
            <a:srcRect/>
            <a:stretch/>
          </p:blipFill>
          <p:spPr>
            <a:xfrm>
              <a:off x="5216652" y="3985260"/>
              <a:ext cx="1888236" cy="635506"/>
            </a:xfrm>
            <a:prstGeom prst="rect">
              <a:avLst/>
            </a:prstGeom>
            <a:noFill/>
            <a:ln>
              <a:noFill/>
            </a:ln>
          </p:spPr>
        </p:pic>
        <p:pic>
          <p:nvPicPr>
            <p:cNvPr id="1547" name="Google Shape;1547;p73"/>
            <p:cNvPicPr preferRelativeResize="0"/>
            <p:nvPr/>
          </p:nvPicPr>
          <p:blipFill rotWithShape="1">
            <a:blip r:embed="rId24">
              <a:alphaModFix/>
            </a:blip>
            <a:srcRect/>
            <a:stretch/>
          </p:blipFill>
          <p:spPr>
            <a:xfrm>
              <a:off x="6036564" y="3919715"/>
              <a:ext cx="1104887" cy="835163"/>
            </a:xfrm>
            <a:prstGeom prst="rect">
              <a:avLst/>
            </a:prstGeom>
            <a:noFill/>
            <a:ln>
              <a:noFill/>
            </a:ln>
          </p:spPr>
        </p:pic>
        <p:pic>
          <p:nvPicPr>
            <p:cNvPr id="1548" name="Google Shape;1548;p73"/>
            <p:cNvPicPr preferRelativeResize="0"/>
            <p:nvPr/>
          </p:nvPicPr>
          <p:blipFill rotWithShape="1">
            <a:blip r:embed="rId25">
              <a:alphaModFix/>
            </a:blip>
            <a:srcRect/>
            <a:stretch/>
          </p:blipFill>
          <p:spPr>
            <a:xfrm>
              <a:off x="5284216" y="4011168"/>
              <a:ext cx="1779524" cy="548639"/>
            </a:xfrm>
            <a:prstGeom prst="rect">
              <a:avLst/>
            </a:prstGeom>
            <a:noFill/>
            <a:ln>
              <a:noFill/>
            </a:ln>
          </p:spPr>
        </p:pic>
        <p:sp>
          <p:nvSpPr>
            <p:cNvPr id="1549" name="Google Shape;1549;p73"/>
            <p:cNvSpPr/>
            <p:nvPr/>
          </p:nvSpPr>
          <p:spPr>
            <a:xfrm>
              <a:off x="5284216" y="4011168"/>
              <a:ext cx="1779905" cy="548640"/>
            </a:xfrm>
            <a:custGeom>
              <a:avLst/>
              <a:gdLst/>
              <a:ahLst/>
              <a:cxnLst/>
              <a:rect l="l" t="t" r="r" b="b"/>
              <a:pathLst>
                <a:path w="1779904" h="548639" extrusionOk="0">
                  <a:moveTo>
                    <a:pt x="772160" y="0"/>
                  </a:moveTo>
                  <a:lnTo>
                    <a:pt x="940054" y="0"/>
                  </a:lnTo>
                  <a:lnTo>
                    <a:pt x="1191896" y="0"/>
                  </a:lnTo>
                  <a:lnTo>
                    <a:pt x="1779525" y="0"/>
                  </a:lnTo>
                  <a:lnTo>
                    <a:pt x="1779525" y="320039"/>
                  </a:lnTo>
                  <a:lnTo>
                    <a:pt x="1779525" y="457199"/>
                  </a:lnTo>
                  <a:lnTo>
                    <a:pt x="1779525" y="548640"/>
                  </a:lnTo>
                  <a:lnTo>
                    <a:pt x="1191896" y="548640"/>
                  </a:lnTo>
                  <a:lnTo>
                    <a:pt x="940054" y="548640"/>
                  </a:lnTo>
                  <a:lnTo>
                    <a:pt x="772160" y="548640"/>
                  </a:lnTo>
                  <a:lnTo>
                    <a:pt x="772160" y="457199"/>
                  </a:lnTo>
                  <a:lnTo>
                    <a:pt x="0" y="388365"/>
                  </a:lnTo>
                  <a:lnTo>
                    <a:pt x="772160" y="320039"/>
                  </a:lnTo>
                  <a:lnTo>
                    <a:pt x="772160" y="0"/>
                  </a:lnTo>
                  <a:close/>
                </a:path>
              </a:pathLst>
            </a:custGeom>
            <a:noFill/>
            <a:ln w="9525" cap="flat" cmpd="sng">
              <a:solidFill>
                <a:srgbClr val="FF901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550" name="Google Shape;1550;p73"/>
          <p:cNvSpPr txBox="1"/>
          <p:nvPr/>
        </p:nvSpPr>
        <p:spPr>
          <a:xfrm>
            <a:off x="7616188" y="5993891"/>
            <a:ext cx="704215" cy="568325"/>
          </a:xfrm>
          <a:prstGeom prst="rect">
            <a:avLst/>
          </a:prstGeom>
          <a:noFill/>
          <a:ln>
            <a:noFill/>
          </a:ln>
        </p:spPr>
        <p:txBody>
          <a:bodyPr spcFirstLastPara="1" wrap="square" lIns="0" tIns="26650" rIns="0" bIns="0" anchor="t" anchorCtr="0">
            <a:spAutoFit/>
          </a:bodyPr>
          <a:lstStyle/>
          <a:p>
            <a:pPr marL="71755" marR="5080" lvl="0" indent="-59690" algn="l" rtl="0">
              <a:lnSpc>
                <a:spcPct val="117222"/>
              </a:lnSpc>
              <a:spcBef>
                <a:spcPts val="0"/>
              </a:spcBef>
              <a:spcAft>
                <a:spcPts val="0"/>
              </a:spcAft>
              <a:buNone/>
            </a:pPr>
            <a:r>
              <a:rPr lang="en-US" sz="1800">
                <a:solidFill>
                  <a:srgbClr val="001F5F"/>
                </a:solidFill>
                <a:latin typeface="Arial"/>
                <a:ea typeface="Arial"/>
                <a:cs typeface="Arial"/>
                <a:sym typeface="Arial"/>
              </a:rPr>
              <a:t>Output Layer</a:t>
            </a:r>
            <a:endParaRPr sz="1800">
              <a:latin typeface="Arial"/>
              <a:ea typeface="Arial"/>
              <a:cs typeface="Arial"/>
              <a:sym typeface="Arial"/>
            </a:endParaRPr>
          </a:p>
        </p:txBody>
      </p:sp>
      <p:grpSp>
        <p:nvGrpSpPr>
          <p:cNvPr id="1551" name="Google Shape;1551;p73"/>
          <p:cNvGrpSpPr/>
          <p:nvPr/>
        </p:nvGrpSpPr>
        <p:grpSpPr>
          <a:xfrm>
            <a:off x="5627624" y="7449820"/>
            <a:ext cx="2845308" cy="1013469"/>
            <a:chOff x="4215384" y="5448300"/>
            <a:chExt cx="2845308" cy="1013469"/>
          </a:xfrm>
        </p:grpSpPr>
        <p:pic>
          <p:nvPicPr>
            <p:cNvPr id="1552" name="Google Shape;1552;p73"/>
            <p:cNvPicPr preferRelativeResize="0"/>
            <p:nvPr/>
          </p:nvPicPr>
          <p:blipFill rotWithShape="1">
            <a:blip r:embed="rId26">
              <a:alphaModFix/>
            </a:blip>
            <a:srcRect/>
            <a:stretch/>
          </p:blipFill>
          <p:spPr>
            <a:xfrm>
              <a:off x="4215384" y="5448300"/>
              <a:ext cx="2845308" cy="879359"/>
            </a:xfrm>
            <a:prstGeom prst="rect">
              <a:avLst/>
            </a:prstGeom>
            <a:noFill/>
            <a:ln>
              <a:noFill/>
            </a:ln>
          </p:spPr>
        </p:pic>
        <p:pic>
          <p:nvPicPr>
            <p:cNvPr id="1553" name="Google Shape;1553;p73"/>
            <p:cNvPicPr preferRelativeResize="0"/>
            <p:nvPr/>
          </p:nvPicPr>
          <p:blipFill rotWithShape="1">
            <a:blip r:embed="rId27">
              <a:alphaModFix/>
            </a:blip>
            <a:srcRect/>
            <a:stretch/>
          </p:blipFill>
          <p:spPr>
            <a:xfrm>
              <a:off x="5423916" y="5626606"/>
              <a:ext cx="1533142" cy="835163"/>
            </a:xfrm>
            <a:prstGeom prst="rect">
              <a:avLst/>
            </a:prstGeom>
            <a:noFill/>
            <a:ln>
              <a:noFill/>
            </a:ln>
          </p:spPr>
        </p:pic>
        <p:pic>
          <p:nvPicPr>
            <p:cNvPr id="1554" name="Google Shape;1554;p73"/>
            <p:cNvPicPr preferRelativeResize="0"/>
            <p:nvPr/>
          </p:nvPicPr>
          <p:blipFill rotWithShape="1">
            <a:blip r:embed="rId28">
              <a:alphaModFix/>
            </a:blip>
            <a:srcRect/>
            <a:stretch/>
          </p:blipFill>
          <p:spPr>
            <a:xfrm>
              <a:off x="4281805" y="5480683"/>
              <a:ext cx="2737739" cy="786002"/>
            </a:xfrm>
            <a:prstGeom prst="rect">
              <a:avLst/>
            </a:prstGeom>
            <a:noFill/>
            <a:ln>
              <a:noFill/>
            </a:ln>
          </p:spPr>
        </p:pic>
        <p:sp>
          <p:nvSpPr>
            <p:cNvPr id="1555" name="Google Shape;1555;p73"/>
            <p:cNvSpPr/>
            <p:nvPr/>
          </p:nvSpPr>
          <p:spPr>
            <a:xfrm>
              <a:off x="4281805" y="5480683"/>
              <a:ext cx="2738120" cy="786130"/>
            </a:xfrm>
            <a:custGeom>
              <a:avLst/>
              <a:gdLst/>
              <a:ahLst/>
              <a:cxnLst/>
              <a:rect l="l" t="t" r="r" b="b"/>
              <a:pathLst>
                <a:path w="2738120" h="786129" extrusionOk="0">
                  <a:moveTo>
                    <a:pt x="1082675" y="237362"/>
                  </a:moveTo>
                  <a:lnTo>
                    <a:pt x="1358519" y="237362"/>
                  </a:lnTo>
                  <a:lnTo>
                    <a:pt x="1772285" y="237362"/>
                  </a:lnTo>
                  <a:lnTo>
                    <a:pt x="2737739" y="237362"/>
                  </a:lnTo>
                  <a:lnTo>
                    <a:pt x="2737739" y="328802"/>
                  </a:lnTo>
                  <a:lnTo>
                    <a:pt x="2737739" y="465962"/>
                  </a:lnTo>
                  <a:lnTo>
                    <a:pt x="2737739" y="786003"/>
                  </a:lnTo>
                  <a:lnTo>
                    <a:pt x="1772285" y="786003"/>
                  </a:lnTo>
                  <a:lnTo>
                    <a:pt x="1358519" y="786003"/>
                  </a:lnTo>
                  <a:lnTo>
                    <a:pt x="1082675" y="786003"/>
                  </a:lnTo>
                  <a:lnTo>
                    <a:pt x="1082675" y="465962"/>
                  </a:lnTo>
                  <a:lnTo>
                    <a:pt x="0" y="0"/>
                  </a:lnTo>
                  <a:lnTo>
                    <a:pt x="1082675" y="328802"/>
                  </a:lnTo>
                  <a:lnTo>
                    <a:pt x="1082675" y="237362"/>
                  </a:lnTo>
                  <a:close/>
                </a:path>
              </a:pathLst>
            </a:custGeom>
            <a:noFill/>
            <a:ln w="9525" cap="flat" cmpd="sng">
              <a:solidFill>
                <a:srgbClr val="FF901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556" name="Google Shape;1556;p73"/>
          <p:cNvSpPr txBox="1"/>
          <p:nvPr/>
        </p:nvSpPr>
        <p:spPr>
          <a:xfrm>
            <a:off x="7003287" y="7700772"/>
            <a:ext cx="1196975" cy="568325"/>
          </a:xfrm>
          <a:prstGeom prst="rect">
            <a:avLst/>
          </a:prstGeom>
          <a:noFill/>
          <a:ln>
            <a:noFill/>
          </a:ln>
        </p:spPr>
        <p:txBody>
          <a:bodyPr spcFirstLastPara="1" wrap="square" lIns="0" tIns="26650" rIns="0" bIns="0" anchor="t" anchorCtr="0">
            <a:spAutoFit/>
          </a:bodyPr>
          <a:lstStyle/>
          <a:p>
            <a:pPr marL="299085" marR="5080" lvl="0" indent="-287019" algn="l" rtl="0">
              <a:lnSpc>
                <a:spcPct val="117222"/>
              </a:lnSpc>
              <a:spcBef>
                <a:spcPts val="0"/>
              </a:spcBef>
              <a:spcAft>
                <a:spcPts val="0"/>
              </a:spcAft>
              <a:buNone/>
            </a:pPr>
            <a:r>
              <a:rPr lang="en-US" sz="1800">
                <a:solidFill>
                  <a:srgbClr val="001F5F"/>
                </a:solidFill>
                <a:latin typeface="Arial"/>
                <a:ea typeface="Arial"/>
                <a:cs typeface="Arial"/>
                <a:sym typeface="Arial"/>
              </a:rPr>
              <a:t>Two hidden layers</a:t>
            </a:r>
            <a:endParaRPr sz="1800">
              <a:latin typeface="Arial"/>
              <a:ea typeface="Arial"/>
              <a:cs typeface="Arial"/>
              <a:sym typeface="Arial"/>
            </a:endParaRPr>
          </a:p>
        </p:txBody>
      </p:sp>
    </p:spTree>
    <p:extLst>
      <p:ext uri="{BB962C8B-B14F-4D97-AF65-F5344CB8AC3E}">
        <p14:creationId xmlns:p14="http://schemas.microsoft.com/office/powerpoint/2010/main" val="425429147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74" descr="$PPTXTitle"/>
          <p:cNvSpPr txBox="1">
            <a:spLocks noGrp="1"/>
          </p:cNvSpPr>
          <p:nvPr>
            <p:ph type="title"/>
          </p:nvPr>
        </p:nvSpPr>
        <p:spPr>
          <a:xfrm>
            <a:off x="707542" y="494791"/>
            <a:ext cx="11589715" cy="757637"/>
          </a:xfrm>
          <a:prstGeom prst="rect">
            <a:avLst/>
          </a:prstGeom>
          <a:noFill/>
          <a:ln>
            <a:noFill/>
          </a:ln>
        </p:spPr>
        <p:txBody>
          <a:bodyPr spcFirstLastPara="1" wrap="square" lIns="0" tIns="232150" rIns="0" bIns="0" anchor="t" anchorCtr="0">
            <a:spAutoFit/>
          </a:bodyPr>
          <a:lstStyle/>
          <a:p>
            <a:pPr marL="12700" lvl="0" indent="0" algn="l" rtl="0">
              <a:lnSpc>
                <a:spcPct val="100000"/>
              </a:lnSpc>
              <a:spcBef>
                <a:spcPts val="0"/>
              </a:spcBef>
              <a:spcAft>
                <a:spcPts val="0"/>
              </a:spcAft>
              <a:buNone/>
            </a:pPr>
            <a:r>
              <a:rPr lang="en-US" sz="3400" b="1" dirty="0">
                <a:solidFill>
                  <a:schemeClr val="accent1"/>
                </a:solidFill>
              </a:rPr>
              <a:t>Multilayer Perceptron (MLP)</a:t>
            </a:r>
            <a:endParaRPr sz="3400" b="1" dirty="0">
              <a:solidFill>
                <a:schemeClr val="accent1"/>
              </a:solidFill>
            </a:endParaRPr>
          </a:p>
        </p:txBody>
      </p:sp>
      <p:grpSp>
        <p:nvGrpSpPr>
          <p:cNvPr id="1562" name="Google Shape;1562;p74"/>
          <p:cNvGrpSpPr/>
          <p:nvPr/>
        </p:nvGrpSpPr>
        <p:grpSpPr>
          <a:xfrm>
            <a:off x="1114044" y="3097387"/>
            <a:ext cx="4910327" cy="1525524"/>
            <a:chOff x="350520" y="2971800"/>
            <a:chExt cx="4910327" cy="1525524"/>
          </a:xfrm>
        </p:grpSpPr>
        <p:pic>
          <p:nvPicPr>
            <p:cNvPr id="1563" name="Google Shape;1563;p74"/>
            <p:cNvPicPr preferRelativeResize="0"/>
            <p:nvPr/>
          </p:nvPicPr>
          <p:blipFill rotWithShape="1">
            <a:blip r:embed="rId3">
              <a:alphaModFix/>
            </a:blip>
            <a:srcRect/>
            <a:stretch/>
          </p:blipFill>
          <p:spPr>
            <a:xfrm>
              <a:off x="3302506" y="3221685"/>
              <a:ext cx="303325" cy="303325"/>
            </a:xfrm>
            <a:prstGeom prst="rect">
              <a:avLst/>
            </a:prstGeom>
            <a:noFill/>
            <a:ln>
              <a:noFill/>
            </a:ln>
          </p:spPr>
        </p:pic>
        <p:pic>
          <p:nvPicPr>
            <p:cNvPr id="1564" name="Google Shape;1564;p74"/>
            <p:cNvPicPr preferRelativeResize="0"/>
            <p:nvPr/>
          </p:nvPicPr>
          <p:blipFill rotWithShape="1">
            <a:blip r:embed="rId4">
              <a:alphaModFix/>
            </a:blip>
            <a:srcRect/>
            <a:stretch/>
          </p:blipFill>
          <p:spPr>
            <a:xfrm>
              <a:off x="3345178" y="3244594"/>
              <a:ext cx="222503" cy="222502"/>
            </a:xfrm>
            <a:prstGeom prst="rect">
              <a:avLst/>
            </a:prstGeom>
            <a:noFill/>
            <a:ln>
              <a:noFill/>
            </a:ln>
          </p:spPr>
        </p:pic>
        <p:pic>
          <p:nvPicPr>
            <p:cNvPr id="1565" name="Google Shape;1565;p74"/>
            <p:cNvPicPr preferRelativeResize="0"/>
            <p:nvPr/>
          </p:nvPicPr>
          <p:blipFill rotWithShape="1">
            <a:blip r:embed="rId5">
              <a:alphaModFix/>
            </a:blip>
            <a:srcRect/>
            <a:stretch/>
          </p:blipFill>
          <p:spPr>
            <a:xfrm>
              <a:off x="3302506" y="3584510"/>
              <a:ext cx="303325" cy="301814"/>
            </a:xfrm>
            <a:prstGeom prst="rect">
              <a:avLst/>
            </a:prstGeom>
            <a:noFill/>
            <a:ln>
              <a:noFill/>
            </a:ln>
          </p:spPr>
        </p:pic>
        <p:pic>
          <p:nvPicPr>
            <p:cNvPr id="1566" name="Google Shape;1566;p74"/>
            <p:cNvPicPr preferRelativeResize="0"/>
            <p:nvPr/>
          </p:nvPicPr>
          <p:blipFill rotWithShape="1">
            <a:blip r:embed="rId6">
              <a:alphaModFix/>
            </a:blip>
            <a:srcRect/>
            <a:stretch/>
          </p:blipFill>
          <p:spPr>
            <a:xfrm>
              <a:off x="3345178" y="3607308"/>
              <a:ext cx="222503" cy="220979"/>
            </a:xfrm>
            <a:prstGeom prst="rect">
              <a:avLst/>
            </a:prstGeom>
            <a:noFill/>
            <a:ln>
              <a:noFill/>
            </a:ln>
          </p:spPr>
        </p:pic>
        <p:pic>
          <p:nvPicPr>
            <p:cNvPr id="1567" name="Google Shape;1567;p74"/>
            <p:cNvPicPr preferRelativeResize="0"/>
            <p:nvPr/>
          </p:nvPicPr>
          <p:blipFill rotWithShape="1">
            <a:blip r:embed="rId3">
              <a:alphaModFix/>
            </a:blip>
            <a:srcRect/>
            <a:stretch/>
          </p:blipFill>
          <p:spPr>
            <a:xfrm>
              <a:off x="3302506" y="3945585"/>
              <a:ext cx="303325" cy="303325"/>
            </a:xfrm>
            <a:prstGeom prst="rect">
              <a:avLst/>
            </a:prstGeom>
            <a:noFill/>
            <a:ln>
              <a:noFill/>
            </a:ln>
          </p:spPr>
        </p:pic>
        <p:pic>
          <p:nvPicPr>
            <p:cNvPr id="1568" name="Google Shape;1568;p74"/>
            <p:cNvPicPr preferRelativeResize="0"/>
            <p:nvPr/>
          </p:nvPicPr>
          <p:blipFill rotWithShape="1">
            <a:blip r:embed="rId7">
              <a:alphaModFix/>
            </a:blip>
            <a:srcRect/>
            <a:stretch/>
          </p:blipFill>
          <p:spPr>
            <a:xfrm>
              <a:off x="3345178" y="3968496"/>
              <a:ext cx="222503" cy="222503"/>
            </a:xfrm>
            <a:prstGeom prst="rect">
              <a:avLst/>
            </a:prstGeom>
            <a:noFill/>
            <a:ln>
              <a:noFill/>
            </a:ln>
          </p:spPr>
        </p:pic>
        <p:pic>
          <p:nvPicPr>
            <p:cNvPr id="1569" name="Google Shape;1569;p74"/>
            <p:cNvPicPr preferRelativeResize="0"/>
            <p:nvPr/>
          </p:nvPicPr>
          <p:blipFill rotWithShape="1">
            <a:blip r:embed="rId8">
              <a:alphaModFix/>
            </a:blip>
            <a:srcRect/>
            <a:stretch/>
          </p:blipFill>
          <p:spPr>
            <a:xfrm>
              <a:off x="3157726" y="2971800"/>
              <a:ext cx="591299" cy="1525524"/>
            </a:xfrm>
            <a:prstGeom prst="rect">
              <a:avLst/>
            </a:prstGeom>
            <a:noFill/>
            <a:ln>
              <a:noFill/>
            </a:ln>
          </p:spPr>
        </p:pic>
        <p:sp>
          <p:nvSpPr>
            <p:cNvPr id="1570" name="Google Shape;1570;p74"/>
            <p:cNvSpPr/>
            <p:nvPr/>
          </p:nvSpPr>
          <p:spPr>
            <a:xfrm>
              <a:off x="3203447" y="2997706"/>
              <a:ext cx="504825" cy="1438910"/>
            </a:xfrm>
            <a:custGeom>
              <a:avLst/>
              <a:gdLst/>
              <a:ahLst/>
              <a:cxnLst/>
              <a:rect l="l" t="t" r="r" b="b"/>
              <a:pathLst>
                <a:path w="504825" h="1438910" extrusionOk="0">
                  <a:moveTo>
                    <a:pt x="0" y="0"/>
                  </a:moveTo>
                  <a:lnTo>
                    <a:pt x="504444" y="0"/>
                  </a:lnTo>
                  <a:lnTo>
                    <a:pt x="504444" y="1438656"/>
                  </a:lnTo>
                  <a:lnTo>
                    <a:pt x="0" y="1438656"/>
                  </a:lnTo>
                  <a:lnTo>
                    <a:pt x="0" y="0"/>
                  </a:lnTo>
                  <a:close/>
                </a:path>
              </a:pathLst>
            </a:custGeom>
            <a:noFill/>
            <a:ln w="9525" cap="flat" cmpd="sng">
              <a:solidFill>
                <a:srgbClr val="FF901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1571" name="Google Shape;1571;p74"/>
            <p:cNvPicPr preferRelativeResize="0"/>
            <p:nvPr/>
          </p:nvPicPr>
          <p:blipFill rotWithShape="1">
            <a:blip r:embed="rId9">
              <a:alphaModFix/>
            </a:blip>
            <a:srcRect/>
            <a:stretch/>
          </p:blipFill>
          <p:spPr>
            <a:xfrm>
              <a:off x="3806950" y="3035757"/>
              <a:ext cx="301814" cy="303325"/>
            </a:xfrm>
            <a:prstGeom prst="rect">
              <a:avLst/>
            </a:prstGeom>
            <a:noFill/>
            <a:ln>
              <a:noFill/>
            </a:ln>
          </p:spPr>
        </p:pic>
        <p:pic>
          <p:nvPicPr>
            <p:cNvPr id="1572" name="Google Shape;1572;p74"/>
            <p:cNvPicPr preferRelativeResize="0"/>
            <p:nvPr/>
          </p:nvPicPr>
          <p:blipFill rotWithShape="1">
            <a:blip r:embed="rId10">
              <a:alphaModFix/>
            </a:blip>
            <a:srcRect/>
            <a:stretch/>
          </p:blipFill>
          <p:spPr>
            <a:xfrm>
              <a:off x="3849623" y="3058668"/>
              <a:ext cx="220979" cy="222502"/>
            </a:xfrm>
            <a:prstGeom prst="rect">
              <a:avLst/>
            </a:prstGeom>
            <a:noFill/>
            <a:ln>
              <a:noFill/>
            </a:ln>
          </p:spPr>
        </p:pic>
        <p:pic>
          <p:nvPicPr>
            <p:cNvPr id="1573" name="Google Shape;1573;p74"/>
            <p:cNvPicPr preferRelativeResize="0"/>
            <p:nvPr/>
          </p:nvPicPr>
          <p:blipFill rotWithShape="1">
            <a:blip r:embed="rId9">
              <a:alphaModFix/>
            </a:blip>
            <a:srcRect/>
            <a:stretch/>
          </p:blipFill>
          <p:spPr>
            <a:xfrm>
              <a:off x="3806950" y="3398469"/>
              <a:ext cx="301814" cy="303325"/>
            </a:xfrm>
            <a:prstGeom prst="rect">
              <a:avLst/>
            </a:prstGeom>
            <a:noFill/>
            <a:ln>
              <a:noFill/>
            </a:ln>
          </p:spPr>
        </p:pic>
        <p:pic>
          <p:nvPicPr>
            <p:cNvPr id="1574" name="Google Shape;1574;p74"/>
            <p:cNvPicPr preferRelativeResize="0"/>
            <p:nvPr/>
          </p:nvPicPr>
          <p:blipFill rotWithShape="1">
            <a:blip r:embed="rId10">
              <a:alphaModFix/>
            </a:blip>
            <a:srcRect/>
            <a:stretch/>
          </p:blipFill>
          <p:spPr>
            <a:xfrm>
              <a:off x="3849623" y="3421380"/>
              <a:ext cx="220979" cy="222503"/>
            </a:xfrm>
            <a:prstGeom prst="rect">
              <a:avLst/>
            </a:prstGeom>
            <a:noFill/>
            <a:ln>
              <a:noFill/>
            </a:ln>
          </p:spPr>
        </p:pic>
        <p:pic>
          <p:nvPicPr>
            <p:cNvPr id="1575" name="Google Shape;1575;p74"/>
            <p:cNvPicPr preferRelativeResize="0"/>
            <p:nvPr/>
          </p:nvPicPr>
          <p:blipFill rotWithShape="1">
            <a:blip r:embed="rId11">
              <a:alphaModFix/>
            </a:blip>
            <a:srcRect/>
            <a:stretch/>
          </p:blipFill>
          <p:spPr>
            <a:xfrm>
              <a:off x="3806950" y="3761294"/>
              <a:ext cx="301814" cy="301814"/>
            </a:xfrm>
            <a:prstGeom prst="rect">
              <a:avLst/>
            </a:prstGeom>
            <a:noFill/>
            <a:ln>
              <a:noFill/>
            </a:ln>
          </p:spPr>
        </p:pic>
        <p:pic>
          <p:nvPicPr>
            <p:cNvPr id="1576" name="Google Shape;1576;p74"/>
            <p:cNvPicPr preferRelativeResize="0"/>
            <p:nvPr/>
          </p:nvPicPr>
          <p:blipFill rotWithShape="1">
            <a:blip r:embed="rId12">
              <a:alphaModFix/>
            </a:blip>
            <a:srcRect/>
            <a:stretch/>
          </p:blipFill>
          <p:spPr>
            <a:xfrm>
              <a:off x="3849623" y="3784090"/>
              <a:ext cx="220979" cy="220979"/>
            </a:xfrm>
            <a:prstGeom prst="rect">
              <a:avLst/>
            </a:prstGeom>
            <a:noFill/>
            <a:ln>
              <a:noFill/>
            </a:ln>
          </p:spPr>
        </p:pic>
        <p:pic>
          <p:nvPicPr>
            <p:cNvPr id="1577" name="Google Shape;1577;p74"/>
            <p:cNvPicPr preferRelativeResize="0"/>
            <p:nvPr/>
          </p:nvPicPr>
          <p:blipFill rotWithShape="1">
            <a:blip r:embed="rId9">
              <a:alphaModFix/>
            </a:blip>
            <a:srcRect/>
            <a:stretch/>
          </p:blipFill>
          <p:spPr>
            <a:xfrm>
              <a:off x="3806950" y="4122369"/>
              <a:ext cx="301814" cy="303325"/>
            </a:xfrm>
            <a:prstGeom prst="rect">
              <a:avLst/>
            </a:prstGeom>
            <a:noFill/>
            <a:ln>
              <a:noFill/>
            </a:ln>
          </p:spPr>
        </p:pic>
        <p:pic>
          <p:nvPicPr>
            <p:cNvPr id="1578" name="Google Shape;1578;p74"/>
            <p:cNvPicPr preferRelativeResize="0"/>
            <p:nvPr/>
          </p:nvPicPr>
          <p:blipFill rotWithShape="1">
            <a:blip r:embed="rId10">
              <a:alphaModFix/>
            </a:blip>
            <a:srcRect/>
            <a:stretch/>
          </p:blipFill>
          <p:spPr>
            <a:xfrm>
              <a:off x="3849623" y="4145280"/>
              <a:ext cx="220979" cy="222503"/>
            </a:xfrm>
            <a:prstGeom prst="rect">
              <a:avLst/>
            </a:prstGeom>
            <a:noFill/>
            <a:ln>
              <a:noFill/>
            </a:ln>
          </p:spPr>
        </p:pic>
        <p:pic>
          <p:nvPicPr>
            <p:cNvPr id="1579" name="Google Shape;1579;p74"/>
            <p:cNvPicPr preferRelativeResize="0"/>
            <p:nvPr/>
          </p:nvPicPr>
          <p:blipFill rotWithShape="1">
            <a:blip r:embed="rId3">
              <a:alphaModFix/>
            </a:blip>
            <a:srcRect/>
            <a:stretch/>
          </p:blipFill>
          <p:spPr>
            <a:xfrm>
              <a:off x="4309872" y="3035757"/>
              <a:ext cx="303325" cy="303325"/>
            </a:xfrm>
            <a:prstGeom prst="rect">
              <a:avLst/>
            </a:prstGeom>
            <a:noFill/>
            <a:ln>
              <a:noFill/>
            </a:ln>
          </p:spPr>
        </p:pic>
        <p:pic>
          <p:nvPicPr>
            <p:cNvPr id="1580" name="Google Shape;1580;p74"/>
            <p:cNvPicPr preferRelativeResize="0"/>
            <p:nvPr/>
          </p:nvPicPr>
          <p:blipFill rotWithShape="1">
            <a:blip r:embed="rId13">
              <a:alphaModFix/>
            </a:blip>
            <a:srcRect/>
            <a:stretch/>
          </p:blipFill>
          <p:spPr>
            <a:xfrm>
              <a:off x="4352542" y="3058668"/>
              <a:ext cx="222503" cy="222502"/>
            </a:xfrm>
            <a:prstGeom prst="rect">
              <a:avLst/>
            </a:prstGeom>
            <a:noFill/>
            <a:ln>
              <a:noFill/>
            </a:ln>
          </p:spPr>
        </p:pic>
        <p:pic>
          <p:nvPicPr>
            <p:cNvPr id="1581" name="Google Shape;1581;p74"/>
            <p:cNvPicPr preferRelativeResize="0"/>
            <p:nvPr/>
          </p:nvPicPr>
          <p:blipFill rotWithShape="1">
            <a:blip r:embed="rId3">
              <a:alphaModFix/>
            </a:blip>
            <a:srcRect/>
            <a:stretch/>
          </p:blipFill>
          <p:spPr>
            <a:xfrm>
              <a:off x="4309872" y="3398469"/>
              <a:ext cx="303325" cy="303325"/>
            </a:xfrm>
            <a:prstGeom prst="rect">
              <a:avLst/>
            </a:prstGeom>
            <a:noFill/>
            <a:ln>
              <a:noFill/>
            </a:ln>
          </p:spPr>
        </p:pic>
        <p:pic>
          <p:nvPicPr>
            <p:cNvPr id="1582" name="Google Shape;1582;p74"/>
            <p:cNvPicPr preferRelativeResize="0"/>
            <p:nvPr/>
          </p:nvPicPr>
          <p:blipFill rotWithShape="1">
            <a:blip r:embed="rId13">
              <a:alphaModFix/>
            </a:blip>
            <a:srcRect/>
            <a:stretch/>
          </p:blipFill>
          <p:spPr>
            <a:xfrm>
              <a:off x="4352542" y="3421380"/>
              <a:ext cx="222503" cy="222503"/>
            </a:xfrm>
            <a:prstGeom prst="rect">
              <a:avLst/>
            </a:prstGeom>
            <a:noFill/>
            <a:ln>
              <a:noFill/>
            </a:ln>
          </p:spPr>
        </p:pic>
        <p:pic>
          <p:nvPicPr>
            <p:cNvPr id="1583" name="Google Shape;1583;p74"/>
            <p:cNvPicPr preferRelativeResize="0"/>
            <p:nvPr/>
          </p:nvPicPr>
          <p:blipFill rotWithShape="1">
            <a:blip r:embed="rId5">
              <a:alphaModFix/>
            </a:blip>
            <a:srcRect/>
            <a:stretch/>
          </p:blipFill>
          <p:spPr>
            <a:xfrm>
              <a:off x="4309872" y="3761294"/>
              <a:ext cx="303325" cy="301814"/>
            </a:xfrm>
            <a:prstGeom prst="rect">
              <a:avLst/>
            </a:prstGeom>
            <a:noFill/>
            <a:ln>
              <a:noFill/>
            </a:ln>
          </p:spPr>
        </p:pic>
        <p:pic>
          <p:nvPicPr>
            <p:cNvPr id="1584" name="Google Shape;1584;p74"/>
            <p:cNvPicPr preferRelativeResize="0"/>
            <p:nvPr/>
          </p:nvPicPr>
          <p:blipFill rotWithShape="1">
            <a:blip r:embed="rId14">
              <a:alphaModFix/>
            </a:blip>
            <a:srcRect/>
            <a:stretch/>
          </p:blipFill>
          <p:spPr>
            <a:xfrm>
              <a:off x="4352542" y="3784090"/>
              <a:ext cx="222503" cy="220979"/>
            </a:xfrm>
            <a:prstGeom prst="rect">
              <a:avLst/>
            </a:prstGeom>
            <a:noFill/>
            <a:ln>
              <a:noFill/>
            </a:ln>
          </p:spPr>
        </p:pic>
        <p:pic>
          <p:nvPicPr>
            <p:cNvPr id="1585" name="Google Shape;1585;p74"/>
            <p:cNvPicPr preferRelativeResize="0"/>
            <p:nvPr/>
          </p:nvPicPr>
          <p:blipFill rotWithShape="1">
            <a:blip r:embed="rId3">
              <a:alphaModFix/>
            </a:blip>
            <a:srcRect/>
            <a:stretch/>
          </p:blipFill>
          <p:spPr>
            <a:xfrm>
              <a:off x="4309872" y="4122369"/>
              <a:ext cx="303325" cy="303325"/>
            </a:xfrm>
            <a:prstGeom prst="rect">
              <a:avLst/>
            </a:prstGeom>
            <a:noFill/>
            <a:ln>
              <a:noFill/>
            </a:ln>
          </p:spPr>
        </p:pic>
        <p:pic>
          <p:nvPicPr>
            <p:cNvPr id="1586" name="Google Shape;1586;p74"/>
            <p:cNvPicPr preferRelativeResize="0"/>
            <p:nvPr/>
          </p:nvPicPr>
          <p:blipFill rotWithShape="1">
            <a:blip r:embed="rId13">
              <a:alphaModFix/>
            </a:blip>
            <a:srcRect/>
            <a:stretch/>
          </p:blipFill>
          <p:spPr>
            <a:xfrm>
              <a:off x="4352542" y="4145280"/>
              <a:ext cx="222503" cy="222503"/>
            </a:xfrm>
            <a:prstGeom prst="rect">
              <a:avLst/>
            </a:prstGeom>
            <a:noFill/>
            <a:ln>
              <a:noFill/>
            </a:ln>
          </p:spPr>
        </p:pic>
        <p:pic>
          <p:nvPicPr>
            <p:cNvPr id="1587" name="Google Shape;1587;p74"/>
            <p:cNvPicPr preferRelativeResize="0"/>
            <p:nvPr/>
          </p:nvPicPr>
          <p:blipFill rotWithShape="1">
            <a:blip r:embed="rId15">
              <a:alphaModFix/>
            </a:blip>
            <a:srcRect/>
            <a:stretch/>
          </p:blipFill>
          <p:spPr>
            <a:xfrm>
              <a:off x="3723130" y="2971800"/>
              <a:ext cx="998231" cy="1525524"/>
            </a:xfrm>
            <a:prstGeom prst="rect">
              <a:avLst/>
            </a:prstGeom>
            <a:noFill/>
            <a:ln>
              <a:noFill/>
            </a:ln>
          </p:spPr>
        </p:pic>
        <p:sp>
          <p:nvSpPr>
            <p:cNvPr id="1588" name="Google Shape;1588;p74"/>
            <p:cNvSpPr/>
            <p:nvPr/>
          </p:nvSpPr>
          <p:spPr>
            <a:xfrm>
              <a:off x="3768850" y="2997706"/>
              <a:ext cx="911860" cy="1438910"/>
            </a:xfrm>
            <a:custGeom>
              <a:avLst/>
              <a:gdLst/>
              <a:ahLst/>
              <a:cxnLst/>
              <a:rect l="l" t="t" r="r" b="b"/>
              <a:pathLst>
                <a:path w="911860" h="1438910" extrusionOk="0">
                  <a:moveTo>
                    <a:pt x="0" y="0"/>
                  </a:moveTo>
                  <a:lnTo>
                    <a:pt x="911351" y="0"/>
                  </a:lnTo>
                  <a:lnTo>
                    <a:pt x="911351" y="1438656"/>
                  </a:lnTo>
                  <a:lnTo>
                    <a:pt x="0" y="1438656"/>
                  </a:lnTo>
                  <a:lnTo>
                    <a:pt x="0" y="0"/>
                  </a:lnTo>
                  <a:close/>
                </a:path>
              </a:pathLst>
            </a:custGeom>
            <a:noFill/>
            <a:ln w="9525" cap="flat" cmpd="sng">
              <a:solidFill>
                <a:srgbClr val="180D9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1589" name="Google Shape;1589;p74"/>
            <p:cNvPicPr preferRelativeResize="0"/>
            <p:nvPr/>
          </p:nvPicPr>
          <p:blipFill rotWithShape="1">
            <a:blip r:embed="rId5">
              <a:alphaModFix/>
            </a:blip>
            <a:srcRect/>
            <a:stretch/>
          </p:blipFill>
          <p:spPr>
            <a:xfrm>
              <a:off x="4838699" y="3584510"/>
              <a:ext cx="303325" cy="301814"/>
            </a:xfrm>
            <a:prstGeom prst="rect">
              <a:avLst/>
            </a:prstGeom>
            <a:noFill/>
            <a:ln>
              <a:noFill/>
            </a:ln>
          </p:spPr>
        </p:pic>
        <p:pic>
          <p:nvPicPr>
            <p:cNvPr id="1590" name="Google Shape;1590;p74"/>
            <p:cNvPicPr preferRelativeResize="0"/>
            <p:nvPr/>
          </p:nvPicPr>
          <p:blipFill rotWithShape="1">
            <a:blip r:embed="rId16">
              <a:alphaModFix/>
            </a:blip>
            <a:srcRect/>
            <a:stretch/>
          </p:blipFill>
          <p:spPr>
            <a:xfrm>
              <a:off x="4881372" y="3607308"/>
              <a:ext cx="222503" cy="220979"/>
            </a:xfrm>
            <a:prstGeom prst="rect">
              <a:avLst/>
            </a:prstGeom>
            <a:noFill/>
            <a:ln>
              <a:noFill/>
            </a:ln>
          </p:spPr>
        </p:pic>
        <p:pic>
          <p:nvPicPr>
            <p:cNvPr id="1591" name="Google Shape;1591;p74"/>
            <p:cNvPicPr preferRelativeResize="0"/>
            <p:nvPr/>
          </p:nvPicPr>
          <p:blipFill rotWithShape="1">
            <a:blip r:embed="rId17">
              <a:alphaModFix/>
            </a:blip>
            <a:srcRect/>
            <a:stretch/>
          </p:blipFill>
          <p:spPr>
            <a:xfrm>
              <a:off x="4716779" y="2971800"/>
              <a:ext cx="544068" cy="1525524"/>
            </a:xfrm>
            <a:prstGeom prst="rect">
              <a:avLst/>
            </a:prstGeom>
            <a:noFill/>
            <a:ln>
              <a:noFill/>
            </a:ln>
          </p:spPr>
        </p:pic>
        <p:sp>
          <p:nvSpPr>
            <p:cNvPr id="1592" name="Google Shape;1592;p74"/>
            <p:cNvSpPr/>
            <p:nvPr/>
          </p:nvSpPr>
          <p:spPr>
            <a:xfrm>
              <a:off x="4762499" y="2997706"/>
              <a:ext cx="457200" cy="1438910"/>
            </a:xfrm>
            <a:custGeom>
              <a:avLst/>
              <a:gdLst/>
              <a:ahLst/>
              <a:cxnLst/>
              <a:rect l="l" t="t" r="r" b="b"/>
              <a:pathLst>
                <a:path w="457200" h="1438910" extrusionOk="0">
                  <a:moveTo>
                    <a:pt x="0" y="0"/>
                  </a:moveTo>
                  <a:lnTo>
                    <a:pt x="457200" y="0"/>
                  </a:lnTo>
                  <a:lnTo>
                    <a:pt x="457200" y="1438656"/>
                  </a:lnTo>
                  <a:lnTo>
                    <a:pt x="0" y="1438656"/>
                  </a:lnTo>
                  <a:lnTo>
                    <a:pt x="0" y="0"/>
                  </a:lnTo>
                  <a:close/>
                </a:path>
              </a:pathLst>
            </a:custGeom>
            <a:noFill/>
            <a:ln w="9525" cap="flat" cmpd="sng">
              <a:solidFill>
                <a:srgbClr val="1794C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593" name="Google Shape;1593;p74"/>
            <p:cNvSpPr/>
            <p:nvPr/>
          </p:nvSpPr>
          <p:spPr>
            <a:xfrm>
              <a:off x="3558540" y="3169918"/>
              <a:ext cx="303530" cy="1088390"/>
            </a:xfrm>
            <a:custGeom>
              <a:avLst/>
              <a:gdLst/>
              <a:ahLst/>
              <a:cxnLst/>
              <a:rect l="l" t="t" r="r" b="b"/>
              <a:pathLst>
                <a:path w="303529" h="1088389" extrusionOk="0">
                  <a:moveTo>
                    <a:pt x="268477" y="2768"/>
                  </a:moveTo>
                  <a:lnTo>
                    <a:pt x="237617" y="6095"/>
                  </a:lnTo>
                  <a:lnTo>
                    <a:pt x="264033" y="11823"/>
                  </a:lnTo>
                  <a:lnTo>
                    <a:pt x="2667" y="180212"/>
                  </a:lnTo>
                  <a:lnTo>
                    <a:pt x="6120" y="185597"/>
                  </a:lnTo>
                  <a:lnTo>
                    <a:pt x="6210" y="185737"/>
                  </a:lnTo>
                  <a:lnTo>
                    <a:pt x="6083" y="185940"/>
                  </a:lnTo>
                  <a:lnTo>
                    <a:pt x="0" y="187832"/>
                  </a:lnTo>
                  <a:lnTo>
                    <a:pt x="71145" y="410603"/>
                  </a:lnTo>
                  <a:lnTo>
                    <a:pt x="508" y="544956"/>
                  </a:lnTo>
                  <a:lnTo>
                    <a:pt x="5764" y="547776"/>
                  </a:lnTo>
                  <a:lnTo>
                    <a:pt x="6117" y="548309"/>
                  </a:lnTo>
                  <a:lnTo>
                    <a:pt x="6210" y="548449"/>
                  </a:lnTo>
                  <a:lnTo>
                    <a:pt x="6083" y="548652"/>
                  </a:lnTo>
                  <a:lnTo>
                    <a:pt x="508" y="551687"/>
                  </a:lnTo>
                  <a:lnTo>
                    <a:pt x="71080" y="683806"/>
                  </a:lnTo>
                  <a:lnTo>
                    <a:pt x="0" y="908430"/>
                  </a:lnTo>
                  <a:lnTo>
                    <a:pt x="4659" y="909891"/>
                  </a:lnTo>
                  <a:lnTo>
                    <a:pt x="5702" y="910450"/>
                  </a:lnTo>
                  <a:lnTo>
                    <a:pt x="2794" y="915288"/>
                  </a:lnTo>
                  <a:lnTo>
                    <a:pt x="263817" y="1075499"/>
                  </a:lnTo>
                  <a:lnTo>
                    <a:pt x="237489" y="1081785"/>
                  </a:lnTo>
                  <a:lnTo>
                    <a:pt x="292100" y="1086446"/>
                  </a:lnTo>
                  <a:lnTo>
                    <a:pt x="294132" y="1087881"/>
                  </a:lnTo>
                  <a:lnTo>
                    <a:pt x="294119" y="1087500"/>
                  </a:lnTo>
                  <a:lnTo>
                    <a:pt x="298221" y="1061288"/>
                  </a:lnTo>
                  <a:lnTo>
                    <a:pt x="268554" y="1061288"/>
                  </a:lnTo>
                  <a:lnTo>
                    <a:pt x="261493" y="1059141"/>
                  </a:lnTo>
                  <a:lnTo>
                    <a:pt x="18948" y="910234"/>
                  </a:lnTo>
                  <a:lnTo>
                    <a:pt x="46072" y="892759"/>
                  </a:lnTo>
                  <a:lnTo>
                    <a:pt x="22655" y="892759"/>
                  </a:lnTo>
                  <a:lnTo>
                    <a:pt x="47756" y="845007"/>
                  </a:lnTo>
                  <a:lnTo>
                    <a:pt x="33450" y="845007"/>
                  </a:lnTo>
                  <a:lnTo>
                    <a:pt x="79476" y="699528"/>
                  </a:lnTo>
                  <a:lnTo>
                    <a:pt x="93876" y="699528"/>
                  </a:lnTo>
                  <a:lnTo>
                    <a:pt x="84836" y="682586"/>
                  </a:lnTo>
                  <a:lnTo>
                    <a:pt x="89805" y="666876"/>
                  </a:lnTo>
                  <a:lnTo>
                    <a:pt x="76441" y="666876"/>
                  </a:lnTo>
                  <a:lnTo>
                    <a:pt x="22771" y="566381"/>
                  </a:lnTo>
                  <a:lnTo>
                    <a:pt x="47143" y="566381"/>
                  </a:lnTo>
                  <a:lnTo>
                    <a:pt x="17729" y="548309"/>
                  </a:lnTo>
                  <a:lnTo>
                    <a:pt x="46076" y="530047"/>
                  </a:lnTo>
                  <a:lnTo>
                    <a:pt x="22655" y="530047"/>
                  </a:lnTo>
                  <a:lnTo>
                    <a:pt x="76541" y="427520"/>
                  </a:lnTo>
                  <a:lnTo>
                    <a:pt x="89974" y="427520"/>
                  </a:lnTo>
                  <a:lnTo>
                    <a:pt x="84899" y="411632"/>
                  </a:lnTo>
                  <a:lnTo>
                    <a:pt x="93788" y="394715"/>
                  </a:lnTo>
                  <a:lnTo>
                    <a:pt x="79489" y="394715"/>
                  </a:lnTo>
                  <a:lnTo>
                    <a:pt x="33501" y="250748"/>
                  </a:lnTo>
                  <a:lnTo>
                    <a:pt x="47923" y="250748"/>
                  </a:lnTo>
                  <a:lnTo>
                    <a:pt x="22771" y="203657"/>
                  </a:lnTo>
                  <a:lnTo>
                    <a:pt x="47143" y="203657"/>
                  </a:lnTo>
                  <a:lnTo>
                    <a:pt x="17729" y="185597"/>
                  </a:lnTo>
                  <a:lnTo>
                    <a:pt x="260248" y="29349"/>
                  </a:lnTo>
                  <a:lnTo>
                    <a:pt x="268033" y="26936"/>
                  </a:lnTo>
                  <a:lnTo>
                    <a:pt x="268477" y="26936"/>
                  </a:lnTo>
                  <a:lnTo>
                    <a:pt x="268477" y="2768"/>
                  </a:lnTo>
                  <a:close/>
                </a:path>
                <a:path w="303529" h="1088389" extrusionOk="0">
                  <a:moveTo>
                    <a:pt x="254508" y="1046860"/>
                  </a:moveTo>
                  <a:lnTo>
                    <a:pt x="268554" y="1061288"/>
                  </a:lnTo>
                  <a:lnTo>
                    <a:pt x="268554" y="1053769"/>
                  </a:lnTo>
                  <a:lnTo>
                    <a:pt x="267817" y="1053769"/>
                  </a:lnTo>
                  <a:lnTo>
                    <a:pt x="254508" y="1046860"/>
                  </a:lnTo>
                  <a:close/>
                </a:path>
                <a:path w="303529" h="1088389" extrusionOk="0">
                  <a:moveTo>
                    <a:pt x="268554" y="986510"/>
                  </a:moveTo>
                  <a:lnTo>
                    <a:pt x="268554" y="1061288"/>
                  </a:lnTo>
                  <a:lnTo>
                    <a:pt x="298221" y="1061288"/>
                  </a:lnTo>
                  <a:lnTo>
                    <a:pt x="299894" y="1050582"/>
                  </a:lnTo>
                  <a:lnTo>
                    <a:pt x="299935" y="1050315"/>
                  </a:lnTo>
                  <a:lnTo>
                    <a:pt x="293115" y="1050315"/>
                  </a:lnTo>
                  <a:lnTo>
                    <a:pt x="293024" y="1046860"/>
                  </a:lnTo>
                  <a:lnTo>
                    <a:pt x="287835" y="1046860"/>
                  </a:lnTo>
                  <a:lnTo>
                    <a:pt x="268554" y="986510"/>
                  </a:lnTo>
                  <a:close/>
                </a:path>
                <a:path w="303529" h="1088389" extrusionOk="0">
                  <a:moveTo>
                    <a:pt x="162128" y="827265"/>
                  </a:moveTo>
                  <a:lnTo>
                    <a:pt x="147726" y="827265"/>
                  </a:lnTo>
                  <a:lnTo>
                    <a:pt x="267041" y="1050582"/>
                  </a:lnTo>
                  <a:lnTo>
                    <a:pt x="267817" y="1053769"/>
                  </a:lnTo>
                  <a:lnTo>
                    <a:pt x="268554" y="1053769"/>
                  </a:lnTo>
                  <a:lnTo>
                    <a:pt x="268554" y="1023416"/>
                  </a:lnTo>
                  <a:lnTo>
                    <a:pt x="266903" y="1023416"/>
                  </a:lnTo>
                  <a:lnTo>
                    <a:pt x="162128" y="827265"/>
                  </a:lnTo>
                  <a:close/>
                </a:path>
                <a:path w="303529" h="1088389" extrusionOk="0">
                  <a:moveTo>
                    <a:pt x="302895" y="1031366"/>
                  </a:moveTo>
                  <a:lnTo>
                    <a:pt x="293115" y="1050315"/>
                  </a:lnTo>
                  <a:lnTo>
                    <a:pt x="299935" y="1050315"/>
                  </a:lnTo>
                  <a:lnTo>
                    <a:pt x="302895" y="1031366"/>
                  </a:lnTo>
                  <a:close/>
                </a:path>
                <a:path w="303529" h="1088389" extrusionOk="0">
                  <a:moveTo>
                    <a:pt x="292614" y="1031366"/>
                  </a:moveTo>
                  <a:lnTo>
                    <a:pt x="287827" y="1046860"/>
                  </a:lnTo>
                  <a:lnTo>
                    <a:pt x="293024" y="1046860"/>
                  </a:lnTo>
                  <a:lnTo>
                    <a:pt x="292614" y="1031366"/>
                  </a:lnTo>
                  <a:close/>
                </a:path>
                <a:path w="303529" h="1088389" extrusionOk="0">
                  <a:moveTo>
                    <a:pt x="208032" y="797064"/>
                  </a:moveTo>
                  <a:lnTo>
                    <a:pt x="194602" y="797064"/>
                  </a:lnTo>
                  <a:lnTo>
                    <a:pt x="266903" y="1023416"/>
                  </a:lnTo>
                  <a:lnTo>
                    <a:pt x="266903" y="981341"/>
                  </a:lnTo>
                  <a:lnTo>
                    <a:pt x="208032" y="797064"/>
                  </a:lnTo>
                  <a:close/>
                </a:path>
                <a:path w="303529" h="1088389" extrusionOk="0">
                  <a:moveTo>
                    <a:pt x="266903" y="981341"/>
                  </a:moveTo>
                  <a:lnTo>
                    <a:pt x="266903" y="1023416"/>
                  </a:lnTo>
                  <a:lnTo>
                    <a:pt x="268554" y="1023416"/>
                  </a:lnTo>
                  <a:lnTo>
                    <a:pt x="268554" y="986510"/>
                  </a:lnTo>
                  <a:lnTo>
                    <a:pt x="266903" y="981341"/>
                  </a:lnTo>
                  <a:close/>
                </a:path>
                <a:path w="303529" h="1088389" extrusionOk="0">
                  <a:moveTo>
                    <a:pt x="141732" y="789089"/>
                  </a:moveTo>
                  <a:lnTo>
                    <a:pt x="141732" y="816038"/>
                  </a:lnTo>
                  <a:lnTo>
                    <a:pt x="22655" y="892759"/>
                  </a:lnTo>
                  <a:lnTo>
                    <a:pt x="46072" y="892759"/>
                  </a:lnTo>
                  <a:lnTo>
                    <a:pt x="147726" y="827265"/>
                  </a:lnTo>
                  <a:lnTo>
                    <a:pt x="162128" y="827265"/>
                  </a:lnTo>
                  <a:lnTo>
                    <a:pt x="158445" y="820369"/>
                  </a:lnTo>
                  <a:lnTo>
                    <a:pt x="175863" y="809142"/>
                  </a:lnTo>
                  <a:lnTo>
                    <a:pt x="152449" y="809142"/>
                  </a:lnTo>
                  <a:lnTo>
                    <a:pt x="141732" y="789089"/>
                  </a:lnTo>
                  <a:close/>
                </a:path>
                <a:path w="303529" h="1088389" extrusionOk="0">
                  <a:moveTo>
                    <a:pt x="94818" y="701293"/>
                  </a:moveTo>
                  <a:lnTo>
                    <a:pt x="94818" y="728268"/>
                  </a:lnTo>
                  <a:lnTo>
                    <a:pt x="33450" y="845007"/>
                  </a:lnTo>
                  <a:lnTo>
                    <a:pt x="47756" y="845007"/>
                  </a:lnTo>
                  <a:lnTo>
                    <a:pt x="102030" y="741756"/>
                  </a:lnTo>
                  <a:lnTo>
                    <a:pt x="116437" y="741756"/>
                  </a:lnTo>
                  <a:lnTo>
                    <a:pt x="109230" y="728268"/>
                  </a:lnTo>
                  <a:lnTo>
                    <a:pt x="110599" y="725434"/>
                  </a:lnTo>
                  <a:lnTo>
                    <a:pt x="116253" y="714679"/>
                  </a:lnTo>
                  <a:lnTo>
                    <a:pt x="101968" y="714679"/>
                  </a:lnTo>
                  <a:lnTo>
                    <a:pt x="94818" y="701293"/>
                  </a:lnTo>
                  <a:close/>
                </a:path>
                <a:path w="303529" h="1088389" extrusionOk="0">
                  <a:moveTo>
                    <a:pt x="116437" y="741756"/>
                  </a:moveTo>
                  <a:lnTo>
                    <a:pt x="102030" y="741756"/>
                  </a:lnTo>
                  <a:lnTo>
                    <a:pt x="141732" y="816038"/>
                  </a:lnTo>
                  <a:lnTo>
                    <a:pt x="141732" y="789089"/>
                  </a:lnTo>
                  <a:lnTo>
                    <a:pt x="116437" y="741756"/>
                  </a:lnTo>
                  <a:close/>
                </a:path>
                <a:path w="303529" h="1088389" extrusionOk="0">
                  <a:moveTo>
                    <a:pt x="190601" y="742518"/>
                  </a:moveTo>
                  <a:lnTo>
                    <a:pt x="190601" y="784555"/>
                  </a:lnTo>
                  <a:lnTo>
                    <a:pt x="152449" y="809142"/>
                  </a:lnTo>
                  <a:lnTo>
                    <a:pt x="175863" y="809142"/>
                  </a:lnTo>
                  <a:lnTo>
                    <a:pt x="194602" y="797064"/>
                  </a:lnTo>
                  <a:lnTo>
                    <a:pt x="208032" y="797064"/>
                  </a:lnTo>
                  <a:lnTo>
                    <a:pt x="205739" y="789889"/>
                  </a:lnTo>
                  <a:lnTo>
                    <a:pt x="225157" y="777379"/>
                  </a:lnTo>
                  <a:lnTo>
                    <a:pt x="201739" y="777379"/>
                  </a:lnTo>
                  <a:lnTo>
                    <a:pt x="190601" y="742518"/>
                  </a:lnTo>
                  <a:close/>
                </a:path>
                <a:path w="303529" h="1088389" extrusionOk="0">
                  <a:moveTo>
                    <a:pt x="162047" y="653122"/>
                  </a:moveTo>
                  <a:lnTo>
                    <a:pt x="148615" y="653122"/>
                  </a:lnTo>
                  <a:lnTo>
                    <a:pt x="190601" y="784555"/>
                  </a:lnTo>
                  <a:lnTo>
                    <a:pt x="190601" y="742518"/>
                  </a:lnTo>
                  <a:lnTo>
                    <a:pt x="162047" y="653122"/>
                  </a:lnTo>
                  <a:close/>
                </a:path>
                <a:path w="303529" h="1088389" extrusionOk="0">
                  <a:moveTo>
                    <a:pt x="294125" y="725434"/>
                  </a:moveTo>
                  <a:lnTo>
                    <a:pt x="237617" y="731519"/>
                  </a:lnTo>
                  <a:lnTo>
                    <a:pt x="264033" y="737247"/>
                  </a:lnTo>
                  <a:lnTo>
                    <a:pt x="201739" y="777379"/>
                  </a:lnTo>
                  <a:lnTo>
                    <a:pt x="225157" y="777379"/>
                  </a:lnTo>
                  <a:lnTo>
                    <a:pt x="270890" y="747915"/>
                  </a:lnTo>
                  <a:lnTo>
                    <a:pt x="280812" y="747915"/>
                  </a:lnTo>
                  <a:lnTo>
                    <a:pt x="294125" y="725434"/>
                  </a:lnTo>
                  <a:close/>
                </a:path>
                <a:path w="303529" h="1088389" extrusionOk="0">
                  <a:moveTo>
                    <a:pt x="280812" y="747915"/>
                  </a:moveTo>
                  <a:lnTo>
                    <a:pt x="270890" y="747915"/>
                  </a:lnTo>
                  <a:lnTo>
                    <a:pt x="265175" y="774318"/>
                  </a:lnTo>
                  <a:lnTo>
                    <a:pt x="280812" y="747915"/>
                  </a:lnTo>
                  <a:close/>
                </a:path>
                <a:path w="303529" h="1088389" extrusionOk="0">
                  <a:moveTo>
                    <a:pt x="93876" y="699528"/>
                  </a:moveTo>
                  <a:lnTo>
                    <a:pt x="79476" y="699528"/>
                  </a:lnTo>
                  <a:lnTo>
                    <a:pt x="94818" y="728268"/>
                  </a:lnTo>
                  <a:lnTo>
                    <a:pt x="94818" y="701293"/>
                  </a:lnTo>
                  <a:lnTo>
                    <a:pt x="93876" y="699528"/>
                  </a:lnTo>
                  <a:close/>
                </a:path>
                <a:path w="303529" h="1088389" extrusionOk="0">
                  <a:moveTo>
                    <a:pt x="185860" y="651548"/>
                  </a:moveTo>
                  <a:lnTo>
                    <a:pt x="161544" y="651548"/>
                  </a:lnTo>
                  <a:lnTo>
                    <a:pt x="263817" y="714311"/>
                  </a:lnTo>
                  <a:lnTo>
                    <a:pt x="237489" y="720597"/>
                  </a:lnTo>
                  <a:lnTo>
                    <a:pt x="294258" y="725434"/>
                  </a:lnTo>
                  <a:lnTo>
                    <a:pt x="294015" y="725247"/>
                  </a:lnTo>
                  <a:lnTo>
                    <a:pt x="293838" y="724979"/>
                  </a:lnTo>
                  <a:lnTo>
                    <a:pt x="294126" y="724979"/>
                  </a:lnTo>
                  <a:lnTo>
                    <a:pt x="293491" y="701293"/>
                  </a:lnTo>
                  <a:lnTo>
                    <a:pt x="293424" y="698804"/>
                  </a:lnTo>
                  <a:lnTo>
                    <a:pt x="269316" y="698804"/>
                  </a:lnTo>
                  <a:lnTo>
                    <a:pt x="256589" y="694956"/>
                  </a:lnTo>
                  <a:lnTo>
                    <a:pt x="185860" y="651548"/>
                  </a:lnTo>
                  <a:close/>
                </a:path>
                <a:path w="303529" h="1088389" extrusionOk="0">
                  <a:moveTo>
                    <a:pt x="294126" y="724979"/>
                  </a:moveTo>
                  <a:lnTo>
                    <a:pt x="293838" y="724979"/>
                  </a:lnTo>
                  <a:lnTo>
                    <a:pt x="294015" y="725247"/>
                  </a:lnTo>
                  <a:lnTo>
                    <a:pt x="294126" y="724979"/>
                  </a:lnTo>
                  <a:close/>
                </a:path>
                <a:path w="303529" h="1088389" extrusionOk="0">
                  <a:moveTo>
                    <a:pt x="141592" y="589140"/>
                  </a:moveTo>
                  <a:lnTo>
                    <a:pt x="141592" y="639317"/>
                  </a:lnTo>
                  <a:lnTo>
                    <a:pt x="101968" y="714679"/>
                  </a:lnTo>
                  <a:lnTo>
                    <a:pt x="116253" y="714679"/>
                  </a:lnTo>
                  <a:lnTo>
                    <a:pt x="148615" y="653122"/>
                  </a:lnTo>
                  <a:lnTo>
                    <a:pt x="162047" y="653122"/>
                  </a:lnTo>
                  <a:lnTo>
                    <a:pt x="161544" y="651548"/>
                  </a:lnTo>
                  <a:lnTo>
                    <a:pt x="185860" y="651548"/>
                  </a:lnTo>
                  <a:lnTo>
                    <a:pt x="158318" y="634644"/>
                  </a:lnTo>
                  <a:lnTo>
                    <a:pt x="165835" y="620344"/>
                  </a:lnTo>
                  <a:lnTo>
                    <a:pt x="151560" y="620344"/>
                  </a:lnTo>
                  <a:lnTo>
                    <a:pt x="141592" y="589140"/>
                  </a:lnTo>
                  <a:close/>
                </a:path>
                <a:path w="303529" h="1088389" extrusionOk="0">
                  <a:moveTo>
                    <a:pt x="212522" y="558901"/>
                  </a:moveTo>
                  <a:lnTo>
                    <a:pt x="198132" y="558901"/>
                  </a:lnTo>
                  <a:lnTo>
                    <a:pt x="266395" y="686663"/>
                  </a:lnTo>
                  <a:lnTo>
                    <a:pt x="269316" y="698804"/>
                  </a:lnTo>
                  <a:lnTo>
                    <a:pt x="269316" y="665225"/>
                  </a:lnTo>
                  <a:lnTo>
                    <a:pt x="212522" y="558901"/>
                  </a:lnTo>
                  <a:close/>
                </a:path>
                <a:path w="303529" h="1088389" extrusionOk="0">
                  <a:moveTo>
                    <a:pt x="269316" y="665225"/>
                  </a:moveTo>
                  <a:lnTo>
                    <a:pt x="269316" y="698804"/>
                  </a:lnTo>
                  <a:lnTo>
                    <a:pt x="293424" y="698804"/>
                  </a:lnTo>
                  <a:lnTo>
                    <a:pt x="293299" y="694169"/>
                  </a:lnTo>
                  <a:lnTo>
                    <a:pt x="284783" y="694169"/>
                  </a:lnTo>
                  <a:lnTo>
                    <a:pt x="269316" y="665225"/>
                  </a:lnTo>
                  <a:close/>
                </a:path>
                <a:path w="303529" h="1088389" extrusionOk="0">
                  <a:moveTo>
                    <a:pt x="292608" y="668400"/>
                  </a:moveTo>
                  <a:lnTo>
                    <a:pt x="284783" y="694169"/>
                  </a:lnTo>
                  <a:lnTo>
                    <a:pt x="293299" y="694169"/>
                  </a:lnTo>
                  <a:lnTo>
                    <a:pt x="292608" y="668400"/>
                  </a:lnTo>
                  <a:close/>
                </a:path>
                <a:path w="303529" h="1088389" extrusionOk="0">
                  <a:moveTo>
                    <a:pt x="94335" y="595375"/>
                  </a:moveTo>
                  <a:lnTo>
                    <a:pt x="94335" y="610311"/>
                  </a:lnTo>
                  <a:lnTo>
                    <a:pt x="76441" y="666876"/>
                  </a:lnTo>
                  <a:lnTo>
                    <a:pt x="89805" y="666876"/>
                  </a:lnTo>
                  <a:lnTo>
                    <a:pt x="105524" y="617181"/>
                  </a:lnTo>
                  <a:lnTo>
                    <a:pt x="129880" y="617181"/>
                  </a:lnTo>
                  <a:lnTo>
                    <a:pt x="109485" y="604659"/>
                  </a:lnTo>
                  <a:lnTo>
                    <a:pt x="111654" y="597801"/>
                  </a:lnTo>
                  <a:lnTo>
                    <a:pt x="98298" y="597801"/>
                  </a:lnTo>
                  <a:lnTo>
                    <a:pt x="94335" y="595375"/>
                  </a:lnTo>
                  <a:close/>
                </a:path>
                <a:path w="303529" h="1088389" extrusionOk="0">
                  <a:moveTo>
                    <a:pt x="129880" y="617181"/>
                  </a:moveTo>
                  <a:lnTo>
                    <a:pt x="105524" y="617181"/>
                  </a:lnTo>
                  <a:lnTo>
                    <a:pt x="141592" y="639317"/>
                  </a:lnTo>
                  <a:lnTo>
                    <a:pt x="141592" y="622719"/>
                  </a:lnTo>
                  <a:lnTo>
                    <a:pt x="138898" y="622719"/>
                  </a:lnTo>
                  <a:lnTo>
                    <a:pt x="129880" y="617181"/>
                  </a:lnTo>
                  <a:close/>
                </a:path>
                <a:path w="303529" h="1088389" extrusionOk="0">
                  <a:moveTo>
                    <a:pt x="134668" y="567474"/>
                  </a:moveTo>
                  <a:lnTo>
                    <a:pt x="121245" y="567474"/>
                  </a:lnTo>
                  <a:lnTo>
                    <a:pt x="138898" y="622719"/>
                  </a:lnTo>
                  <a:lnTo>
                    <a:pt x="138898" y="580720"/>
                  </a:lnTo>
                  <a:lnTo>
                    <a:pt x="134668" y="567474"/>
                  </a:lnTo>
                  <a:close/>
                </a:path>
                <a:path w="303529" h="1088389" extrusionOk="0">
                  <a:moveTo>
                    <a:pt x="138898" y="580720"/>
                  </a:moveTo>
                  <a:lnTo>
                    <a:pt x="138898" y="622719"/>
                  </a:lnTo>
                  <a:lnTo>
                    <a:pt x="141592" y="622719"/>
                  </a:lnTo>
                  <a:lnTo>
                    <a:pt x="141592" y="589140"/>
                  </a:lnTo>
                  <a:lnTo>
                    <a:pt x="138898" y="580720"/>
                  </a:lnTo>
                  <a:close/>
                </a:path>
                <a:path w="303529" h="1088389" extrusionOk="0">
                  <a:moveTo>
                    <a:pt x="190944" y="518502"/>
                  </a:moveTo>
                  <a:lnTo>
                    <a:pt x="190944" y="545439"/>
                  </a:lnTo>
                  <a:lnTo>
                    <a:pt x="151560" y="620344"/>
                  </a:lnTo>
                  <a:lnTo>
                    <a:pt x="165835" y="620344"/>
                  </a:lnTo>
                  <a:lnTo>
                    <a:pt x="198132" y="558901"/>
                  </a:lnTo>
                  <a:lnTo>
                    <a:pt x="212522" y="558901"/>
                  </a:lnTo>
                  <a:lnTo>
                    <a:pt x="205331" y="545439"/>
                  </a:lnTo>
                  <a:lnTo>
                    <a:pt x="205463" y="544956"/>
                  </a:lnTo>
                  <a:lnTo>
                    <a:pt x="212346" y="531863"/>
                  </a:lnTo>
                  <a:lnTo>
                    <a:pt x="198080" y="531863"/>
                  </a:lnTo>
                  <a:lnTo>
                    <a:pt x="190944" y="518502"/>
                  </a:lnTo>
                  <a:close/>
                </a:path>
                <a:path w="303529" h="1088389" extrusionOk="0">
                  <a:moveTo>
                    <a:pt x="47143" y="566381"/>
                  </a:moveTo>
                  <a:lnTo>
                    <a:pt x="22771" y="566381"/>
                  </a:lnTo>
                  <a:lnTo>
                    <a:pt x="94335" y="610311"/>
                  </a:lnTo>
                  <a:lnTo>
                    <a:pt x="94335" y="595375"/>
                  </a:lnTo>
                  <a:lnTo>
                    <a:pt x="47143" y="566381"/>
                  </a:lnTo>
                  <a:close/>
                </a:path>
                <a:path w="303529" h="1088389" extrusionOk="0">
                  <a:moveTo>
                    <a:pt x="114541" y="504456"/>
                  </a:moveTo>
                  <a:lnTo>
                    <a:pt x="114541" y="546480"/>
                  </a:lnTo>
                  <a:lnTo>
                    <a:pt x="98298" y="597801"/>
                  </a:lnTo>
                  <a:lnTo>
                    <a:pt x="111654" y="597801"/>
                  </a:lnTo>
                  <a:lnTo>
                    <a:pt x="121245" y="567474"/>
                  </a:lnTo>
                  <a:lnTo>
                    <a:pt x="134668" y="567474"/>
                  </a:lnTo>
                  <a:lnTo>
                    <a:pt x="127963" y="546480"/>
                  </a:lnTo>
                  <a:lnTo>
                    <a:pt x="128220" y="545439"/>
                  </a:lnTo>
                  <a:lnTo>
                    <a:pt x="134567" y="525373"/>
                  </a:lnTo>
                  <a:lnTo>
                    <a:pt x="121221" y="525373"/>
                  </a:lnTo>
                  <a:lnTo>
                    <a:pt x="114541" y="504456"/>
                  </a:lnTo>
                  <a:close/>
                </a:path>
                <a:path w="303529" h="1088389" extrusionOk="0">
                  <a:moveTo>
                    <a:pt x="111925" y="496265"/>
                  </a:moveTo>
                  <a:lnTo>
                    <a:pt x="98512" y="496265"/>
                  </a:lnTo>
                  <a:lnTo>
                    <a:pt x="114541" y="546480"/>
                  </a:lnTo>
                  <a:lnTo>
                    <a:pt x="114541" y="504456"/>
                  </a:lnTo>
                  <a:lnTo>
                    <a:pt x="111925" y="496265"/>
                  </a:lnTo>
                  <a:close/>
                </a:path>
                <a:path w="303529" h="1088389" extrusionOk="0">
                  <a:moveTo>
                    <a:pt x="165940" y="471690"/>
                  </a:moveTo>
                  <a:lnTo>
                    <a:pt x="151549" y="471690"/>
                  </a:lnTo>
                  <a:lnTo>
                    <a:pt x="190944" y="545439"/>
                  </a:lnTo>
                  <a:lnTo>
                    <a:pt x="190944" y="518502"/>
                  </a:lnTo>
                  <a:lnTo>
                    <a:pt x="165940" y="471690"/>
                  </a:lnTo>
                  <a:close/>
                </a:path>
                <a:path w="303529" h="1088389" extrusionOk="0">
                  <a:moveTo>
                    <a:pt x="294074" y="365544"/>
                  </a:moveTo>
                  <a:lnTo>
                    <a:pt x="270065" y="365544"/>
                  </a:lnTo>
                  <a:lnTo>
                    <a:pt x="270065" y="389013"/>
                  </a:lnTo>
                  <a:lnTo>
                    <a:pt x="267881" y="399097"/>
                  </a:lnTo>
                  <a:lnTo>
                    <a:pt x="198080" y="531863"/>
                  </a:lnTo>
                  <a:lnTo>
                    <a:pt x="212346" y="531863"/>
                  </a:lnTo>
                  <a:lnTo>
                    <a:pt x="284962" y="393712"/>
                  </a:lnTo>
                  <a:lnTo>
                    <a:pt x="293507" y="393712"/>
                  </a:lnTo>
                  <a:lnTo>
                    <a:pt x="293803" y="379031"/>
                  </a:lnTo>
                  <a:lnTo>
                    <a:pt x="293893" y="374535"/>
                  </a:lnTo>
                  <a:lnTo>
                    <a:pt x="294009" y="368807"/>
                  </a:lnTo>
                  <a:lnTo>
                    <a:pt x="294074" y="365544"/>
                  </a:lnTo>
                  <a:close/>
                </a:path>
                <a:path w="303529" h="1088389" extrusionOk="0">
                  <a:moveTo>
                    <a:pt x="94513" y="441731"/>
                  </a:moveTo>
                  <a:lnTo>
                    <a:pt x="94513" y="483755"/>
                  </a:lnTo>
                  <a:lnTo>
                    <a:pt x="22655" y="530047"/>
                  </a:lnTo>
                  <a:lnTo>
                    <a:pt x="46076" y="530047"/>
                  </a:lnTo>
                  <a:lnTo>
                    <a:pt x="98512" y="496265"/>
                  </a:lnTo>
                  <a:lnTo>
                    <a:pt x="111925" y="496265"/>
                  </a:lnTo>
                  <a:lnTo>
                    <a:pt x="109639" y="489102"/>
                  </a:lnTo>
                  <a:lnTo>
                    <a:pt x="129082" y="476580"/>
                  </a:lnTo>
                  <a:lnTo>
                    <a:pt x="105651" y="476580"/>
                  </a:lnTo>
                  <a:lnTo>
                    <a:pt x="94513" y="441731"/>
                  </a:lnTo>
                  <a:close/>
                </a:path>
                <a:path w="303529" h="1088389" extrusionOk="0">
                  <a:moveTo>
                    <a:pt x="141732" y="426389"/>
                  </a:moveTo>
                  <a:lnTo>
                    <a:pt x="141732" y="453326"/>
                  </a:lnTo>
                  <a:lnTo>
                    <a:pt x="138606" y="455345"/>
                  </a:lnTo>
                  <a:lnTo>
                    <a:pt x="138606" y="470446"/>
                  </a:lnTo>
                  <a:lnTo>
                    <a:pt x="121221" y="525373"/>
                  </a:lnTo>
                  <a:lnTo>
                    <a:pt x="134567" y="525373"/>
                  </a:lnTo>
                  <a:lnTo>
                    <a:pt x="151549" y="471690"/>
                  </a:lnTo>
                  <a:lnTo>
                    <a:pt x="165940" y="471690"/>
                  </a:lnTo>
                  <a:lnTo>
                    <a:pt x="158445" y="457657"/>
                  </a:lnTo>
                  <a:lnTo>
                    <a:pt x="184758" y="440702"/>
                  </a:lnTo>
                  <a:lnTo>
                    <a:pt x="161353" y="440702"/>
                  </a:lnTo>
                  <a:lnTo>
                    <a:pt x="161859" y="439102"/>
                  </a:lnTo>
                  <a:lnTo>
                    <a:pt x="148526" y="439102"/>
                  </a:lnTo>
                  <a:lnTo>
                    <a:pt x="141732" y="426389"/>
                  </a:lnTo>
                  <a:close/>
                </a:path>
                <a:path w="303529" h="1088389" extrusionOk="0">
                  <a:moveTo>
                    <a:pt x="89974" y="427520"/>
                  </a:moveTo>
                  <a:lnTo>
                    <a:pt x="76541" y="427520"/>
                  </a:lnTo>
                  <a:lnTo>
                    <a:pt x="94513" y="483755"/>
                  </a:lnTo>
                  <a:lnTo>
                    <a:pt x="94513" y="441731"/>
                  </a:lnTo>
                  <a:lnTo>
                    <a:pt x="89974" y="427520"/>
                  </a:lnTo>
                  <a:close/>
                </a:path>
                <a:path w="303529" h="1088389" extrusionOk="0">
                  <a:moveTo>
                    <a:pt x="138606" y="455345"/>
                  </a:moveTo>
                  <a:lnTo>
                    <a:pt x="105651" y="476580"/>
                  </a:lnTo>
                  <a:lnTo>
                    <a:pt x="129082" y="476580"/>
                  </a:lnTo>
                  <a:lnTo>
                    <a:pt x="138606" y="470446"/>
                  </a:lnTo>
                  <a:lnTo>
                    <a:pt x="138606" y="455345"/>
                  </a:lnTo>
                  <a:close/>
                </a:path>
                <a:path w="303529" h="1088389" extrusionOk="0">
                  <a:moveTo>
                    <a:pt x="116443" y="379031"/>
                  </a:moveTo>
                  <a:lnTo>
                    <a:pt x="102030" y="379031"/>
                  </a:lnTo>
                  <a:lnTo>
                    <a:pt x="141732" y="453326"/>
                  </a:lnTo>
                  <a:lnTo>
                    <a:pt x="141732" y="426389"/>
                  </a:lnTo>
                  <a:lnTo>
                    <a:pt x="116443" y="379031"/>
                  </a:lnTo>
                  <a:close/>
                </a:path>
                <a:path w="303529" h="1088389" extrusionOk="0">
                  <a:moveTo>
                    <a:pt x="294132" y="362711"/>
                  </a:moveTo>
                  <a:lnTo>
                    <a:pt x="237617" y="368807"/>
                  </a:lnTo>
                  <a:lnTo>
                    <a:pt x="264033" y="374535"/>
                  </a:lnTo>
                  <a:lnTo>
                    <a:pt x="161353" y="440702"/>
                  </a:lnTo>
                  <a:lnTo>
                    <a:pt x="184758" y="440702"/>
                  </a:lnTo>
                  <a:lnTo>
                    <a:pt x="260248" y="392061"/>
                  </a:lnTo>
                  <a:lnTo>
                    <a:pt x="270065" y="389013"/>
                  </a:lnTo>
                  <a:lnTo>
                    <a:pt x="270065" y="365544"/>
                  </a:lnTo>
                  <a:lnTo>
                    <a:pt x="294074" y="365544"/>
                  </a:lnTo>
                  <a:lnTo>
                    <a:pt x="294132" y="362711"/>
                  </a:lnTo>
                  <a:close/>
                </a:path>
                <a:path w="303529" h="1088389" extrusionOk="0">
                  <a:moveTo>
                    <a:pt x="190460" y="291655"/>
                  </a:moveTo>
                  <a:lnTo>
                    <a:pt x="190460" y="306590"/>
                  </a:lnTo>
                  <a:lnTo>
                    <a:pt x="148526" y="439102"/>
                  </a:lnTo>
                  <a:lnTo>
                    <a:pt x="161859" y="439102"/>
                  </a:lnTo>
                  <a:lnTo>
                    <a:pt x="201598" y="313435"/>
                  </a:lnTo>
                  <a:lnTo>
                    <a:pt x="225950" y="313435"/>
                  </a:lnTo>
                  <a:lnTo>
                    <a:pt x="205562" y="300926"/>
                  </a:lnTo>
                  <a:lnTo>
                    <a:pt x="207727" y="294081"/>
                  </a:lnTo>
                  <a:lnTo>
                    <a:pt x="194411" y="294081"/>
                  </a:lnTo>
                  <a:lnTo>
                    <a:pt x="190460" y="291655"/>
                  </a:lnTo>
                  <a:close/>
                </a:path>
                <a:path w="303529" h="1088389" extrusionOk="0">
                  <a:moveTo>
                    <a:pt x="293507" y="393712"/>
                  </a:moveTo>
                  <a:lnTo>
                    <a:pt x="284962" y="393712"/>
                  </a:lnTo>
                  <a:lnTo>
                    <a:pt x="292988" y="419480"/>
                  </a:lnTo>
                  <a:lnTo>
                    <a:pt x="293399" y="399097"/>
                  </a:lnTo>
                  <a:lnTo>
                    <a:pt x="293507" y="393712"/>
                  </a:lnTo>
                  <a:close/>
                </a:path>
                <a:path w="303529" h="1088389" extrusionOk="0">
                  <a:moveTo>
                    <a:pt x="94829" y="338569"/>
                  </a:moveTo>
                  <a:lnTo>
                    <a:pt x="94829" y="365544"/>
                  </a:lnTo>
                  <a:lnTo>
                    <a:pt x="79489" y="394715"/>
                  </a:lnTo>
                  <a:lnTo>
                    <a:pt x="93788" y="394715"/>
                  </a:lnTo>
                  <a:lnTo>
                    <a:pt x="102030" y="379031"/>
                  </a:lnTo>
                  <a:lnTo>
                    <a:pt x="116443" y="379031"/>
                  </a:lnTo>
                  <a:lnTo>
                    <a:pt x="109241" y="365544"/>
                  </a:lnTo>
                  <a:lnTo>
                    <a:pt x="110609" y="362711"/>
                  </a:lnTo>
                  <a:lnTo>
                    <a:pt x="116262" y="351955"/>
                  </a:lnTo>
                  <a:lnTo>
                    <a:pt x="101981" y="351955"/>
                  </a:lnTo>
                  <a:lnTo>
                    <a:pt x="94829" y="338569"/>
                  </a:lnTo>
                  <a:close/>
                </a:path>
                <a:path w="303529" h="1088389" extrusionOk="0">
                  <a:moveTo>
                    <a:pt x="47923" y="250748"/>
                  </a:moveTo>
                  <a:lnTo>
                    <a:pt x="33501" y="250748"/>
                  </a:lnTo>
                  <a:lnTo>
                    <a:pt x="94829" y="365544"/>
                  </a:lnTo>
                  <a:lnTo>
                    <a:pt x="94829" y="338569"/>
                  </a:lnTo>
                  <a:lnTo>
                    <a:pt x="47923" y="250748"/>
                  </a:lnTo>
                  <a:close/>
                </a:path>
                <a:path w="303529" h="1088389" extrusionOk="0">
                  <a:moveTo>
                    <a:pt x="225950" y="313435"/>
                  </a:moveTo>
                  <a:lnTo>
                    <a:pt x="201598" y="313435"/>
                  </a:lnTo>
                  <a:lnTo>
                    <a:pt x="263817" y="351599"/>
                  </a:lnTo>
                  <a:lnTo>
                    <a:pt x="237489" y="357885"/>
                  </a:lnTo>
                  <a:lnTo>
                    <a:pt x="294132" y="362711"/>
                  </a:lnTo>
                  <a:lnTo>
                    <a:pt x="280442" y="340728"/>
                  </a:lnTo>
                  <a:lnTo>
                    <a:pt x="270432" y="340728"/>
                  </a:lnTo>
                  <a:lnTo>
                    <a:pt x="225950" y="313435"/>
                  </a:lnTo>
                  <a:close/>
                </a:path>
                <a:path w="303529" h="1088389" extrusionOk="0">
                  <a:moveTo>
                    <a:pt x="141592" y="261645"/>
                  </a:moveTo>
                  <a:lnTo>
                    <a:pt x="141592" y="276593"/>
                  </a:lnTo>
                  <a:lnTo>
                    <a:pt x="101981" y="351955"/>
                  </a:lnTo>
                  <a:lnTo>
                    <a:pt x="116262" y="351955"/>
                  </a:lnTo>
                  <a:lnTo>
                    <a:pt x="152387" y="283222"/>
                  </a:lnTo>
                  <a:lnTo>
                    <a:pt x="176731" y="283222"/>
                  </a:lnTo>
                  <a:lnTo>
                    <a:pt x="158329" y="271919"/>
                  </a:lnTo>
                  <a:lnTo>
                    <a:pt x="161814" y="265290"/>
                  </a:lnTo>
                  <a:lnTo>
                    <a:pt x="147534" y="265290"/>
                  </a:lnTo>
                  <a:lnTo>
                    <a:pt x="141592" y="261645"/>
                  </a:lnTo>
                  <a:close/>
                </a:path>
                <a:path w="303529" h="1088389" extrusionOk="0">
                  <a:moveTo>
                    <a:pt x="264160" y="314578"/>
                  </a:moveTo>
                  <a:lnTo>
                    <a:pt x="270432" y="340728"/>
                  </a:lnTo>
                  <a:lnTo>
                    <a:pt x="280442" y="340728"/>
                  </a:lnTo>
                  <a:lnTo>
                    <a:pt x="264160" y="314578"/>
                  </a:lnTo>
                  <a:close/>
                </a:path>
                <a:path w="303529" h="1088389" extrusionOk="0">
                  <a:moveTo>
                    <a:pt x="176731" y="283222"/>
                  </a:moveTo>
                  <a:lnTo>
                    <a:pt x="152387" y="283222"/>
                  </a:lnTo>
                  <a:lnTo>
                    <a:pt x="190460" y="306590"/>
                  </a:lnTo>
                  <a:lnTo>
                    <a:pt x="190460" y="291655"/>
                  </a:lnTo>
                  <a:lnTo>
                    <a:pt x="176731" y="283222"/>
                  </a:lnTo>
                  <a:close/>
                </a:path>
                <a:path w="303529" h="1088389" extrusionOk="0">
                  <a:moveTo>
                    <a:pt x="294132" y="0"/>
                  </a:moveTo>
                  <a:lnTo>
                    <a:pt x="268477" y="2768"/>
                  </a:lnTo>
                  <a:lnTo>
                    <a:pt x="268477" y="33604"/>
                  </a:lnTo>
                  <a:lnTo>
                    <a:pt x="267881" y="36385"/>
                  </a:lnTo>
                  <a:lnTo>
                    <a:pt x="266649" y="38734"/>
                  </a:lnTo>
                  <a:lnTo>
                    <a:pt x="266649" y="65836"/>
                  </a:lnTo>
                  <a:lnTo>
                    <a:pt x="194411" y="294081"/>
                  </a:lnTo>
                  <a:lnTo>
                    <a:pt x="207727" y="294081"/>
                  </a:lnTo>
                  <a:lnTo>
                    <a:pt x="287849" y="40766"/>
                  </a:lnTo>
                  <a:lnTo>
                    <a:pt x="287921" y="40538"/>
                  </a:lnTo>
                  <a:lnTo>
                    <a:pt x="293310" y="40538"/>
                  </a:lnTo>
                  <a:lnTo>
                    <a:pt x="293370" y="37515"/>
                  </a:lnTo>
                  <a:lnTo>
                    <a:pt x="300073" y="37515"/>
                  </a:lnTo>
                  <a:lnTo>
                    <a:pt x="294132" y="0"/>
                  </a:lnTo>
                  <a:close/>
                </a:path>
                <a:path w="303529" h="1088389" extrusionOk="0">
                  <a:moveTo>
                    <a:pt x="47143" y="203657"/>
                  </a:moveTo>
                  <a:lnTo>
                    <a:pt x="22771" y="203657"/>
                  </a:lnTo>
                  <a:lnTo>
                    <a:pt x="141592" y="276593"/>
                  </a:lnTo>
                  <a:lnTo>
                    <a:pt x="141592" y="261645"/>
                  </a:lnTo>
                  <a:lnTo>
                    <a:pt x="47143" y="203657"/>
                  </a:lnTo>
                  <a:close/>
                </a:path>
                <a:path w="303529" h="1088389" extrusionOk="0">
                  <a:moveTo>
                    <a:pt x="266649" y="38734"/>
                  </a:moveTo>
                  <a:lnTo>
                    <a:pt x="147534" y="265290"/>
                  </a:lnTo>
                  <a:lnTo>
                    <a:pt x="161814" y="265290"/>
                  </a:lnTo>
                  <a:lnTo>
                    <a:pt x="266649" y="65836"/>
                  </a:lnTo>
                  <a:lnTo>
                    <a:pt x="266649" y="38734"/>
                  </a:lnTo>
                  <a:close/>
                </a:path>
                <a:path w="303529" h="1088389" extrusionOk="0">
                  <a:moveTo>
                    <a:pt x="293310" y="40538"/>
                  </a:moveTo>
                  <a:lnTo>
                    <a:pt x="287921" y="40538"/>
                  </a:lnTo>
                  <a:lnTo>
                    <a:pt x="292988" y="56768"/>
                  </a:lnTo>
                  <a:lnTo>
                    <a:pt x="293305" y="40766"/>
                  </a:lnTo>
                  <a:lnTo>
                    <a:pt x="293310" y="40538"/>
                  </a:lnTo>
                  <a:close/>
                </a:path>
                <a:path w="303529" h="1088389" extrusionOk="0">
                  <a:moveTo>
                    <a:pt x="300073" y="37515"/>
                  </a:moveTo>
                  <a:lnTo>
                    <a:pt x="293370" y="37515"/>
                  </a:lnTo>
                  <a:lnTo>
                    <a:pt x="303022" y="56133"/>
                  </a:lnTo>
                  <a:lnTo>
                    <a:pt x="300073" y="37515"/>
                  </a:lnTo>
                  <a:close/>
                </a:path>
                <a:path w="303529" h="1088389" extrusionOk="0">
                  <a:moveTo>
                    <a:pt x="268477" y="26936"/>
                  </a:moveTo>
                  <a:lnTo>
                    <a:pt x="268033" y="26936"/>
                  </a:lnTo>
                  <a:lnTo>
                    <a:pt x="254635" y="40766"/>
                  </a:lnTo>
                  <a:lnTo>
                    <a:pt x="268477" y="33604"/>
                  </a:lnTo>
                  <a:lnTo>
                    <a:pt x="268477" y="26936"/>
                  </a:lnTo>
                  <a:close/>
                </a:path>
              </a:pathLst>
            </a:custGeom>
            <a:solidFill>
              <a:srgbClr val="0581B7"/>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1594" name="Google Shape;1594;p74"/>
            <p:cNvPicPr preferRelativeResize="0"/>
            <p:nvPr/>
          </p:nvPicPr>
          <p:blipFill rotWithShape="1">
            <a:blip r:embed="rId18">
              <a:alphaModFix/>
            </a:blip>
            <a:srcRect/>
            <a:stretch/>
          </p:blipFill>
          <p:spPr>
            <a:xfrm>
              <a:off x="4061460" y="3145280"/>
              <a:ext cx="305688" cy="1136650"/>
            </a:xfrm>
            <a:prstGeom prst="rect">
              <a:avLst/>
            </a:prstGeom>
            <a:noFill/>
            <a:ln>
              <a:noFill/>
            </a:ln>
          </p:spPr>
        </p:pic>
        <p:sp>
          <p:nvSpPr>
            <p:cNvPr id="1595" name="Google Shape;1595;p74"/>
            <p:cNvSpPr/>
            <p:nvPr/>
          </p:nvSpPr>
          <p:spPr>
            <a:xfrm>
              <a:off x="4566539" y="3166744"/>
              <a:ext cx="318770" cy="1094740"/>
            </a:xfrm>
            <a:custGeom>
              <a:avLst/>
              <a:gdLst/>
              <a:ahLst/>
              <a:cxnLst/>
              <a:rect l="l" t="t" r="r" b="b"/>
              <a:pathLst>
                <a:path w="318770" h="1094739" extrusionOk="0">
                  <a:moveTo>
                    <a:pt x="318262" y="551815"/>
                  </a:moveTo>
                  <a:lnTo>
                    <a:pt x="261620" y="554736"/>
                  </a:lnTo>
                  <a:lnTo>
                    <a:pt x="287616" y="561911"/>
                  </a:lnTo>
                  <a:lnTo>
                    <a:pt x="2286" y="723138"/>
                  </a:lnTo>
                  <a:lnTo>
                    <a:pt x="8636" y="734187"/>
                  </a:lnTo>
                  <a:lnTo>
                    <a:pt x="280543" y="580478"/>
                  </a:lnTo>
                  <a:lnTo>
                    <a:pt x="292582" y="577265"/>
                  </a:lnTo>
                  <a:lnTo>
                    <a:pt x="289306" y="589216"/>
                  </a:lnTo>
                  <a:lnTo>
                    <a:pt x="0" y="1087882"/>
                  </a:lnTo>
                  <a:lnTo>
                    <a:pt x="10922" y="1094232"/>
                  </a:lnTo>
                  <a:lnTo>
                    <a:pt x="307860" y="582409"/>
                  </a:lnTo>
                  <a:lnTo>
                    <a:pt x="314833" y="608457"/>
                  </a:lnTo>
                  <a:lnTo>
                    <a:pt x="318262" y="551815"/>
                  </a:lnTo>
                  <a:close/>
                </a:path>
                <a:path w="318770" h="1094739" extrusionOk="0">
                  <a:moveTo>
                    <a:pt x="318262" y="551053"/>
                  </a:moveTo>
                  <a:lnTo>
                    <a:pt x="318236" y="550773"/>
                  </a:lnTo>
                  <a:lnTo>
                    <a:pt x="317068" y="529056"/>
                  </a:lnTo>
                  <a:lnTo>
                    <a:pt x="316725" y="522643"/>
                  </a:lnTo>
                  <a:lnTo>
                    <a:pt x="316598" y="520344"/>
                  </a:lnTo>
                  <a:lnTo>
                    <a:pt x="315214" y="494411"/>
                  </a:lnTo>
                  <a:lnTo>
                    <a:pt x="308089" y="520344"/>
                  </a:lnTo>
                  <a:lnTo>
                    <a:pt x="305689" y="516153"/>
                  </a:lnTo>
                  <a:lnTo>
                    <a:pt x="10922" y="0"/>
                  </a:lnTo>
                  <a:lnTo>
                    <a:pt x="0" y="6350"/>
                  </a:lnTo>
                  <a:lnTo>
                    <a:pt x="290398" y="514946"/>
                  </a:lnTo>
                  <a:lnTo>
                    <a:pt x="293128" y="525653"/>
                  </a:lnTo>
                  <a:lnTo>
                    <a:pt x="282181" y="522643"/>
                  </a:lnTo>
                  <a:lnTo>
                    <a:pt x="8636" y="360426"/>
                  </a:lnTo>
                  <a:lnTo>
                    <a:pt x="2159" y="371348"/>
                  </a:lnTo>
                  <a:lnTo>
                    <a:pt x="287756" y="540702"/>
                  </a:lnTo>
                  <a:lnTo>
                    <a:pt x="261620" y="547370"/>
                  </a:lnTo>
                  <a:lnTo>
                    <a:pt x="318262" y="551434"/>
                  </a:lnTo>
                  <a:lnTo>
                    <a:pt x="317830" y="550773"/>
                  </a:lnTo>
                  <a:lnTo>
                    <a:pt x="318262" y="551053"/>
                  </a:lnTo>
                  <a:close/>
                </a:path>
              </a:pathLst>
            </a:custGeom>
            <a:solidFill>
              <a:srgbClr val="0581B7"/>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1596" name="Google Shape;1596;p74"/>
            <p:cNvPicPr preferRelativeResize="0"/>
            <p:nvPr/>
          </p:nvPicPr>
          <p:blipFill rotWithShape="1">
            <a:blip r:embed="rId19">
              <a:alphaModFix/>
            </a:blip>
            <a:srcRect/>
            <a:stretch/>
          </p:blipFill>
          <p:spPr>
            <a:xfrm>
              <a:off x="350520" y="3080015"/>
              <a:ext cx="2887980" cy="876287"/>
            </a:xfrm>
            <a:prstGeom prst="rect">
              <a:avLst/>
            </a:prstGeom>
            <a:noFill/>
            <a:ln>
              <a:noFill/>
            </a:ln>
          </p:spPr>
        </p:pic>
        <p:pic>
          <p:nvPicPr>
            <p:cNvPr id="1597" name="Google Shape;1597;p74"/>
            <p:cNvPicPr preferRelativeResize="0"/>
            <p:nvPr/>
          </p:nvPicPr>
          <p:blipFill rotWithShape="1">
            <a:blip r:embed="rId20">
              <a:alphaModFix/>
            </a:blip>
            <a:srcRect/>
            <a:stretch/>
          </p:blipFill>
          <p:spPr>
            <a:xfrm>
              <a:off x="396240" y="3105912"/>
              <a:ext cx="2779141" cy="789431"/>
            </a:xfrm>
            <a:prstGeom prst="rect">
              <a:avLst/>
            </a:prstGeom>
            <a:noFill/>
            <a:ln>
              <a:noFill/>
            </a:ln>
          </p:spPr>
        </p:pic>
        <p:sp>
          <p:nvSpPr>
            <p:cNvPr id="1598" name="Google Shape;1598;p74"/>
            <p:cNvSpPr/>
            <p:nvPr/>
          </p:nvSpPr>
          <p:spPr>
            <a:xfrm>
              <a:off x="396240" y="3105912"/>
              <a:ext cx="2779395" cy="789940"/>
            </a:xfrm>
            <a:custGeom>
              <a:avLst/>
              <a:gdLst/>
              <a:ahLst/>
              <a:cxnLst/>
              <a:rect l="l" t="t" r="r" b="b"/>
              <a:pathLst>
                <a:path w="2779395" h="789939" extrusionOk="0">
                  <a:moveTo>
                    <a:pt x="0" y="0"/>
                  </a:moveTo>
                  <a:lnTo>
                    <a:pt x="1153033" y="0"/>
                  </a:lnTo>
                  <a:lnTo>
                    <a:pt x="1647189" y="0"/>
                  </a:lnTo>
                  <a:lnTo>
                    <a:pt x="1976627" y="0"/>
                  </a:lnTo>
                  <a:lnTo>
                    <a:pt x="1976627" y="460502"/>
                  </a:lnTo>
                  <a:lnTo>
                    <a:pt x="2779141" y="564007"/>
                  </a:lnTo>
                  <a:lnTo>
                    <a:pt x="1976627" y="657860"/>
                  </a:lnTo>
                  <a:lnTo>
                    <a:pt x="1976627" y="789433"/>
                  </a:lnTo>
                  <a:lnTo>
                    <a:pt x="1647189" y="789433"/>
                  </a:lnTo>
                  <a:lnTo>
                    <a:pt x="1153033" y="789433"/>
                  </a:lnTo>
                  <a:lnTo>
                    <a:pt x="0" y="789433"/>
                  </a:lnTo>
                  <a:lnTo>
                    <a:pt x="0" y="657860"/>
                  </a:lnTo>
                  <a:lnTo>
                    <a:pt x="0" y="460502"/>
                  </a:lnTo>
                  <a:lnTo>
                    <a:pt x="0" y="0"/>
                  </a:lnTo>
                  <a:close/>
                </a:path>
              </a:pathLst>
            </a:custGeom>
            <a:noFill/>
            <a:ln w="9525" cap="flat" cmpd="sng">
              <a:solidFill>
                <a:srgbClr val="FF901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599" name="Google Shape;1599;p74"/>
          <p:cNvSpPr txBox="1"/>
          <p:nvPr/>
        </p:nvSpPr>
        <p:spPr>
          <a:xfrm>
            <a:off x="1239392" y="3334621"/>
            <a:ext cx="2142371" cy="671466"/>
          </a:xfrm>
          <a:prstGeom prst="rect">
            <a:avLst/>
          </a:prstGeom>
          <a:noFill/>
          <a:ln>
            <a:noFill/>
          </a:ln>
        </p:spPr>
        <p:txBody>
          <a:bodyPr spcFirstLastPara="1" wrap="square" lIns="0" tIns="28575" rIns="0" bIns="0" anchor="t" anchorCtr="0">
            <a:spAutoFit/>
          </a:bodyPr>
          <a:lstStyle/>
          <a:p>
            <a:pPr marL="114935" marR="5080" lvl="0" indent="-102235" algn="l" rtl="0">
              <a:lnSpc>
                <a:spcPct val="116111"/>
              </a:lnSpc>
              <a:spcBef>
                <a:spcPts val="0"/>
              </a:spcBef>
              <a:spcAft>
                <a:spcPts val="0"/>
              </a:spcAft>
              <a:buNone/>
            </a:pPr>
            <a:r>
              <a:rPr lang="en-US" sz="1800" dirty="0">
                <a:solidFill>
                  <a:srgbClr val="001F5F"/>
                </a:solidFill>
                <a:latin typeface="Arial"/>
                <a:ea typeface="Arial"/>
                <a:cs typeface="Arial"/>
                <a:sym typeface="Arial"/>
              </a:rPr>
              <a:t>Each feature gets an input neuron</a:t>
            </a:r>
            <a:endParaRPr sz="1800" dirty="0">
              <a:latin typeface="Arial"/>
              <a:ea typeface="Arial"/>
              <a:cs typeface="Arial"/>
              <a:sym typeface="Arial"/>
            </a:endParaRPr>
          </a:p>
        </p:txBody>
      </p:sp>
      <p:grpSp>
        <p:nvGrpSpPr>
          <p:cNvPr id="1600" name="Google Shape;1600;p74"/>
          <p:cNvGrpSpPr/>
          <p:nvPr/>
        </p:nvGrpSpPr>
        <p:grpSpPr>
          <a:xfrm>
            <a:off x="5932932" y="3466182"/>
            <a:ext cx="2828542" cy="908315"/>
            <a:chOff x="5169408" y="3340595"/>
            <a:chExt cx="2828542" cy="908315"/>
          </a:xfrm>
        </p:grpSpPr>
        <p:pic>
          <p:nvPicPr>
            <p:cNvPr id="1601" name="Google Shape;1601;p74"/>
            <p:cNvPicPr preferRelativeResize="0"/>
            <p:nvPr/>
          </p:nvPicPr>
          <p:blipFill rotWithShape="1">
            <a:blip r:embed="rId21">
              <a:alphaModFix/>
            </a:blip>
            <a:srcRect/>
            <a:stretch/>
          </p:blipFill>
          <p:spPr>
            <a:xfrm>
              <a:off x="5169408" y="3340595"/>
              <a:ext cx="2828542" cy="908315"/>
            </a:xfrm>
            <a:prstGeom prst="rect">
              <a:avLst/>
            </a:prstGeom>
            <a:noFill/>
            <a:ln>
              <a:noFill/>
            </a:ln>
          </p:spPr>
        </p:pic>
        <p:pic>
          <p:nvPicPr>
            <p:cNvPr id="1602" name="Google Shape;1602;p74"/>
            <p:cNvPicPr preferRelativeResize="0"/>
            <p:nvPr/>
          </p:nvPicPr>
          <p:blipFill rotWithShape="1">
            <a:blip r:embed="rId22">
              <a:alphaModFix/>
            </a:blip>
            <a:srcRect/>
            <a:stretch/>
          </p:blipFill>
          <p:spPr>
            <a:xfrm>
              <a:off x="5234686" y="3366516"/>
              <a:ext cx="2722116" cy="821436"/>
            </a:xfrm>
            <a:prstGeom prst="rect">
              <a:avLst/>
            </a:prstGeom>
            <a:noFill/>
            <a:ln>
              <a:noFill/>
            </a:ln>
          </p:spPr>
        </p:pic>
        <p:sp>
          <p:nvSpPr>
            <p:cNvPr id="1603" name="Google Shape;1603;p74"/>
            <p:cNvSpPr/>
            <p:nvPr/>
          </p:nvSpPr>
          <p:spPr>
            <a:xfrm>
              <a:off x="5234686" y="3366516"/>
              <a:ext cx="2722245" cy="821690"/>
            </a:xfrm>
            <a:custGeom>
              <a:avLst/>
              <a:gdLst/>
              <a:ahLst/>
              <a:cxnLst/>
              <a:rect l="l" t="t" r="r" b="b"/>
              <a:pathLst>
                <a:path w="2722245" h="821689" extrusionOk="0">
                  <a:moveTo>
                    <a:pt x="771398" y="0"/>
                  </a:moveTo>
                  <a:lnTo>
                    <a:pt x="1096518" y="0"/>
                  </a:lnTo>
                  <a:lnTo>
                    <a:pt x="1584198" y="0"/>
                  </a:lnTo>
                  <a:lnTo>
                    <a:pt x="2722118" y="0"/>
                  </a:lnTo>
                  <a:lnTo>
                    <a:pt x="2722118" y="136906"/>
                  </a:lnTo>
                  <a:lnTo>
                    <a:pt x="2722118" y="342265"/>
                  </a:lnTo>
                  <a:lnTo>
                    <a:pt x="2722118" y="821437"/>
                  </a:lnTo>
                  <a:lnTo>
                    <a:pt x="1584198" y="821437"/>
                  </a:lnTo>
                  <a:lnTo>
                    <a:pt x="1096518" y="821437"/>
                  </a:lnTo>
                  <a:lnTo>
                    <a:pt x="771398" y="821437"/>
                  </a:lnTo>
                  <a:lnTo>
                    <a:pt x="771398" y="342265"/>
                  </a:lnTo>
                  <a:lnTo>
                    <a:pt x="0" y="345313"/>
                  </a:lnTo>
                  <a:lnTo>
                    <a:pt x="771398" y="136906"/>
                  </a:lnTo>
                  <a:lnTo>
                    <a:pt x="771398" y="0"/>
                  </a:lnTo>
                  <a:close/>
                </a:path>
              </a:pathLst>
            </a:custGeom>
            <a:noFill/>
            <a:ln w="9525" cap="flat" cmpd="sng">
              <a:solidFill>
                <a:srgbClr val="FF901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604" name="Google Shape;1604;p74"/>
          <p:cNvSpPr txBox="1"/>
          <p:nvPr/>
        </p:nvSpPr>
        <p:spPr>
          <a:xfrm>
            <a:off x="6962775" y="3471783"/>
            <a:ext cx="1574800" cy="848360"/>
          </a:xfrm>
          <a:prstGeom prst="rect">
            <a:avLst/>
          </a:prstGeom>
          <a:noFill/>
          <a:ln>
            <a:noFill/>
          </a:ln>
        </p:spPr>
        <p:txBody>
          <a:bodyPr spcFirstLastPara="1" wrap="square" lIns="0" tIns="12700" rIns="0" bIns="0" anchor="t" anchorCtr="0">
            <a:spAutoFit/>
          </a:bodyPr>
          <a:lstStyle/>
          <a:p>
            <a:pPr marL="12700" marR="5080" lvl="0" indent="-3175" algn="ctr" rtl="0">
              <a:lnSpc>
                <a:spcPct val="100000"/>
              </a:lnSpc>
              <a:spcBef>
                <a:spcPts val="0"/>
              </a:spcBef>
              <a:spcAft>
                <a:spcPts val="0"/>
              </a:spcAft>
              <a:buNone/>
            </a:pPr>
            <a:r>
              <a:rPr lang="en-US" sz="1800">
                <a:solidFill>
                  <a:srgbClr val="001F5F"/>
                </a:solidFill>
                <a:latin typeface="Arial"/>
                <a:ea typeface="Arial"/>
                <a:cs typeface="Arial"/>
                <a:sym typeface="Arial"/>
              </a:rPr>
              <a:t>Single output neuron with the classification</a:t>
            </a:r>
            <a:endParaRPr sz="1800">
              <a:latin typeface="Arial"/>
              <a:ea typeface="Arial"/>
              <a:cs typeface="Arial"/>
              <a:sym typeface="Arial"/>
            </a:endParaRPr>
          </a:p>
        </p:txBody>
      </p:sp>
      <p:grpSp>
        <p:nvGrpSpPr>
          <p:cNvPr id="1605" name="Google Shape;1605;p74"/>
          <p:cNvGrpSpPr/>
          <p:nvPr/>
        </p:nvGrpSpPr>
        <p:grpSpPr>
          <a:xfrm>
            <a:off x="4038346" y="4848016"/>
            <a:ext cx="1959864" cy="1492007"/>
            <a:chOff x="3445764" y="4405871"/>
            <a:chExt cx="1959864" cy="1492007"/>
          </a:xfrm>
        </p:grpSpPr>
        <p:pic>
          <p:nvPicPr>
            <p:cNvPr id="1606" name="Google Shape;1606;p74"/>
            <p:cNvPicPr preferRelativeResize="0"/>
            <p:nvPr/>
          </p:nvPicPr>
          <p:blipFill rotWithShape="1">
            <a:blip r:embed="rId23">
              <a:alphaModFix/>
            </a:blip>
            <a:srcRect/>
            <a:stretch/>
          </p:blipFill>
          <p:spPr>
            <a:xfrm>
              <a:off x="3445764" y="4405871"/>
              <a:ext cx="1959864" cy="1388364"/>
            </a:xfrm>
            <a:prstGeom prst="rect">
              <a:avLst/>
            </a:prstGeom>
            <a:noFill/>
            <a:ln>
              <a:noFill/>
            </a:ln>
          </p:spPr>
        </p:pic>
        <p:pic>
          <p:nvPicPr>
            <p:cNvPr id="1607" name="Google Shape;1607;p74"/>
            <p:cNvPicPr preferRelativeResize="0"/>
            <p:nvPr/>
          </p:nvPicPr>
          <p:blipFill rotWithShape="1">
            <a:blip r:embed="rId24">
              <a:alphaModFix/>
            </a:blip>
            <a:srcRect/>
            <a:stretch/>
          </p:blipFill>
          <p:spPr>
            <a:xfrm>
              <a:off x="3569208" y="4788408"/>
              <a:ext cx="1709926" cy="1109470"/>
            </a:xfrm>
            <a:prstGeom prst="rect">
              <a:avLst/>
            </a:prstGeom>
            <a:noFill/>
            <a:ln>
              <a:noFill/>
            </a:ln>
          </p:spPr>
        </p:pic>
        <p:pic>
          <p:nvPicPr>
            <p:cNvPr id="1608" name="Google Shape;1608;p74"/>
            <p:cNvPicPr preferRelativeResize="0"/>
            <p:nvPr/>
          </p:nvPicPr>
          <p:blipFill rotWithShape="1">
            <a:blip r:embed="rId25">
              <a:alphaModFix/>
            </a:blip>
            <a:srcRect/>
            <a:stretch/>
          </p:blipFill>
          <p:spPr>
            <a:xfrm>
              <a:off x="3491484" y="4434459"/>
              <a:ext cx="1872994" cy="1298827"/>
            </a:xfrm>
            <a:prstGeom prst="rect">
              <a:avLst/>
            </a:prstGeom>
            <a:noFill/>
            <a:ln>
              <a:noFill/>
            </a:ln>
          </p:spPr>
        </p:pic>
        <p:sp>
          <p:nvSpPr>
            <p:cNvPr id="1609" name="Google Shape;1609;p74"/>
            <p:cNvSpPr/>
            <p:nvPr/>
          </p:nvSpPr>
          <p:spPr>
            <a:xfrm>
              <a:off x="3491484" y="4434459"/>
              <a:ext cx="1873250" cy="1299210"/>
            </a:xfrm>
            <a:custGeom>
              <a:avLst/>
              <a:gdLst/>
              <a:ahLst/>
              <a:cxnLst/>
              <a:rect l="l" t="t" r="r" b="b"/>
              <a:pathLst>
                <a:path w="1873250" h="1299210" extrusionOk="0">
                  <a:moveTo>
                    <a:pt x="0" y="414908"/>
                  </a:moveTo>
                  <a:lnTo>
                    <a:pt x="312166" y="414908"/>
                  </a:lnTo>
                  <a:lnTo>
                    <a:pt x="635508" y="0"/>
                  </a:lnTo>
                  <a:lnTo>
                    <a:pt x="780415" y="414908"/>
                  </a:lnTo>
                  <a:lnTo>
                    <a:pt x="1872995" y="414908"/>
                  </a:lnTo>
                  <a:lnTo>
                    <a:pt x="1872995" y="562228"/>
                  </a:lnTo>
                  <a:lnTo>
                    <a:pt x="1872995" y="783208"/>
                  </a:lnTo>
                  <a:lnTo>
                    <a:pt x="1872995" y="1298828"/>
                  </a:lnTo>
                  <a:lnTo>
                    <a:pt x="780415" y="1298828"/>
                  </a:lnTo>
                  <a:lnTo>
                    <a:pt x="312166" y="1298828"/>
                  </a:lnTo>
                  <a:lnTo>
                    <a:pt x="0" y="1298828"/>
                  </a:lnTo>
                  <a:lnTo>
                    <a:pt x="0" y="783208"/>
                  </a:lnTo>
                  <a:lnTo>
                    <a:pt x="0" y="562228"/>
                  </a:lnTo>
                  <a:lnTo>
                    <a:pt x="0" y="414908"/>
                  </a:lnTo>
                  <a:close/>
                </a:path>
              </a:pathLst>
            </a:custGeom>
            <a:noFill/>
            <a:ln w="9525" cap="flat" cmpd="sng">
              <a:solidFill>
                <a:srgbClr val="FF901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610" name="Google Shape;1610;p74"/>
          <p:cNvSpPr txBox="1"/>
          <p:nvPr/>
        </p:nvSpPr>
        <p:spPr>
          <a:xfrm>
            <a:off x="4336853" y="5329612"/>
            <a:ext cx="1372870" cy="845819"/>
          </a:xfrm>
          <a:prstGeom prst="rect">
            <a:avLst/>
          </a:prstGeom>
          <a:noFill/>
          <a:ln>
            <a:noFill/>
          </a:ln>
        </p:spPr>
        <p:txBody>
          <a:bodyPr spcFirstLastPara="1" wrap="square" lIns="0" tIns="13950" rIns="0" bIns="0" anchor="t" anchorCtr="0">
            <a:spAutoFit/>
          </a:bodyPr>
          <a:lstStyle/>
          <a:p>
            <a:pPr marL="12065" marR="5080" lvl="0" indent="3175" algn="ctr" rtl="0">
              <a:lnSpc>
                <a:spcPct val="99400"/>
              </a:lnSpc>
              <a:spcBef>
                <a:spcPts val="0"/>
              </a:spcBef>
              <a:spcAft>
                <a:spcPts val="0"/>
              </a:spcAft>
              <a:buNone/>
            </a:pPr>
            <a:r>
              <a:rPr lang="en-US" sz="1800" dirty="0">
                <a:solidFill>
                  <a:srgbClr val="001F5F"/>
                </a:solidFill>
                <a:latin typeface="Arial"/>
                <a:ea typeface="Arial"/>
                <a:cs typeface="Arial"/>
                <a:sym typeface="Arial"/>
              </a:rPr>
              <a:t>Multiple fully connected hidden layers</a:t>
            </a:r>
            <a:endParaRPr sz="1800" dirty="0">
              <a:latin typeface="Arial"/>
              <a:ea typeface="Arial"/>
              <a:cs typeface="Arial"/>
              <a:sym typeface="Arial"/>
            </a:endParaRPr>
          </a:p>
        </p:txBody>
      </p:sp>
      <p:grpSp>
        <p:nvGrpSpPr>
          <p:cNvPr id="1611" name="Google Shape;1611;p74"/>
          <p:cNvGrpSpPr/>
          <p:nvPr/>
        </p:nvGrpSpPr>
        <p:grpSpPr>
          <a:xfrm>
            <a:off x="3706368" y="1800463"/>
            <a:ext cx="5414772" cy="1469135"/>
            <a:chOff x="2942844" y="1674876"/>
            <a:chExt cx="5414772" cy="1469135"/>
          </a:xfrm>
        </p:grpSpPr>
        <p:pic>
          <p:nvPicPr>
            <p:cNvPr id="1612" name="Google Shape;1612;p74"/>
            <p:cNvPicPr preferRelativeResize="0"/>
            <p:nvPr/>
          </p:nvPicPr>
          <p:blipFill rotWithShape="1">
            <a:blip r:embed="rId26">
              <a:alphaModFix/>
            </a:blip>
            <a:srcRect/>
            <a:stretch/>
          </p:blipFill>
          <p:spPr>
            <a:xfrm>
              <a:off x="2942844" y="1674876"/>
              <a:ext cx="5414772" cy="1469135"/>
            </a:xfrm>
            <a:prstGeom prst="rect">
              <a:avLst/>
            </a:prstGeom>
            <a:noFill/>
            <a:ln>
              <a:noFill/>
            </a:ln>
          </p:spPr>
        </p:pic>
        <p:pic>
          <p:nvPicPr>
            <p:cNvPr id="1613" name="Google Shape;1613;p74"/>
            <p:cNvPicPr preferRelativeResize="0"/>
            <p:nvPr/>
          </p:nvPicPr>
          <p:blipFill rotWithShape="1">
            <a:blip r:embed="rId27">
              <a:alphaModFix/>
            </a:blip>
            <a:srcRect/>
            <a:stretch/>
          </p:blipFill>
          <p:spPr>
            <a:xfrm>
              <a:off x="2988564" y="1700784"/>
              <a:ext cx="5327902" cy="1380615"/>
            </a:xfrm>
            <a:prstGeom prst="rect">
              <a:avLst/>
            </a:prstGeom>
            <a:noFill/>
            <a:ln>
              <a:noFill/>
            </a:ln>
          </p:spPr>
        </p:pic>
        <p:sp>
          <p:nvSpPr>
            <p:cNvPr id="1614" name="Google Shape;1614;p74"/>
            <p:cNvSpPr/>
            <p:nvPr/>
          </p:nvSpPr>
          <p:spPr>
            <a:xfrm>
              <a:off x="2988564" y="1700784"/>
              <a:ext cx="5328285" cy="1381125"/>
            </a:xfrm>
            <a:custGeom>
              <a:avLst/>
              <a:gdLst/>
              <a:ahLst/>
              <a:cxnLst/>
              <a:rect l="l" t="t" r="r" b="b"/>
              <a:pathLst>
                <a:path w="5328284" h="1381125" extrusionOk="0">
                  <a:moveTo>
                    <a:pt x="0" y="0"/>
                  </a:moveTo>
                  <a:lnTo>
                    <a:pt x="887984" y="0"/>
                  </a:lnTo>
                  <a:lnTo>
                    <a:pt x="2219960" y="0"/>
                  </a:lnTo>
                  <a:lnTo>
                    <a:pt x="5327905" y="0"/>
                  </a:lnTo>
                  <a:lnTo>
                    <a:pt x="5327905" y="444500"/>
                  </a:lnTo>
                  <a:lnTo>
                    <a:pt x="5327905" y="635000"/>
                  </a:lnTo>
                  <a:lnTo>
                    <a:pt x="5327905" y="762000"/>
                  </a:lnTo>
                  <a:lnTo>
                    <a:pt x="2219960" y="762000"/>
                  </a:lnTo>
                  <a:lnTo>
                    <a:pt x="997585" y="1380617"/>
                  </a:lnTo>
                  <a:lnTo>
                    <a:pt x="887984" y="762000"/>
                  </a:lnTo>
                  <a:lnTo>
                    <a:pt x="0" y="762000"/>
                  </a:lnTo>
                  <a:lnTo>
                    <a:pt x="0" y="635000"/>
                  </a:lnTo>
                  <a:lnTo>
                    <a:pt x="0" y="444500"/>
                  </a:lnTo>
                  <a:lnTo>
                    <a:pt x="0" y="0"/>
                  </a:lnTo>
                  <a:close/>
                </a:path>
              </a:pathLst>
            </a:custGeom>
            <a:noFill/>
            <a:ln w="9525" cap="flat" cmpd="sng">
              <a:solidFill>
                <a:srgbClr val="FF901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615" name="Google Shape;1615;p74"/>
          <p:cNvSpPr txBox="1"/>
          <p:nvPr/>
        </p:nvSpPr>
        <p:spPr>
          <a:xfrm>
            <a:off x="3829938" y="1914255"/>
            <a:ext cx="3227070" cy="833119"/>
          </a:xfrm>
          <a:prstGeom prst="rect">
            <a:avLst/>
          </a:prstGeom>
          <a:noFill/>
          <a:ln>
            <a:noFill/>
          </a:ln>
        </p:spPr>
        <p:txBody>
          <a:bodyPr spcFirstLastPara="1" wrap="square" lIns="0" tIns="12700" rIns="0" bIns="0" anchor="t" anchorCtr="0">
            <a:spAutoFit/>
          </a:bodyPr>
          <a:lstStyle/>
          <a:p>
            <a:pPr marL="299085" lvl="0" indent="-286385" algn="l" rtl="0">
              <a:lnSpc>
                <a:spcPct val="118611"/>
              </a:lnSpc>
              <a:spcBef>
                <a:spcPts val="0"/>
              </a:spcBef>
              <a:spcAft>
                <a:spcPts val="0"/>
              </a:spcAft>
              <a:buClr>
                <a:srgbClr val="001F5F"/>
              </a:buClr>
              <a:buSzPts val="1800"/>
              <a:buFont typeface="Arial"/>
              <a:buChar char="•"/>
            </a:pPr>
            <a:r>
              <a:rPr lang="en-US" sz="1800">
                <a:solidFill>
                  <a:srgbClr val="001F5F"/>
                </a:solidFill>
                <a:latin typeface="Arial"/>
                <a:ea typeface="Arial"/>
                <a:cs typeface="Arial"/>
                <a:sym typeface="Arial"/>
              </a:rPr>
              <a:t>First weighted sum of inputs</a:t>
            </a:r>
            <a:endParaRPr sz="1800">
              <a:latin typeface="Arial"/>
              <a:ea typeface="Arial"/>
              <a:cs typeface="Arial"/>
              <a:sym typeface="Arial"/>
            </a:endParaRPr>
          </a:p>
          <a:p>
            <a:pPr marL="299085" lvl="0" indent="-286385" algn="l" rtl="0">
              <a:lnSpc>
                <a:spcPct val="116666"/>
              </a:lnSpc>
              <a:spcBef>
                <a:spcPts val="0"/>
              </a:spcBef>
              <a:spcAft>
                <a:spcPts val="0"/>
              </a:spcAft>
              <a:buClr>
                <a:srgbClr val="001F5F"/>
              </a:buClr>
              <a:buSzPts val="1800"/>
              <a:buFont typeface="Arial"/>
              <a:buChar char="•"/>
            </a:pPr>
            <a:r>
              <a:rPr lang="en-US" sz="1800">
                <a:solidFill>
                  <a:srgbClr val="001F5F"/>
                </a:solidFill>
                <a:latin typeface="Arial"/>
                <a:ea typeface="Arial"/>
                <a:cs typeface="Arial"/>
                <a:sym typeface="Arial"/>
              </a:rPr>
              <a:t>Then </a:t>
            </a:r>
            <a:r>
              <a:rPr lang="en-US" sz="1800" i="1">
                <a:solidFill>
                  <a:srgbClr val="001F5F"/>
                </a:solidFill>
                <a:latin typeface="Arial"/>
                <a:ea typeface="Arial"/>
                <a:cs typeface="Arial"/>
                <a:sym typeface="Arial"/>
              </a:rPr>
              <a:t>activation function</a:t>
            </a:r>
            <a:r>
              <a:rPr lang="en-US" sz="1800">
                <a:solidFill>
                  <a:srgbClr val="001F5F"/>
                </a:solidFill>
                <a:latin typeface="Arial"/>
                <a:ea typeface="Arial"/>
                <a:cs typeface="Arial"/>
                <a:sym typeface="Arial"/>
              </a:rPr>
              <a:t>, e.g,</a:t>
            </a:r>
            <a:endParaRPr sz="1800">
              <a:latin typeface="Arial"/>
              <a:ea typeface="Arial"/>
              <a:cs typeface="Arial"/>
              <a:sym typeface="Arial"/>
            </a:endParaRPr>
          </a:p>
          <a:p>
            <a:pPr marL="299720" lvl="0" indent="0" algn="l" rtl="0">
              <a:lnSpc>
                <a:spcPct val="118055"/>
              </a:lnSpc>
              <a:spcBef>
                <a:spcPts val="0"/>
              </a:spcBef>
              <a:spcAft>
                <a:spcPts val="0"/>
              </a:spcAft>
              <a:buNone/>
            </a:pPr>
            <a:r>
              <a:rPr lang="en-US" sz="1800">
                <a:solidFill>
                  <a:srgbClr val="001F5F"/>
                </a:solidFill>
                <a:latin typeface="Arial"/>
                <a:ea typeface="Arial"/>
                <a:cs typeface="Arial"/>
                <a:sym typeface="Arial"/>
              </a:rPr>
              <a:t>𝑠𝑖𝑔𝑚𝑜𝑖𝑑/𝑡𝑎𝑛ℎ</a:t>
            </a:r>
            <a:endParaRPr sz="1800">
              <a:latin typeface="Arial"/>
              <a:ea typeface="Arial"/>
              <a:cs typeface="Arial"/>
              <a:sym typeface="Arial"/>
            </a:endParaRPr>
          </a:p>
        </p:txBody>
      </p:sp>
    </p:spTree>
    <p:extLst>
      <p:ext uri="{BB962C8B-B14F-4D97-AF65-F5344CB8AC3E}">
        <p14:creationId xmlns:p14="http://schemas.microsoft.com/office/powerpoint/2010/main" val="336650095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TotalTime>
  <Words>5299</Words>
  <Application>Microsoft Macintosh PowerPoint</Application>
  <PresentationFormat>Custom</PresentationFormat>
  <Paragraphs>891</Paragraphs>
  <Slides>82</Slides>
  <Notes>81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82</vt:i4>
      </vt:variant>
    </vt:vector>
  </HeadingPairs>
  <TitlesOfParts>
    <vt:vector size="91" baseType="lpstr">
      <vt:lpstr>Arial Narrow</vt:lpstr>
      <vt:lpstr>Times New Roman</vt:lpstr>
      <vt:lpstr>Trebuchet MS</vt:lpstr>
      <vt:lpstr>Merriweather Sans</vt:lpstr>
      <vt:lpstr>Courier New</vt:lpstr>
      <vt:lpstr>Arial</vt:lpstr>
      <vt:lpstr>Noto Sans Symbols</vt:lpstr>
      <vt:lpstr>Helvetica Neue</vt:lpstr>
      <vt:lpstr>Office Theme</vt:lpstr>
      <vt:lpstr>Big Data Analytics  Spark MLib</vt:lpstr>
      <vt:lpstr>Mllib</vt:lpstr>
      <vt:lpstr>PowerPoint Presentation</vt:lpstr>
      <vt:lpstr>Mllib Techniques</vt:lpstr>
      <vt:lpstr>PowerPoint Presentation</vt:lpstr>
      <vt:lpstr>PowerPoint Presentation</vt:lpstr>
      <vt:lpstr>Linear regression with many features</vt:lpstr>
      <vt:lpstr>Cross-validation</vt:lpstr>
      <vt:lpstr>Cross-validation in code</vt:lpstr>
      <vt:lpstr>Cartoon version of overfitting</vt:lpstr>
      <vt:lpstr>Parameters and Hyperparameters</vt:lpstr>
      <vt:lpstr>Generalization Error</vt:lpstr>
      <vt:lpstr>Cross-validation</vt:lpstr>
      <vt:lpstr>Training and cross-validation loss by degree</vt:lpstr>
      <vt:lpstr>Training and cross-validation loss by degree</vt:lpstr>
      <vt:lpstr>K-fold cross-validation</vt:lpstr>
      <vt:lpstr>K-fold cross-validation</vt:lpstr>
      <vt:lpstr>Regularization</vt:lpstr>
      <vt:lpstr>Regularized least squares</vt:lpstr>
      <vt:lpstr>Regularized loss minimization</vt:lpstr>
      <vt:lpstr>Training/cross-validation loss by regularization</vt:lpstr>
      <vt:lpstr>Training/cross-validation loss by regularization</vt:lpstr>
      <vt:lpstr>Regularized least squares</vt:lpstr>
      <vt:lpstr>PowerPoint Presentation</vt:lpstr>
      <vt:lpstr>Classification Models </vt:lpstr>
      <vt:lpstr>Binary Classification</vt:lpstr>
      <vt:lpstr>Type 1 Error Theorem</vt:lpstr>
      <vt:lpstr>Recall</vt:lpstr>
      <vt:lpstr>Recall</vt:lpstr>
      <vt:lpstr>Classification using Scores</vt:lpstr>
      <vt:lpstr>Thresholds for Scores</vt:lpstr>
      <vt:lpstr>Logistic Regression</vt:lpstr>
      <vt:lpstr>Odds Ratios</vt:lpstr>
      <vt:lpstr>Decision Surface of Logistic Regression</vt:lpstr>
      <vt:lpstr>The Confusion Matrix</vt:lpstr>
      <vt:lpstr>The Binary Confusion Matrix</vt:lpstr>
      <vt:lpstr>Binary Performance Metrics (1)</vt:lpstr>
      <vt:lpstr>Binary Performance Metrics (2)</vt:lpstr>
      <vt:lpstr>Binary Performance Metrics (3)</vt:lpstr>
      <vt:lpstr>Receiver Operator Characteristics (ROC)</vt:lpstr>
      <vt:lpstr>Area Under the Curve (AUC)</vt:lpstr>
      <vt:lpstr>𝑘-nearest Neighbor</vt:lpstr>
      <vt:lpstr>Impact of 𝑘</vt:lpstr>
      <vt:lpstr>Decision trees as ML algorithms</vt:lpstr>
      <vt:lpstr>Use training data to learn decision tree</vt:lpstr>
      <vt:lpstr>Decision trees as ML algorithms</vt:lpstr>
      <vt:lpstr>Decision trees as ML algorithms</vt:lpstr>
      <vt:lpstr>Reminder: MLE for Bernoulli</vt:lpstr>
      <vt:lpstr>Loss functions in decision trees</vt:lpstr>
      <vt:lpstr>Decision trees as ML algorithms</vt:lpstr>
      <vt:lpstr>Optimizing decision trees</vt:lpstr>
      <vt:lpstr>Optimizing a single leaf</vt:lpstr>
      <vt:lpstr>Optimizing a single leaf</vt:lpstr>
      <vt:lpstr>Optimizing splits</vt:lpstr>
      <vt:lpstr>Loss of split</vt:lpstr>
      <vt:lpstr>Poll 2</vt:lpstr>
      <vt:lpstr>Continuous features</vt:lpstr>
      <vt:lpstr>Regression trees</vt:lpstr>
      <vt:lpstr>Interpretable models</vt:lpstr>
      <vt:lpstr>Decision tree surface for cancer prediction</vt:lpstr>
      <vt:lpstr>Decision Trees</vt:lpstr>
      <vt:lpstr>Basic Decision Tree Algorithm</vt:lpstr>
      <vt:lpstr>The „Most Informative Feature“</vt:lpstr>
      <vt:lpstr>Decision Surface of Decision Trees</vt:lpstr>
      <vt:lpstr>Ensembles of trees</vt:lpstr>
      <vt:lpstr>Boosting</vt:lpstr>
      <vt:lpstr>Random Forest</vt:lpstr>
      <vt:lpstr>Bagging as Ensemble Learner</vt:lpstr>
      <vt:lpstr>Decision Surface of Random Forests</vt:lpstr>
      <vt:lpstr>Naive Bayes</vt:lpstr>
      <vt:lpstr>From Bayes Law to Naive Bayes</vt:lpstr>
      <vt:lpstr>Multinomial and Gaussian Naive Bayes</vt:lpstr>
      <vt:lpstr>Decision Surface of Naive Bayes</vt:lpstr>
      <vt:lpstr>Support Vector Machines (SVM)</vt:lpstr>
      <vt:lpstr>Non-linear SVMs through Kernels</vt:lpstr>
      <vt:lpstr>Decision Surface of SVMs</vt:lpstr>
      <vt:lpstr>General Approach</vt:lpstr>
      <vt:lpstr>Comparison of Decision Surfaces IRIS Data</vt:lpstr>
      <vt:lpstr>Comparison of Decision Surfaces Non-linear separable</vt:lpstr>
      <vt:lpstr>Comparison of Decision Surfaces Circles within circles</vt:lpstr>
      <vt:lpstr>Neural Networks</vt:lpstr>
      <vt:lpstr>Multilayer Perceptron (MLP)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Yu Zhang</cp:lastModifiedBy>
  <cp:revision>15</cp:revision>
  <dcterms:created xsi:type="dcterms:W3CDTF">2025-11-14T20:39:23Z</dcterms:created>
  <dcterms:modified xsi:type="dcterms:W3CDTF">2026-04-06T18:37:52Z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2023-01-17T00:00:00Z</vt:filetime>
  </property>
  <property fmtid="{D5CDD505-2E9C-101B-9397-08002B2CF9AE}" pid="3" name="LastSaved">
    <vt:filetime>2025-11-14T00:00:00Z</vt:filetime>
  </property>
  <property fmtid="{D5CDD505-2E9C-101B-9397-08002B2CF9AE}" pid="4" name="Producer">
    <vt:lpwstr>macOS Version 13.1 (Build 22C65) Quartz PDFContext</vt:lpwstr>
  </property>
</Properties>
</file>